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2" r:id="rId1"/>
  </p:sldMasterIdLst>
  <p:notesMasterIdLst>
    <p:notesMasterId r:id="rId68"/>
  </p:notesMasterIdLst>
  <p:sldIdLst>
    <p:sldId id="256" r:id="rId2"/>
    <p:sldId id="338" r:id="rId3"/>
    <p:sldId id="383" r:id="rId4"/>
    <p:sldId id="334" r:id="rId5"/>
    <p:sldId id="428" r:id="rId6"/>
    <p:sldId id="438" r:id="rId7"/>
    <p:sldId id="389" r:id="rId8"/>
    <p:sldId id="429" r:id="rId9"/>
    <p:sldId id="430" r:id="rId10"/>
    <p:sldId id="431" r:id="rId11"/>
    <p:sldId id="432" r:id="rId12"/>
    <p:sldId id="433" r:id="rId13"/>
    <p:sldId id="434" r:id="rId14"/>
    <p:sldId id="435" r:id="rId15"/>
    <p:sldId id="436" r:id="rId16"/>
    <p:sldId id="437" r:id="rId17"/>
    <p:sldId id="439" r:id="rId18"/>
    <p:sldId id="257" r:id="rId19"/>
    <p:sldId id="286" r:id="rId20"/>
    <p:sldId id="305" r:id="rId21"/>
    <p:sldId id="267" r:id="rId22"/>
    <p:sldId id="258" r:id="rId23"/>
    <p:sldId id="266" r:id="rId24"/>
    <p:sldId id="287" r:id="rId25"/>
    <p:sldId id="292" r:id="rId26"/>
    <p:sldId id="293" r:id="rId27"/>
    <p:sldId id="294" r:id="rId28"/>
    <p:sldId id="259" r:id="rId29"/>
    <p:sldId id="304" r:id="rId30"/>
    <p:sldId id="303" r:id="rId31"/>
    <p:sldId id="301" r:id="rId32"/>
    <p:sldId id="302" r:id="rId33"/>
    <p:sldId id="288" r:id="rId34"/>
    <p:sldId id="289" r:id="rId35"/>
    <p:sldId id="268" r:id="rId36"/>
    <p:sldId id="270" r:id="rId37"/>
    <p:sldId id="282" r:id="rId38"/>
    <p:sldId id="273" r:id="rId39"/>
    <p:sldId id="283" r:id="rId40"/>
    <p:sldId id="284" r:id="rId41"/>
    <p:sldId id="285" r:id="rId42"/>
    <p:sldId id="272" r:id="rId43"/>
    <p:sldId id="274" r:id="rId44"/>
    <p:sldId id="275" r:id="rId45"/>
    <p:sldId id="276" r:id="rId46"/>
    <p:sldId id="277" r:id="rId47"/>
    <p:sldId id="278" r:id="rId48"/>
    <p:sldId id="279" r:id="rId49"/>
    <p:sldId id="280" r:id="rId50"/>
    <p:sldId id="281" r:id="rId51"/>
    <p:sldId id="298" r:id="rId52"/>
    <p:sldId id="440" r:id="rId53"/>
    <p:sldId id="388" r:id="rId54"/>
    <p:sldId id="403" r:id="rId55"/>
    <p:sldId id="441" r:id="rId56"/>
    <p:sldId id="390" r:id="rId57"/>
    <p:sldId id="391" r:id="rId58"/>
    <p:sldId id="406" r:id="rId59"/>
    <p:sldId id="392" r:id="rId60"/>
    <p:sldId id="409" r:id="rId61"/>
    <p:sldId id="393" r:id="rId62"/>
    <p:sldId id="394" r:id="rId63"/>
    <p:sldId id="395" r:id="rId64"/>
    <p:sldId id="407" r:id="rId65"/>
    <p:sldId id="408" r:id="rId66"/>
    <p:sldId id="396"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4200"/>
    <a:srgbClr val="005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5226" autoAdjust="0"/>
  </p:normalViewPr>
  <p:slideViewPr>
    <p:cSldViewPr>
      <p:cViewPr varScale="1">
        <p:scale>
          <a:sx n="82" d="100"/>
          <a:sy n="82" d="100"/>
        </p:scale>
        <p:origin x="643" y="72"/>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Lst>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customXml" Target="../customXml/item2.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75"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13" Type="http://schemas.openxmlformats.org/officeDocument/2006/relationships/slide" Target="slides/slide14.xml"/><Relationship Id="rId3" Type="http://schemas.openxmlformats.org/officeDocument/2006/relationships/slide" Target="slides/slide4.xml"/><Relationship Id="rId7" Type="http://schemas.openxmlformats.org/officeDocument/2006/relationships/slide" Target="slides/slide8.xml"/><Relationship Id="rId12" Type="http://schemas.openxmlformats.org/officeDocument/2006/relationships/slide" Target="slides/slide13.xml"/><Relationship Id="rId17" Type="http://schemas.openxmlformats.org/officeDocument/2006/relationships/slide" Target="slides/slide52.xml"/><Relationship Id="rId2" Type="http://schemas.openxmlformats.org/officeDocument/2006/relationships/slide" Target="slides/slide3.xml"/><Relationship Id="rId16" Type="http://schemas.openxmlformats.org/officeDocument/2006/relationships/slide" Target="slides/slide17.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2.xml"/><Relationship Id="rId5" Type="http://schemas.openxmlformats.org/officeDocument/2006/relationships/slide" Target="slides/slide6.xml"/><Relationship Id="rId15" Type="http://schemas.openxmlformats.org/officeDocument/2006/relationships/slide" Target="slides/slide16.xml"/><Relationship Id="rId10" Type="http://schemas.openxmlformats.org/officeDocument/2006/relationships/slide" Target="slides/slide11.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ur-PK"/>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AFB0F83C-5A10-4566-8455-19EBB2CDADB3}" type="datetimeFigureOut">
              <a:rPr lang="ur-PK" smtClean="0"/>
              <a:pPr/>
              <a:t>17/04/1445</a:t>
            </a:fld>
            <a:endParaRPr lang="ur-PK"/>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1" anchor="ctr"/>
          <a:lstStyle/>
          <a:p>
            <a:endParaRPr lang="ur-PK"/>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r-PK"/>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ur-PK"/>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0F6B5A38-E8E1-4F73-A985-33830AD68DCA}" type="slidenum">
              <a:rPr lang="ur-PK" smtClean="0"/>
              <a:pPr/>
              <a:t>‹#›</a:t>
            </a:fld>
            <a:endParaRPr lang="ur-PK"/>
          </a:p>
        </p:txBody>
      </p:sp>
    </p:spTree>
    <p:extLst>
      <p:ext uri="{BB962C8B-B14F-4D97-AF65-F5344CB8AC3E}">
        <p14:creationId xmlns:p14="http://schemas.microsoft.com/office/powerpoint/2010/main" val="280126417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ur-PK"/>
          </a:p>
        </p:txBody>
      </p:sp>
      <p:sp>
        <p:nvSpPr>
          <p:cNvPr id="4" name="Slide Number Placeholder 3"/>
          <p:cNvSpPr>
            <a:spLocks noGrp="1"/>
          </p:cNvSpPr>
          <p:nvPr>
            <p:ph type="sldNum" sz="quarter" idx="10"/>
          </p:nvPr>
        </p:nvSpPr>
        <p:spPr/>
        <p:txBody>
          <a:bodyPr/>
          <a:lstStyle/>
          <a:p>
            <a:fld id="{0F6B5A38-E8E1-4F73-A985-33830AD68DCA}" type="slidenum">
              <a:rPr lang="ur-PK" smtClean="0"/>
              <a:pPr/>
              <a:t>1</a:t>
            </a:fld>
            <a:endParaRPr lang="ur-PK"/>
          </a:p>
        </p:txBody>
      </p:sp>
    </p:spTree>
    <p:extLst>
      <p:ext uri="{BB962C8B-B14F-4D97-AF65-F5344CB8AC3E}">
        <p14:creationId xmlns:p14="http://schemas.microsoft.com/office/powerpoint/2010/main" val="1333003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D6EC832-8E7D-E656-4A8F-53A8BAD72285}"/>
              </a:ext>
            </a:extLst>
          </p:cNvPr>
          <p:cNvSpPr>
            <a:spLocks noGrp="1" noChangeArrowheads="1"/>
          </p:cNvSpPr>
          <p:nvPr>
            <p:ph type="sldNum" sz="quarter" idx="5"/>
          </p:nvPr>
        </p:nvSpPr>
        <p:spPr>
          <a:ln/>
        </p:spPr>
        <p:txBody>
          <a:bodyPr/>
          <a:lstStyle/>
          <a:p>
            <a:fld id="{5A7D4F05-E611-4BEA-8446-1108D109044A}" type="slidenum">
              <a:rPr lang="en-US" altLang="en-US"/>
              <a:pPr/>
              <a:t>53</a:t>
            </a:fld>
            <a:endParaRPr lang="en-US" altLang="en-US"/>
          </a:p>
        </p:txBody>
      </p:sp>
      <p:sp>
        <p:nvSpPr>
          <p:cNvPr id="342018" name="Rectangle 2">
            <a:extLst>
              <a:ext uri="{FF2B5EF4-FFF2-40B4-BE49-F238E27FC236}">
                <a16:creationId xmlns:a16="http://schemas.microsoft.com/office/drawing/2014/main" id="{A3A5EC38-B684-95B5-B879-AA5465F0537A}"/>
              </a:ext>
            </a:extLst>
          </p:cNvPr>
          <p:cNvSpPr>
            <a:spLocks noRot="1" noChangeArrowheads="1" noTextEdit="1"/>
          </p:cNvSpPr>
          <p:nvPr>
            <p:ph type="sldImg"/>
          </p:nvPr>
        </p:nvSpPr>
        <p:spPr>
          <a:ln/>
        </p:spPr>
      </p:sp>
      <p:sp>
        <p:nvSpPr>
          <p:cNvPr id="342019" name="Rectangle 3">
            <a:extLst>
              <a:ext uri="{FF2B5EF4-FFF2-40B4-BE49-F238E27FC236}">
                <a16:creationId xmlns:a16="http://schemas.microsoft.com/office/drawing/2014/main" id="{05D12857-6497-6FC8-83AF-8A8A65CEB58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2620C18-02E5-AF4C-8B45-E73AF0E56AF5}"/>
              </a:ext>
            </a:extLst>
          </p:cNvPr>
          <p:cNvSpPr>
            <a:spLocks noGrp="1" noChangeArrowheads="1"/>
          </p:cNvSpPr>
          <p:nvPr>
            <p:ph type="sldNum" sz="quarter" idx="5"/>
          </p:nvPr>
        </p:nvSpPr>
        <p:spPr>
          <a:ln/>
        </p:spPr>
        <p:txBody>
          <a:bodyPr/>
          <a:lstStyle/>
          <a:p>
            <a:fld id="{D5EC0663-3299-4E31-B5C1-F8DA1507517C}" type="slidenum">
              <a:rPr lang="en-US" altLang="en-US"/>
              <a:pPr/>
              <a:t>54</a:t>
            </a:fld>
            <a:endParaRPr lang="en-US" altLang="en-US"/>
          </a:p>
        </p:txBody>
      </p:sp>
      <p:sp>
        <p:nvSpPr>
          <p:cNvPr id="343042" name="Rectangle 2">
            <a:extLst>
              <a:ext uri="{FF2B5EF4-FFF2-40B4-BE49-F238E27FC236}">
                <a16:creationId xmlns:a16="http://schemas.microsoft.com/office/drawing/2014/main" id="{081218A8-3BA8-9EC1-4762-6253B7E307C3}"/>
              </a:ext>
            </a:extLst>
          </p:cNvPr>
          <p:cNvSpPr>
            <a:spLocks noRot="1" noChangeArrowheads="1" noTextEdit="1"/>
          </p:cNvSpPr>
          <p:nvPr>
            <p:ph type="sldImg"/>
          </p:nvPr>
        </p:nvSpPr>
        <p:spPr>
          <a:ln/>
        </p:spPr>
      </p:sp>
      <p:sp>
        <p:nvSpPr>
          <p:cNvPr id="343043" name="Rectangle 3">
            <a:extLst>
              <a:ext uri="{FF2B5EF4-FFF2-40B4-BE49-F238E27FC236}">
                <a16:creationId xmlns:a16="http://schemas.microsoft.com/office/drawing/2014/main" id="{3ADF74BD-F3B1-FD47-2650-A7B73758F7F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8C02279-DC8E-62C9-D7E2-2B5B02CFE755}"/>
              </a:ext>
            </a:extLst>
          </p:cNvPr>
          <p:cNvSpPr>
            <a:spLocks noGrp="1" noChangeArrowheads="1"/>
          </p:cNvSpPr>
          <p:nvPr>
            <p:ph type="sldNum" sz="quarter" idx="5"/>
          </p:nvPr>
        </p:nvSpPr>
        <p:spPr>
          <a:ln/>
        </p:spPr>
        <p:txBody>
          <a:bodyPr/>
          <a:lstStyle/>
          <a:p>
            <a:fld id="{9398592F-4B5C-4D4A-9FCF-1365F74A52B1}" type="slidenum">
              <a:rPr lang="en-US" altLang="en-US"/>
              <a:pPr/>
              <a:t>55</a:t>
            </a:fld>
            <a:endParaRPr lang="en-US" altLang="en-US"/>
          </a:p>
        </p:txBody>
      </p:sp>
      <p:sp>
        <p:nvSpPr>
          <p:cNvPr id="344066" name="Rectangle 2">
            <a:extLst>
              <a:ext uri="{FF2B5EF4-FFF2-40B4-BE49-F238E27FC236}">
                <a16:creationId xmlns:a16="http://schemas.microsoft.com/office/drawing/2014/main" id="{F9C175B0-6549-AE44-AAE9-85855D3ED5B3}"/>
              </a:ext>
            </a:extLst>
          </p:cNvPr>
          <p:cNvSpPr>
            <a:spLocks noRot="1" noChangeArrowheads="1" noTextEdit="1"/>
          </p:cNvSpPr>
          <p:nvPr>
            <p:ph type="sldImg"/>
          </p:nvPr>
        </p:nvSpPr>
        <p:spPr>
          <a:ln/>
        </p:spPr>
      </p:sp>
      <p:sp>
        <p:nvSpPr>
          <p:cNvPr id="344067" name="Rectangle 3">
            <a:extLst>
              <a:ext uri="{FF2B5EF4-FFF2-40B4-BE49-F238E27FC236}">
                <a16:creationId xmlns:a16="http://schemas.microsoft.com/office/drawing/2014/main" id="{BBF4B6F6-D23E-8367-FE4E-89706B77BF4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E77800A-BE13-BC85-E6FE-DA70B10033FC}"/>
              </a:ext>
            </a:extLst>
          </p:cNvPr>
          <p:cNvSpPr>
            <a:spLocks noGrp="1" noChangeArrowheads="1"/>
          </p:cNvSpPr>
          <p:nvPr>
            <p:ph type="sldNum" sz="quarter" idx="5"/>
          </p:nvPr>
        </p:nvSpPr>
        <p:spPr>
          <a:ln/>
        </p:spPr>
        <p:txBody>
          <a:bodyPr/>
          <a:lstStyle/>
          <a:p>
            <a:fld id="{49867CFD-24B3-43B7-A007-E820336999F1}" type="slidenum">
              <a:rPr lang="en-US" altLang="en-US"/>
              <a:pPr/>
              <a:t>56</a:t>
            </a:fld>
            <a:endParaRPr lang="en-US" altLang="en-US"/>
          </a:p>
        </p:txBody>
      </p:sp>
      <p:sp>
        <p:nvSpPr>
          <p:cNvPr id="345090" name="Rectangle 2">
            <a:extLst>
              <a:ext uri="{FF2B5EF4-FFF2-40B4-BE49-F238E27FC236}">
                <a16:creationId xmlns:a16="http://schemas.microsoft.com/office/drawing/2014/main" id="{3E3504D6-BF70-AB22-24B0-77AC0DD70C51}"/>
              </a:ext>
            </a:extLst>
          </p:cNvPr>
          <p:cNvSpPr>
            <a:spLocks noRot="1" noChangeArrowheads="1" noTextEdit="1"/>
          </p:cNvSpPr>
          <p:nvPr>
            <p:ph type="sldImg"/>
          </p:nvPr>
        </p:nvSpPr>
        <p:spPr>
          <a:ln/>
        </p:spPr>
      </p:sp>
      <p:sp>
        <p:nvSpPr>
          <p:cNvPr id="345091" name="Rectangle 3">
            <a:extLst>
              <a:ext uri="{FF2B5EF4-FFF2-40B4-BE49-F238E27FC236}">
                <a16:creationId xmlns:a16="http://schemas.microsoft.com/office/drawing/2014/main" id="{A8E11AA2-E8BE-E513-D1DE-541074920EE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EF28662-9809-830F-412F-E29741F0BBF3}"/>
              </a:ext>
            </a:extLst>
          </p:cNvPr>
          <p:cNvSpPr>
            <a:spLocks noGrp="1" noChangeArrowheads="1"/>
          </p:cNvSpPr>
          <p:nvPr>
            <p:ph type="sldNum" sz="quarter" idx="5"/>
          </p:nvPr>
        </p:nvSpPr>
        <p:spPr>
          <a:ln/>
        </p:spPr>
        <p:txBody>
          <a:bodyPr/>
          <a:lstStyle/>
          <a:p>
            <a:fld id="{95E2C12C-B448-410C-BED2-EDDF37C3F230}" type="slidenum">
              <a:rPr lang="en-US" altLang="en-US"/>
              <a:pPr/>
              <a:t>57</a:t>
            </a:fld>
            <a:endParaRPr lang="en-US" altLang="en-US"/>
          </a:p>
        </p:txBody>
      </p:sp>
      <p:sp>
        <p:nvSpPr>
          <p:cNvPr id="346114" name="Rectangle 2">
            <a:extLst>
              <a:ext uri="{FF2B5EF4-FFF2-40B4-BE49-F238E27FC236}">
                <a16:creationId xmlns:a16="http://schemas.microsoft.com/office/drawing/2014/main" id="{2E41E9D7-6B6E-8FF9-E732-ED180753AAE9}"/>
              </a:ext>
            </a:extLst>
          </p:cNvPr>
          <p:cNvSpPr>
            <a:spLocks noRot="1" noChangeArrowheads="1" noTextEdit="1"/>
          </p:cNvSpPr>
          <p:nvPr>
            <p:ph type="sldImg"/>
          </p:nvPr>
        </p:nvSpPr>
        <p:spPr>
          <a:ln/>
        </p:spPr>
      </p:sp>
      <p:sp>
        <p:nvSpPr>
          <p:cNvPr id="346115" name="Rectangle 3">
            <a:extLst>
              <a:ext uri="{FF2B5EF4-FFF2-40B4-BE49-F238E27FC236}">
                <a16:creationId xmlns:a16="http://schemas.microsoft.com/office/drawing/2014/main" id="{66A59C60-4703-BF4C-2EC9-D88C7997E2E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5B5B30D-1D16-56F6-3FBF-94B69B21DF5F}"/>
              </a:ext>
            </a:extLst>
          </p:cNvPr>
          <p:cNvSpPr>
            <a:spLocks noGrp="1" noChangeArrowheads="1"/>
          </p:cNvSpPr>
          <p:nvPr>
            <p:ph type="sldNum" sz="quarter" idx="5"/>
          </p:nvPr>
        </p:nvSpPr>
        <p:spPr>
          <a:ln/>
        </p:spPr>
        <p:txBody>
          <a:bodyPr/>
          <a:lstStyle/>
          <a:p>
            <a:fld id="{10148548-C2B6-4BDE-8EDF-AFB286912D4E}" type="slidenum">
              <a:rPr lang="en-US" altLang="en-US"/>
              <a:pPr/>
              <a:t>58</a:t>
            </a:fld>
            <a:endParaRPr lang="en-US" altLang="en-US"/>
          </a:p>
        </p:txBody>
      </p:sp>
      <p:sp>
        <p:nvSpPr>
          <p:cNvPr id="347138" name="Rectangle 2">
            <a:extLst>
              <a:ext uri="{FF2B5EF4-FFF2-40B4-BE49-F238E27FC236}">
                <a16:creationId xmlns:a16="http://schemas.microsoft.com/office/drawing/2014/main" id="{5CC10981-F72E-A2F1-AD4F-965687631F48}"/>
              </a:ext>
            </a:extLst>
          </p:cNvPr>
          <p:cNvSpPr>
            <a:spLocks noRot="1" noChangeArrowheads="1" noTextEdit="1"/>
          </p:cNvSpPr>
          <p:nvPr>
            <p:ph type="sldImg"/>
          </p:nvPr>
        </p:nvSpPr>
        <p:spPr>
          <a:ln/>
        </p:spPr>
      </p:sp>
      <p:sp>
        <p:nvSpPr>
          <p:cNvPr id="347139" name="Rectangle 3">
            <a:extLst>
              <a:ext uri="{FF2B5EF4-FFF2-40B4-BE49-F238E27FC236}">
                <a16:creationId xmlns:a16="http://schemas.microsoft.com/office/drawing/2014/main" id="{95AFCCF0-C645-4E25-EDCF-9B132151D2A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577E659-E254-DF84-3C89-F528E4C1C55E}"/>
              </a:ext>
            </a:extLst>
          </p:cNvPr>
          <p:cNvSpPr>
            <a:spLocks noGrp="1" noChangeArrowheads="1"/>
          </p:cNvSpPr>
          <p:nvPr>
            <p:ph type="sldNum" sz="quarter" idx="5"/>
          </p:nvPr>
        </p:nvSpPr>
        <p:spPr>
          <a:ln/>
        </p:spPr>
        <p:txBody>
          <a:bodyPr/>
          <a:lstStyle/>
          <a:p>
            <a:fld id="{DDCB5947-A73B-49C0-B3B0-E60087C376DC}" type="slidenum">
              <a:rPr lang="en-US" altLang="en-US"/>
              <a:pPr/>
              <a:t>59</a:t>
            </a:fld>
            <a:endParaRPr lang="en-US" altLang="en-US"/>
          </a:p>
        </p:txBody>
      </p:sp>
      <p:sp>
        <p:nvSpPr>
          <p:cNvPr id="348162" name="Rectangle 2">
            <a:extLst>
              <a:ext uri="{FF2B5EF4-FFF2-40B4-BE49-F238E27FC236}">
                <a16:creationId xmlns:a16="http://schemas.microsoft.com/office/drawing/2014/main" id="{41825183-3607-DAB1-F0FB-5CA396787010}"/>
              </a:ext>
            </a:extLst>
          </p:cNvPr>
          <p:cNvSpPr>
            <a:spLocks noRot="1" noChangeArrowheads="1" noTextEdit="1"/>
          </p:cNvSpPr>
          <p:nvPr>
            <p:ph type="sldImg"/>
          </p:nvPr>
        </p:nvSpPr>
        <p:spPr>
          <a:ln/>
        </p:spPr>
      </p:sp>
      <p:sp>
        <p:nvSpPr>
          <p:cNvPr id="348163" name="Rectangle 3">
            <a:extLst>
              <a:ext uri="{FF2B5EF4-FFF2-40B4-BE49-F238E27FC236}">
                <a16:creationId xmlns:a16="http://schemas.microsoft.com/office/drawing/2014/main" id="{84FC891D-67EF-DAC3-CAF4-F1C9F90867A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940B380-4E56-F655-37CF-7A641F4D44A7}"/>
              </a:ext>
            </a:extLst>
          </p:cNvPr>
          <p:cNvSpPr>
            <a:spLocks noGrp="1" noChangeArrowheads="1"/>
          </p:cNvSpPr>
          <p:nvPr>
            <p:ph type="sldNum" sz="quarter" idx="5"/>
          </p:nvPr>
        </p:nvSpPr>
        <p:spPr>
          <a:ln/>
        </p:spPr>
        <p:txBody>
          <a:bodyPr/>
          <a:lstStyle/>
          <a:p>
            <a:fld id="{B7AC0CA7-E537-482E-9884-29E456C5F13B}" type="slidenum">
              <a:rPr lang="en-US" altLang="en-US"/>
              <a:pPr/>
              <a:t>60</a:t>
            </a:fld>
            <a:endParaRPr lang="en-US" altLang="en-US"/>
          </a:p>
        </p:txBody>
      </p:sp>
      <p:sp>
        <p:nvSpPr>
          <p:cNvPr id="357378" name="Rectangle 2">
            <a:extLst>
              <a:ext uri="{FF2B5EF4-FFF2-40B4-BE49-F238E27FC236}">
                <a16:creationId xmlns:a16="http://schemas.microsoft.com/office/drawing/2014/main" id="{A501BF96-4F53-AC9F-A93D-75A3A4421A74}"/>
              </a:ext>
            </a:extLst>
          </p:cNvPr>
          <p:cNvSpPr>
            <a:spLocks noRot="1" noChangeArrowheads="1" noTextEdit="1"/>
          </p:cNvSpPr>
          <p:nvPr>
            <p:ph type="sldImg"/>
          </p:nvPr>
        </p:nvSpPr>
        <p:spPr>
          <a:ln/>
        </p:spPr>
      </p:sp>
      <p:sp>
        <p:nvSpPr>
          <p:cNvPr id="357379" name="Rectangle 3">
            <a:extLst>
              <a:ext uri="{FF2B5EF4-FFF2-40B4-BE49-F238E27FC236}">
                <a16:creationId xmlns:a16="http://schemas.microsoft.com/office/drawing/2014/main" id="{BCBC42D7-8ACA-DF25-CD73-448130C87F8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210DD65-DEE8-E728-7FD7-3A7060759CAD}"/>
              </a:ext>
            </a:extLst>
          </p:cNvPr>
          <p:cNvSpPr>
            <a:spLocks noGrp="1" noChangeArrowheads="1"/>
          </p:cNvSpPr>
          <p:nvPr>
            <p:ph type="sldNum" sz="quarter" idx="5"/>
          </p:nvPr>
        </p:nvSpPr>
        <p:spPr>
          <a:ln/>
        </p:spPr>
        <p:txBody>
          <a:bodyPr/>
          <a:lstStyle/>
          <a:p>
            <a:fld id="{83BBA854-0C2C-4D86-BF7A-5F346CA79428}" type="slidenum">
              <a:rPr lang="en-US" altLang="en-US"/>
              <a:pPr/>
              <a:t>61</a:t>
            </a:fld>
            <a:endParaRPr lang="en-US" altLang="en-US"/>
          </a:p>
        </p:txBody>
      </p:sp>
      <p:sp>
        <p:nvSpPr>
          <p:cNvPr id="349186" name="Rectangle 2">
            <a:extLst>
              <a:ext uri="{FF2B5EF4-FFF2-40B4-BE49-F238E27FC236}">
                <a16:creationId xmlns:a16="http://schemas.microsoft.com/office/drawing/2014/main" id="{B629E1B9-CA16-CD53-6294-B930460CD883}"/>
              </a:ext>
            </a:extLst>
          </p:cNvPr>
          <p:cNvSpPr>
            <a:spLocks noRot="1" noChangeArrowheads="1" noTextEdit="1"/>
          </p:cNvSpPr>
          <p:nvPr>
            <p:ph type="sldImg"/>
          </p:nvPr>
        </p:nvSpPr>
        <p:spPr>
          <a:ln/>
        </p:spPr>
      </p:sp>
      <p:sp>
        <p:nvSpPr>
          <p:cNvPr id="349187" name="Rectangle 3">
            <a:extLst>
              <a:ext uri="{FF2B5EF4-FFF2-40B4-BE49-F238E27FC236}">
                <a16:creationId xmlns:a16="http://schemas.microsoft.com/office/drawing/2014/main" id="{0CD4816D-FE68-E00A-26B6-A0786E17D6F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D3CC777-8041-A112-DB97-88459F4EAC15}"/>
              </a:ext>
            </a:extLst>
          </p:cNvPr>
          <p:cNvSpPr>
            <a:spLocks noGrp="1" noChangeArrowheads="1"/>
          </p:cNvSpPr>
          <p:nvPr>
            <p:ph type="sldNum" sz="quarter" idx="5"/>
          </p:nvPr>
        </p:nvSpPr>
        <p:spPr>
          <a:ln/>
        </p:spPr>
        <p:txBody>
          <a:bodyPr/>
          <a:lstStyle/>
          <a:p>
            <a:fld id="{F51AA2A4-3DFE-4F98-992D-39841981404D}" type="slidenum">
              <a:rPr lang="en-US" altLang="en-US"/>
              <a:pPr/>
              <a:t>62</a:t>
            </a:fld>
            <a:endParaRPr lang="en-US" altLang="en-US"/>
          </a:p>
        </p:txBody>
      </p:sp>
      <p:sp>
        <p:nvSpPr>
          <p:cNvPr id="350210" name="Rectangle 2">
            <a:extLst>
              <a:ext uri="{FF2B5EF4-FFF2-40B4-BE49-F238E27FC236}">
                <a16:creationId xmlns:a16="http://schemas.microsoft.com/office/drawing/2014/main" id="{8B98D068-C685-E278-EBEA-53B64D522056}"/>
              </a:ext>
            </a:extLst>
          </p:cNvPr>
          <p:cNvSpPr>
            <a:spLocks noRot="1" noChangeArrowheads="1" noTextEdit="1"/>
          </p:cNvSpPr>
          <p:nvPr>
            <p:ph type="sldImg"/>
          </p:nvPr>
        </p:nvSpPr>
        <p:spPr>
          <a:ln/>
        </p:spPr>
      </p:sp>
      <p:sp>
        <p:nvSpPr>
          <p:cNvPr id="350211" name="Rectangle 3">
            <a:extLst>
              <a:ext uri="{FF2B5EF4-FFF2-40B4-BE49-F238E27FC236}">
                <a16:creationId xmlns:a16="http://schemas.microsoft.com/office/drawing/2014/main" id="{32521990-6A58-5919-3363-EC07D604A8B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E3C7AEF-10C9-8945-FC79-7D1E12476391}"/>
              </a:ext>
            </a:extLst>
          </p:cNvPr>
          <p:cNvSpPr>
            <a:spLocks noGrp="1" noChangeArrowheads="1"/>
          </p:cNvSpPr>
          <p:nvPr>
            <p:ph type="sldNum" sz="quarter" idx="5"/>
          </p:nvPr>
        </p:nvSpPr>
        <p:spPr>
          <a:ln/>
        </p:spPr>
        <p:txBody>
          <a:bodyPr/>
          <a:lstStyle/>
          <a:p>
            <a:fld id="{80943A84-17AA-48DA-AD11-3ABDAB15E7B1}" type="slidenum">
              <a:rPr lang="en-US" altLang="en-US"/>
              <a:pPr/>
              <a:t>63</a:t>
            </a:fld>
            <a:endParaRPr lang="en-US" altLang="en-US"/>
          </a:p>
        </p:txBody>
      </p:sp>
      <p:sp>
        <p:nvSpPr>
          <p:cNvPr id="351234" name="Rectangle 2">
            <a:extLst>
              <a:ext uri="{FF2B5EF4-FFF2-40B4-BE49-F238E27FC236}">
                <a16:creationId xmlns:a16="http://schemas.microsoft.com/office/drawing/2014/main" id="{1D1B744F-E8D9-7033-DA30-27EDF05E9B36}"/>
              </a:ext>
            </a:extLst>
          </p:cNvPr>
          <p:cNvSpPr>
            <a:spLocks noRot="1" noChangeArrowheads="1" noTextEdit="1"/>
          </p:cNvSpPr>
          <p:nvPr>
            <p:ph type="sldImg"/>
          </p:nvPr>
        </p:nvSpPr>
        <p:spPr>
          <a:ln/>
        </p:spPr>
      </p:sp>
      <p:sp>
        <p:nvSpPr>
          <p:cNvPr id="351235" name="Rectangle 3">
            <a:extLst>
              <a:ext uri="{FF2B5EF4-FFF2-40B4-BE49-F238E27FC236}">
                <a16:creationId xmlns:a16="http://schemas.microsoft.com/office/drawing/2014/main" id="{2A414B92-3ADB-36C0-9F91-A33478571D4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46932A8-33BD-CB27-A4C0-425F7CAED64D}"/>
              </a:ext>
            </a:extLst>
          </p:cNvPr>
          <p:cNvSpPr>
            <a:spLocks noGrp="1" noChangeArrowheads="1"/>
          </p:cNvSpPr>
          <p:nvPr>
            <p:ph type="sldNum" sz="quarter" idx="5"/>
          </p:nvPr>
        </p:nvSpPr>
        <p:spPr>
          <a:ln/>
        </p:spPr>
        <p:txBody>
          <a:bodyPr/>
          <a:lstStyle/>
          <a:p>
            <a:fld id="{C0ECABA6-949C-45DE-A3BF-33A1E996A31E}" type="slidenum">
              <a:rPr lang="en-US" altLang="en-US"/>
              <a:pPr/>
              <a:t>64</a:t>
            </a:fld>
            <a:endParaRPr lang="en-US" altLang="en-US"/>
          </a:p>
        </p:txBody>
      </p:sp>
      <p:sp>
        <p:nvSpPr>
          <p:cNvPr id="352258" name="Rectangle 2">
            <a:extLst>
              <a:ext uri="{FF2B5EF4-FFF2-40B4-BE49-F238E27FC236}">
                <a16:creationId xmlns:a16="http://schemas.microsoft.com/office/drawing/2014/main" id="{A8B1BB86-3099-8D0B-4CEB-D5F21A3E8EB4}"/>
              </a:ext>
            </a:extLst>
          </p:cNvPr>
          <p:cNvSpPr>
            <a:spLocks noRot="1" noChangeArrowheads="1" noTextEdit="1"/>
          </p:cNvSpPr>
          <p:nvPr>
            <p:ph type="sldImg"/>
          </p:nvPr>
        </p:nvSpPr>
        <p:spPr>
          <a:ln/>
        </p:spPr>
      </p:sp>
      <p:sp>
        <p:nvSpPr>
          <p:cNvPr id="352259" name="Rectangle 3">
            <a:extLst>
              <a:ext uri="{FF2B5EF4-FFF2-40B4-BE49-F238E27FC236}">
                <a16:creationId xmlns:a16="http://schemas.microsoft.com/office/drawing/2014/main" id="{C7498D2C-B096-537D-D3C3-C24BB9B996A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8133CE4-9612-A624-C8C7-973E38B80537}"/>
              </a:ext>
            </a:extLst>
          </p:cNvPr>
          <p:cNvSpPr>
            <a:spLocks noGrp="1" noChangeArrowheads="1"/>
          </p:cNvSpPr>
          <p:nvPr>
            <p:ph type="sldNum" sz="quarter" idx="5"/>
          </p:nvPr>
        </p:nvSpPr>
        <p:spPr>
          <a:ln/>
        </p:spPr>
        <p:txBody>
          <a:bodyPr/>
          <a:lstStyle/>
          <a:p>
            <a:fld id="{0322CA37-E333-4A9C-970C-D7FA0970FC88}" type="slidenum">
              <a:rPr lang="en-US" altLang="en-US"/>
              <a:pPr/>
              <a:t>65</a:t>
            </a:fld>
            <a:endParaRPr lang="en-US" altLang="en-US"/>
          </a:p>
        </p:txBody>
      </p:sp>
      <p:sp>
        <p:nvSpPr>
          <p:cNvPr id="353282" name="Rectangle 2">
            <a:extLst>
              <a:ext uri="{FF2B5EF4-FFF2-40B4-BE49-F238E27FC236}">
                <a16:creationId xmlns:a16="http://schemas.microsoft.com/office/drawing/2014/main" id="{D792FD24-8CF5-E9E9-459B-AB77D17DD7B6}"/>
              </a:ext>
            </a:extLst>
          </p:cNvPr>
          <p:cNvSpPr>
            <a:spLocks noRot="1" noChangeArrowheads="1" noTextEdit="1"/>
          </p:cNvSpPr>
          <p:nvPr>
            <p:ph type="sldImg"/>
          </p:nvPr>
        </p:nvSpPr>
        <p:spPr>
          <a:ln/>
        </p:spPr>
      </p:sp>
      <p:sp>
        <p:nvSpPr>
          <p:cNvPr id="353283" name="Rectangle 3">
            <a:extLst>
              <a:ext uri="{FF2B5EF4-FFF2-40B4-BE49-F238E27FC236}">
                <a16:creationId xmlns:a16="http://schemas.microsoft.com/office/drawing/2014/main" id="{EF2B0914-779B-5992-1490-97D71AED804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E4EC74A-8349-50E3-29A0-F66DFA70688A}"/>
              </a:ext>
            </a:extLst>
          </p:cNvPr>
          <p:cNvSpPr>
            <a:spLocks noGrp="1" noChangeArrowheads="1"/>
          </p:cNvSpPr>
          <p:nvPr>
            <p:ph type="sldNum" sz="quarter" idx="5"/>
          </p:nvPr>
        </p:nvSpPr>
        <p:spPr>
          <a:ln/>
        </p:spPr>
        <p:txBody>
          <a:bodyPr/>
          <a:lstStyle/>
          <a:p>
            <a:fld id="{2CC82FEE-AF85-48D2-9386-75315468EF82}" type="slidenum">
              <a:rPr lang="en-US" altLang="en-US"/>
              <a:pPr/>
              <a:t>66</a:t>
            </a:fld>
            <a:endParaRPr lang="en-US" altLang="en-US"/>
          </a:p>
        </p:txBody>
      </p:sp>
      <p:sp>
        <p:nvSpPr>
          <p:cNvPr id="354306" name="Rectangle 2">
            <a:extLst>
              <a:ext uri="{FF2B5EF4-FFF2-40B4-BE49-F238E27FC236}">
                <a16:creationId xmlns:a16="http://schemas.microsoft.com/office/drawing/2014/main" id="{336A1DC8-D138-12A4-4819-566ED1532449}"/>
              </a:ext>
            </a:extLst>
          </p:cNvPr>
          <p:cNvSpPr>
            <a:spLocks noRot="1" noChangeArrowheads="1" noTextEdit="1"/>
          </p:cNvSpPr>
          <p:nvPr>
            <p:ph type="sldImg"/>
          </p:nvPr>
        </p:nvSpPr>
        <p:spPr>
          <a:ln/>
        </p:spPr>
      </p:sp>
      <p:sp>
        <p:nvSpPr>
          <p:cNvPr id="354307" name="Rectangle 3">
            <a:extLst>
              <a:ext uri="{FF2B5EF4-FFF2-40B4-BE49-F238E27FC236}">
                <a16:creationId xmlns:a16="http://schemas.microsoft.com/office/drawing/2014/main" id="{C6D6D565-AD6B-C304-2DFC-31650919E36C}"/>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3026656-FCE5-4E99-A62E-A5511E8F40FE}" type="datetime8">
              <a:rPr lang="ur-PK" smtClean="0"/>
              <a:t>31 اکتوبر، 23</a:t>
            </a:fld>
            <a:endParaRPr lang="ur-PK"/>
          </a:p>
        </p:txBody>
      </p:sp>
      <p:sp>
        <p:nvSpPr>
          <p:cNvPr id="5" name="Footer Placeholder 4"/>
          <p:cNvSpPr>
            <a:spLocks noGrp="1"/>
          </p:cNvSpPr>
          <p:nvPr>
            <p:ph type="ftr" sz="quarter" idx="11"/>
          </p:nvPr>
        </p:nvSpPr>
        <p:spPr/>
        <p:txBody>
          <a:bodyPr/>
          <a:lstStyle/>
          <a:p>
            <a:r>
              <a:rPr lang="en-US"/>
              <a:t>Design and Analysis of Algorithms</a:t>
            </a:r>
            <a:endParaRPr lang="ur-PK"/>
          </a:p>
        </p:txBody>
      </p:sp>
      <p:sp>
        <p:nvSpPr>
          <p:cNvPr id="6" name="Slide Number Placeholder 5"/>
          <p:cNvSpPr>
            <a:spLocks noGrp="1"/>
          </p:cNvSpPr>
          <p:nvPr>
            <p:ph type="sldNum" sz="quarter" idx="12"/>
          </p:nvPr>
        </p:nvSpPr>
        <p:spPr/>
        <p:txBody>
          <a:bodyPr/>
          <a:lstStyle/>
          <a:p>
            <a:fld id="{9D69894F-449D-476E-815A-5F325AE9C4DD}" type="slidenum">
              <a:rPr lang="ur-PK" smtClean="0"/>
              <a:pPr/>
              <a:t>‹#›</a:t>
            </a:fld>
            <a:endParaRPr lang="ur-PK"/>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1166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700CF3-6AB7-46D7-9C8D-630F5B5AA1F5}" type="datetime8">
              <a:rPr lang="ur-PK" smtClean="0"/>
              <a:t>31 اکتوبر، 23</a:t>
            </a:fld>
            <a:endParaRPr lang="ur-PK"/>
          </a:p>
        </p:txBody>
      </p:sp>
      <p:sp>
        <p:nvSpPr>
          <p:cNvPr id="5" name="Footer Placeholder 4"/>
          <p:cNvSpPr>
            <a:spLocks noGrp="1"/>
          </p:cNvSpPr>
          <p:nvPr>
            <p:ph type="ftr" sz="quarter" idx="11"/>
          </p:nvPr>
        </p:nvSpPr>
        <p:spPr/>
        <p:txBody>
          <a:bodyPr/>
          <a:lstStyle/>
          <a:p>
            <a:r>
              <a:rPr lang="en-US"/>
              <a:t>Design and Analysis of Algorithms</a:t>
            </a:r>
            <a:endParaRPr lang="ur-PK"/>
          </a:p>
        </p:txBody>
      </p:sp>
      <p:sp>
        <p:nvSpPr>
          <p:cNvPr id="6" name="Slide Number Placeholder 5"/>
          <p:cNvSpPr>
            <a:spLocks noGrp="1"/>
          </p:cNvSpPr>
          <p:nvPr>
            <p:ph type="sldNum" sz="quarter" idx="12"/>
          </p:nvPr>
        </p:nvSpPr>
        <p:spPr/>
        <p:txBody>
          <a:bodyPr/>
          <a:lstStyle/>
          <a:p>
            <a:fld id="{9D69894F-449D-476E-815A-5F325AE9C4DD}" type="slidenum">
              <a:rPr lang="ur-PK" smtClean="0"/>
              <a:pPr/>
              <a:t>‹#›</a:t>
            </a:fld>
            <a:endParaRPr lang="ur-PK"/>
          </a:p>
        </p:txBody>
      </p:sp>
    </p:spTree>
    <p:extLst>
      <p:ext uri="{BB962C8B-B14F-4D97-AF65-F5344CB8AC3E}">
        <p14:creationId xmlns:p14="http://schemas.microsoft.com/office/powerpoint/2010/main" val="2342632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37BA1B-4668-42ED-BCB0-915B0B538F0C}" type="datetime8">
              <a:rPr lang="ur-PK" smtClean="0"/>
              <a:t>31 اکتوبر، 23</a:t>
            </a:fld>
            <a:endParaRPr lang="ur-PK"/>
          </a:p>
        </p:txBody>
      </p:sp>
      <p:sp>
        <p:nvSpPr>
          <p:cNvPr id="5" name="Footer Placeholder 4"/>
          <p:cNvSpPr>
            <a:spLocks noGrp="1"/>
          </p:cNvSpPr>
          <p:nvPr>
            <p:ph type="ftr" sz="quarter" idx="11"/>
          </p:nvPr>
        </p:nvSpPr>
        <p:spPr/>
        <p:txBody>
          <a:bodyPr/>
          <a:lstStyle/>
          <a:p>
            <a:r>
              <a:rPr lang="en-US"/>
              <a:t>Design and Analysis of Algorithms</a:t>
            </a:r>
            <a:endParaRPr lang="ur-PK"/>
          </a:p>
        </p:txBody>
      </p:sp>
      <p:sp>
        <p:nvSpPr>
          <p:cNvPr id="6" name="Slide Number Placeholder 5"/>
          <p:cNvSpPr>
            <a:spLocks noGrp="1"/>
          </p:cNvSpPr>
          <p:nvPr>
            <p:ph type="sldNum" sz="quarter" idx="12"/>
          </p:nvPr>
        </p:nvSpPr>
        <p:spPr/>
        <p:txBody>
          <a:bodyPr/>
          <a:lstStyle/>
          <a:p>
            <a:fld id="{9D69894F-449D-476E-815A-5F325AE9C4DD}" type="slidenum">
              <a:rPr lang="ur-PK" smtClean="0"/>
              <a:pPr/>
              <a:t>‹#›</a:t>
            </a:fld>
            <a:endParaRPr lang="ur-PK"/>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9583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721342-D39B-4F56-9B11-C90037452CD2}" type="datetime8">
              <a:rPr lang="ur-PK" smtClean="0"/>
              <a:t>31 اکتوبر، 23</a:t>
            </a:fld>
            <a:endParaRPr lang="ur-PK"/>
          </a:p>
        </p:txBody>
      </p:sp>
      <p:sp>
        <p:nvSpPr>
          <p:cNvPr id="6" name="Footer Placeholder 5"/>
          <p:cNvSpPr>
            <a:spLocks noGrp="1"/>
          </p:cNvSpPr>
          <p:nvPr>
            <p:ph type="ftr" sz="quarter" idx="11"/>
          </p:nvPr>
        </p:nvSpPr>
        <p:spPr/>
        <p:txBody>
          <a:bodyPr/>
          <a:lstStyle/>
          <a:p>
            <a:r>
              <a:rPr lang="en-US"/>
              <a:t>Design and Analysis of Algorithms</a:t>
            </a:r>
            <a:endParaRPr lang="ur-PK"/>
          </a:p>
        </p:txBody>
      </p:sp>
      <p:sp>
        <p:nvSpPr>
          <p:cNvPr id="7" name="Slide Number Placeholder 6"/>
          <p:cNvSpPr>
            <a:spLocks noGrp="1"/>
          </p:cNvSpPr>
          <p:nvPr>
            <p:ph type="sldNum" sz="quarter" idx="12"/>
          </p:nvPr>
        </p:nvSpPr>
        <p:spPr/>
        <p:txBody>
          <a:bodyPr/>
          <a:lstStyle/>
          <a:p>
            <a:fld id="{9D69894F-449D-476E-815A-5F325AE9C4DD}" type="slidenum">
              <a:rPr lang="ur-PK" smtClean="0"/>
              <a:pPr/>
              <a:t>‹#›</a:t>
            </a:fld>
            <a:endParaRPr lang="ur-PK"/>
          </a:p>
        </p:txBody>
      </p:sp>
    </p:spTree>
    <p:extLst>
      <p:ext uri="{BB962C8B-B14F-4D97-AF65-F5344CB8AC3E}">
        <p14:creationId xmlns:p14="http://schemas.microsoft.com/office/powerpoint/2010/main" val="1053036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6950CAC-754F-46ED-B408-6D2949C0BC5C}" type="datetime8">
              <a:rPr lang="ur-PK" smtClean="0"/>
              <a:t>31 اکتوبر، 23</a:t>
            </a:fld>
            <a:endParaRPr lang="ur-PK"/>
          </a:p>
        </p:txBody>
      </p:sp>
      <p:sp>
        <p:nvSpPr>
          <p:cNvPr id="8" name="Footer Placeholder 7"/>
          <p:cNvSpPr>
            <a:spLocks noGrp="1"/>
          </p:cNvSpPr>
          <p:nvPr>
            <p:ph type="ftr" sz="quarter" idx="11"/>
          </p:nvPr>
        </p:nvSpPr>
        <p:spPr/>
        <p:txBody>
          <a:bodyPr/>
          <a:lstStyle/>
          <a:p>
            <a:r>
              <a:rPr lang="en-US"/>
              <a:t>Design and Analysis of Algorithms</a:t>
            </a:r>
            <a:endParaRPr lang="ur-PK"/>
          </a:p>
        </p:txBody>
      </p:sp>
      <p:sp>
        <p:nvSpPr>
          <p:cNvPr id="9" name="Slide Number Placeholder 8"/>
          <p:cNvSpPr>
            <a:spLocks noGrp="1"/>
          </p:cNvSpPr>
          <p:nvPr>
            <p:ph type="sldNum" sz="quarter" idx="12"/>
          </p:nvPr>
        </p:nvSpPr>
        <p:spPr/>
        <p:txBody>
          <a:bodyPr/>
          <a:lstStyle/>
          <a:p>
            <a:fld id="{9D69894F-449D-476E-815A-5F325AE9C4DD}" type="slidenum">
              <a:rPr lang="ur-PK" smtClean="0"/>
              <a:pPr/>
              <a:t>‹#›</a:t>
            </a:fld>
            <a:endParaRPr lang="ur-PK"/>
          </a:p>
        </p:txBody>
      </p:sp>
    </p:spTree>
    <p:extLst>
      <p:ext uri="{BB962C8B-B14F-4D97-AF65-F5344CB8AC3E}">
        <p14:creationId xmlns:p14="http://schemas.microsoft.com/office/powerpoint/2010/main" val="1432290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F11BE-C8EE-4F69-A475-3B18971814AD}" type="datetime8">
              <a:rPr lang="ur-PK" smtClean="0"/>
              <a:t>31 اکتوبر، 23</a:t>
            </a:fld>
            <a:endParaRPr lang="ur-PK"/>
          </a:p>
        </p:txBody>
      </p:sp>
      <p:sp>
        <p:nvSpPr>
          <p:cNvPr id="4" name="Footer Placeholder 3"/>
          <p:cNvSpPr>
            <a:spLocks noGrp="1"/>
          </p:cNvSpPr>
          <p:nvPr>
            <p:ph type="ftr" sz="quarter" idx="11"/>
          </p:nvPr>
        </p:nvSpPr>
        <p:spPr/>
        <p:txBody>
          <a:bodyPr/>
          <a:lstStyle/>
          <a:p>
            <a:r>
              <a:rPr lang="en-US"/>
              <a:t>Design and Analysis of Algorithms</a:t>
            </a:r>
            <a:endParaRPr lang="ur-PK"/>
          </a:p>
        </p:txBody>
      </p:sp>
      <p:sp>
        <p:nvSpPr>
          <p:cNvPr id="5" name="Slide Number Placeholder 4"/>
          <p:cNvSpPr>
            <a:spLocks noGrp="1"/>
          </p:cNvSpPr>
          <p:nvPr>
            <p:ph type="sldNum" sz="quarter" idx="12"/>
          </p:nvPr>
        </p:nvSpPr>
        <p:spPr/>
        <p:txBody>
          <a:bodyPr/>
          <a:lstStyle/>
          <a:p>
            <a:fld id="{9D69894F-449D-476E-815A-5F325AE9C4DD}" type="slidenum">
              <a:rPr lang="ur-PK" smtClean="0"/>
              <a:pPr/>
              <a:t>‹#›</a:t>
            </a:fld>
            <a:endParaRPr lang="ur-PK"/>
          </a:p>
        </p:txBody>
      </p:sp>
    </p:spTree>
    <p:extLst>
      <p:ext uri="{BB962C8B-B14F-4D97-AF65-F5344CB8AC3E}">
        <p14:creationId xmlns:p14="http://schemas.microsoft.com/office/powerpoint/2010/main" val="424154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1086F09-7218-46AA-827D-2EBA41DF17D3}" type="datetime8">
              <a:rPr lang="ur-PK" smtClean="0"/>
              <a:t>31 اکتوبر، 23</a:t>
            </a:fld>
            <a:endParaRPr lang="ur-PK"/>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Design and Analysis of Algorithms</a:t>
            </a:r>
            <a:endParaRPr lang="ur-PK"/>
          </a:p>
        </p:txBody>
      </p:sp>
      <p:sp>
        <p:nvSpPr>
          <p:cNvPr id="9" name="Slide Number Placeholder 8"/>
          <p:cNvSpPr>
            <a:spLocks noGrp="1"/>
          </p:cNvSpPr>
          <p:nvPr>
            <p:ph type="sldNum" sz="quarter" idx="12"/>
          </p:nvPr>
        </p:nvSpPr>
        <p:spPr/>
        <p:txBody>
          <a:bodyPr/>
          <a:lstStyle/>
          <a:p>
            <a:fld id="{9D69894F-449D-476E-815A-5F325AE9C4DD}" type="slidenum">
              <a:rPr lang="ur-PK" smtClean="0"/>
              <a:pPr/>
              <a:t>‹#›</a:t>
            </a:fld>
            <a:endParaRPr lang="ur-PK"/>
          </a:p>
        </p:txBody>
      </p:sp>
    </p:spTree>
    <p:extLst>
      <p:ext uri="{BB962C8B-B14F-4D97-AF65-F5344CB8AC3E}">
        <p14:creationId xmlns:p14="http://schemas.microsoft.com/office/powerpoint/2010/main" val="1712270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0E41733-5F28-4123-8BC8-E5582F5E96BD}" type="datetime8">
              <a:rPr lang="ur-PK" smtClean="0"/>
              <a:t>31 اکتوبر، 23</a:t>
            </a:fld>
            <a:endParaRPr lang="ur-PK"/>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Design and Analysis of Algorithms</a:t>
            </a:r>
            <a:endParaRPr lang="ur-PK"/>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D69894F-449D-476E-815A-5F325AE9C4DD}" type="slidenum">
              <a:rPr lang="ur-PK" smtClean="0"/>
              <a:pPr/>
              <a:t>‹#›</a:t>
            </a:fld>
            <a:endParaRPr lang="ur-PK"/>
          </a:p>
        </p:txBody>
      </p:sp>
    </p:spTree>
    <p:extLst>
      <p:ext uri="{BB962C8B-B14F-4D97-AF65-F5344CB8AC3E}">
        <p14:creationId xmlns:p14="http://schemas.microsoft.com/office/powerpoint/2010/main" val="1469267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141EF6C-8FF1-45F3-9ED9-37B863E88902}" type="datetime8">
              <a:rPr lang="ur-PK" smtClean="0"/>
              <a:t>31 اکتوبر، 23</a:t>
            </a:fld>
            <a:endParaRPr lang="ur-PK"/>
          </a:p>
        </p:txBody>
      </p:sp>
      <p:sp>
        <p:nvSpPr>
          <p:cNvPr id="6" name="Footer Placeholder 5"/>
          <p:cNvSpPr>
            <a:spLocks noGrp="1"/>
          </p:cNvSpPr>
          <p:nvPr>
            <p:ph type="ftr" sz="quarter" idx="11"/>
          </p:nvPr>
        </p:nvSpPr>
        <p:spPr/>
        <p:txBody>
          <a:bodyPr/>
          <a:lstStyle/>
          <a:p>
            <a:r>
              <a:rPr lang="en-US"/>
              <a:t>Design and Analysis of Algorithms</a:t>
            </a:r>
            <a:endParaRPr lang="ur-PK"/>
          </a:p>
        </p:txBody>
      </p:sp>
      <p:sp>
        <p:nvSpPr>
          <p:cNvPr id="7" name="Slide Number Placeholder 6"/>
          <p:cNvSpPr>
            <a:spLocks noGrp="1"/>
          </p:cNvSpPr>
          <p:nvPr>
            <p:ph type="sldNum" sz="quarter" idx="12"/>
          </p:nvPr>
        </p:nvSpPr>
        <p:spPr/>
        <p:txBody>
          <a:bodyPr/>
          <a:lstStyle/>
          <a:p>
            <a:fld id="{9D69894F-449D-476E-815A-5F325AE9C4DD}" type="slidenum">
              <a:rPr lang="ur-PK" smtClean="0"/>
              <a:pPr/>
              <a:t>‹#›</a:t>
            </a:fld>
            <a:endParaRPr lang="ur-PK"/>
          </a:p>
        </p:txBody>
      </p:sp>
    </p:spTree>
    <p:extLst>
      <p:ext uri="{BB962C8B-B14F-4D97-AF65-F5344CB8AC3E}">
        <p14:creationId xmlns:p14="http://schemas.microsoft.com/office/powerpoint/2010/main" val="2713016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85FA70-DAD8-4D41-9C44-FC799A2435AF}" type="datetime8">
              <a:rPr lang="ur-PK" smtClean="0"/>
              <a:t>31 اکتوبر، 23</a:t>
            </a:fld>
            <a:endParaRPr lang="ur-PK"/>
          </a:p>
        </p:txBody>
      </p:sp>
      <p:sp>
        <p:nvSpPr>
          <p:cNvPr id="5" name="Footer Placeholder 4"/>
          <p:cNvSpPr>
            <a:spLocks noGrp="1"/>
          </p:cNvSpPr>
          <p:nvPr>
            <p:ph type="ftr" sz="quarter" idx="11"/>
          </p:nvPr>
        </p:nvSpPr>
        <p:spPr/>
        <p:txBody>
          <a:bodyPr/>
          <a:lstStyle/>
          <a:p>
            <a:r>
              <a:rPr lang="en-US"/>
              <a:t>Design and Analysis of Algorithms</a:t>
            </a:r>
            <a:endParaRPr lang="ur-PK"/>
          </a:p>
        </p:txBody>
      </p:sp>
      <p:sp>
        <p:nvSpPr>
          <p:cNvPr id="6" name="Slide Number Placeholder 5"/>
          <p:cNvSpPr>
            <a:spLocks noGrp="1"/>
          </p:cNvSpPr>
          <p:nvPr>
            <p:ph type="sldNum" sz="quarter" idx="12"/>
          </p:nvPr>
        </p:nvSpPr>
        <p:spPr/>
        <p:txBody>
          <a:bodyPr/>
          <a:lstStyle/>
          <a:p>
            <a:fld id="{9D69894F-449D-476E-815A-5F325AE9C4DD}" type="slidenum">
              <a:rPr lang="ur-PK" smtClean="0"/>
              <a:pPr/>
              <a:t>‹#›</a:t>
            </a:fld>
            <a:endParaRPr lang="ur-PK"/>
          </a:p>
        </p:txBody>
      </p:sp>
    </p:spTree>
    <p:extLst>
      <p:ext uri="{BB962C8B-B14F-4D97-AF65-F5344CB8AC3E}">
        <p14:creationId xmlns:p14="http://schemas.microsoft.com/office/powerpoint/2010/main" val="2159602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5EB014-F4BE-4CE1-8200-8DA81B941955}" type="datetime8">
              <a:rPr lang="ur-PK" smtClean="0"/>
              <a:t>31 اکتوبر، 23</a:t>
            </a:fld>
            <a:endParaRPr lang="ur-PK"/>
          </a:p>
        </p:txBody>
      </p:sp>
      <p:sp>
        <p:nvSpPr>
          <p:cNvPr id="5" name="Footer Placeholder 4"/>
          <p:cNvSpPr>
            <a:spLocks noGrp="1"/>
          </p:cNvSpPr>
          <p:nvPr>
            <p:ph type="ftr" sz="quarter" idx="11"/>
          </p:nvPr>
        </p:nvSpPr>
        <p:spPr/>
        <p:txBody>
          <a:bodyPr/>
          <a:lstStyle/>
          <a:p>
            <a:r>
              <a:rPr lang="en-US"/>
              <a:t>Design and Analysis of Algorithms</a:t>
            </a:r>
            <a:endParaRPr lang="ur-PK"/>
          </a:p>
        </p:txBody>
      </p:sp>
      <p:sp>
        <p:nvSpPr>
          <p:cNvPr id="6" name="Slide Number Placeholder 5"/>
          <p:cNvSpPr>
            <a:spLocks noGrp="1"/>
          </p:cNvSpPr>
          <p:nvPr>
            <p:ph type="sldNum" sz="quarter" idx="12"/>
          </p:nvPr>
        </p:nvSpPr>
        <p:spPr/>
        <p:txBody>
          <a:bodyPr/>
          <a:lstStyle/>
          <a:p>
            <a:fld id="{9D69894F-449D-476E-815A-5F325AE9C4DD}" type="slidenum">
              <a:rPr lang="ur-PK" smtClean="0"/>
              <a:pPr/>
              <a:t>‹#›</a:t>
            </a:fld>
            <a:endParaRPr lang="ur-PK"/>
          </a:p>
        </p:txBody>
      </p:sp>
    </p:spTree>
    <p:extLst>
      <p:ext uri="{BB962C8B-B14F-4D97-AF65-F5344CB8AC3E}">
        <p14:creationId xmlns:p14="http://schemas.microsoft.com/office/powerpoint/2010/main" val="2052983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13BA7-E6B0-8BC6-E6C5-84437ADEC00E}"/>
              </a:ext>
            </a:extLst>
          </p:cNvPr>
          <p:cNvSpPr>
            <a:spLocks noGrp="1"/>
          </p:cNvSpPr>
          <p:nvPr>
            <p:ph type="title"/>
          </p:nvPr>
        </p:nvSpPr>
        <p:spPr>
          <a:xfrm>
            <a:off x="455084" y="100013"/>
            <a:ext cx="10972800" cy="906462"/>
          </a:xfrm>
        </p:spPr>
        <p:txBody>
          <a:bodyPr/>
          <a:lstStyle/>
          <a:p>
            <a:r>
              <a:rPr lang="en-US"/>
              <a:t>Click to edit Master title style</a:t>
            </a:r>
          </a:p>
        </p:txBody>
      </p:sp>
      <p:sp>
        <p:nvSpPr>
          <p:cNvPr id="3" name="Table Placeholder 2">
            <a:extLst>
              <a:ext uri="{FF2B5EF4-FFF2-40B4-BE49-F238E27FC236}">
                <a16:creationId xmlns:a16="http://schemas.microsoft.com/office/drawing/2014/main" id="{32B4043E-248C-614B-1C34-9031FA544E06}"/>
              </a:ext>
            </a:extLst>
          </p:cNvPr>
          <p:cNvSpPr>
            <a:spLocks noGrp="1"/>
          </p:cNvSpPr>
          <p:nvPr>
            <p:ph type="tbl" idx="1"/>
          </p:nvPr>
        </p:nvSpPr>
        <p:spPr>
          <a:xfrm>
            <a:off x="467784" y="1214439"/>
            <a:ext cx="10972800" cy="5076825"/>
          </a:xfrm>
        </p:spPr>
        <p:txBody>
          <a:bodyPr/>
          <a:lstStyle/>
          <a:p>
            <a:endParaRPr lang="en-US"/>
          </a:p>
        </p:txBody>
      </p:sp>
      <p:sp>
        <p:nvSpPr>
          <p:cNvPr id="4" name="Date Placeholder 3">
            <a:extLst>
              <a:ext uri="{FF2B5EF4-FFF2-40B4-BE49-F238E27FC236}">
                <a16:creationId xmlns:a16="http://schemas.microsoft.com/office/drawing/2014/main" id="{374425A6-7723-4398-64FD-B491854640F8}"/>
              </a:ext>
            </a:extLst>
          </p:cNvPr>
          <p:cNvSpPr>
            <a:spLocks noGrp="1"/>
          </p:cNvSpPr>
          <p:nvPr>
            <p:ph type="dt" sz="half" idx="10"/>
          </p:nvPr>
        </p:nvSpPr>
        <p:spPr>
          <a:xfrm>
            <a:off x="609600" y="6397625"/>
            <a:ext cx="2844800" cy="323850"/>
          </a:xfrm>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EFBCCFB3-668E-4BD0-A028-9600F51D791F}"/>
              </a:ext>
            </a:extLst>
          </p:cNvPr>
          <p:cNvSpPr>
            <a:spLocks noGrp="1"/>
          </p:cNvSpPr>
          <p:nvPr>
            <p:ph type="sldNum" sz="quarter" idx="11"/>
          </p:nvPr>
        </p:nvSpPr>
        <p:spPr>
          <a:xfrm>
            <a:off x="8737600" y="6397625"/>
            <a:ext cx="2844800" cy="323850"/>
          </a:xfrm>
        </p:spPr>
        <p:txBody>
          <a:bodyPr/>
          <a:lstStyle>
            <a:lvl1pPr>
              <a:defRPr/>
            </a:lvl1pPr>
          </a:lstStyle>
          <a:p>
            <a:fld id="{E08FE7BB-48DC-4725-BA2C-82A767855D7C}" type="slidenum">
              <a:rPr lang="en-US" altLang="en-US"/>
              <a:pPr/>
              <a:t>‹#›</a:t>
            </a:fld>
            <a:endParaRPr lang="en-US" altLang="en-US"/>
          </a:p>
        </p:txBody>
      </p:sp>
    </p:spTree>
    <p:extLst>
      <p:ext uri="{BB962C8B-B14F-4D97-AF65-F5344CB8AC3E}">
        <p14:creationId xmlns:p14="http://schemas.microsoft.com/office/powerpoint/2010/main" val="27198976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0D0FC-28A2-6868-056A-8442FDFBAB38}"/>
              </a:ext>
            </a:extLst>
          </p:cNvPr>
          <p:cNvSpPr>
            <a:spLocks noGrp="1"/>
          </p:cNvSpPr>
          <p:nvPr>
            <p:ph type="title"/>
          </p:nvPr>
        </p:nvSpPr>
        <p:spPr>
          <a:xfrm>
            <a:off x="455084" y="100013"/>
            <a:ext cx="10972800" cy="9064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3A96AD7-73D0-400D-6E3F-37B63EFA145B}"/>
              </a:ext>
            </a:extLst>
          </p:cNvPr>
          <p:cNvSpPr>
            <a:spLocks noGrp="1"/>
          </p:cNvSpPr>
          <p:nvPr>
            <p:ph type="body" sz="half" idx="1"/>
          </p:nvPr>
        </p:nvSpPr>
        <p:spPr>
          <a:xfrm>
            <a:off x="467784" y="1214439"/>
            <a:ext cx="5384800" cy="507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8DA388-963F-C182-6280-546D4DC7EA92}"/>
              </a:ext>
            </a:extLst>
          </p:cNvPr>
          <p:cNvSpPr>
            <a:spLocks noGrp="1"/>
          </p:cNvSpPr>
          <p:nvPr>
            <p:ph sz="half" idx="2"/>
          </p:nvPr>
        </p:nvSpPr>
        <p:spPr>
          <a:xfrm>
            <a:off x="6055784" y="1214439"/>
            <a:ext cx="5384800" cy="507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024FCA-3B41-CEA1-12FC-021A70ABC73B}"/>
              </a:ext>
            </a:extLst>
          </p:cNvPr>
          <p:cNvSpPr>
            <a:spLocks noGrp="1"/>
          </p:cNvSpPr>
          <p:nvPr>
            <p:ph type="dt" sz="half" idx="10"/>
          </p:nvPr>
        </p:nvSpPr>
        <p:spPr>
          <a:xfrm>
            <a:off x="609600" y="6397625"/>
            <a:ext cx="2844800" cy="323850"/>
          </a:xfrm>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C65CFEEC-6F8B-76F9-A6F8-6A2B4E7AFD49}"/>
              </a:ext>
            </a:extLst>
          </p:cNvPr>
          <p:cNvSpPr>
            <a:spLocks noGrp="1"/>
          </p:cNvSpPr>
          <p:nvPr>
            <p:ph type="sldNum" sz="quarter" idx="11"/>
          </p:nvPr>
        </p:nvSpPr>
        <p:spPr>
          <a:xfrm>
            <a:off x="8737600" y="6397625"/>
            <a:ext cx="2844800" cy="323850"/>
          </a:xfrm>
        </p:spPr>
        <p:txBody>
          <a:bodyPr/>
          <a:lstStyle>
            <a:lvl1pPr>
              <a:defRPr/>
            </a:lvl1pPr>
          </a:lstStyle>
          <a:p>
            <a:fld id="{D708AE39-84EA-477D-BBF5-192318CAC0AF}" type="slidenum">
              <a:rPr lang="en-US" altLang="en-US"/>
              <a:pPr/>
              <a:t>‹#›</a:t>
            </a:fld>
            <a:endParaRPr lang="en-US" altLang="en-US"/>
          </a:p>
        </p:txBody>
      </p:sp>
    </p:spTree>
    <p:extLst>
      <p:ext uri="{BB962C8B-B14F-4D97-AF65-F5344CB8AC3E}">
        <p14:creationId xmlns:p14="http://schemas.microsoft.com/office/powerpoint/2010/main" val="871344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E393548-3807-4084-8A39-FBF5CA619B17}" type="datetime8">
              <a:rPr lang="ur-PK" smtClean="0"/>
              <a:t>31 اکتوبر، 23</a:t>
            </a:fld>
            <a:endParaRPr lang="ur-PK"/>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Design and Analysis of Algorithms</a:t>
            </a:r>
            <a:endParaRPr lang="ur-PK"/>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D69894F-449D-476E-815A-5F325AE9C4DD}" type="slidenum">
              <a:rPr lang="ur-PK" smtClean="0"/>
              <a:pPr/>
              <a:t>‹#›</a:t>
            </a:fld>
            <a:endParaRPr lang="ur-PK"/>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998802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5.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8.wmf"/><Relationship Id="rId4" Type="http://schemas.openxmlformats.org/officeDocument/2006/relationships/image" Target="../media/image7.png"/></Relationships>
</file>

<file path=ppt/slides/_rels/slide6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1219201" y="4414271"/>
            <a:ext cx="9906000" cy="1834129"/>
          </a:xfrm>
          <a:prstGeom prst="rect">
            <a:avLst/>
          </a:prstGeom>
          <a:solidFill>
            <a:srgbClr val="004200"/>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877824">
              <a:spcAft>
                <a:spcPts val="600"/>
              </a:spcAft>
            </a:pPr>
            <a:r>
              <a:rPr lang="en-US" sz="2400" dirty="0">
                <a:solidFill>
                  <a:schemeClr val="bg1"/>
                </a:solidFill>
              </a:rPr>
              <a:t>Dr. Hamid Ali</a:t>
            </a:r>
          </a:p>
          <a:p>
            <a:pPr algn="ctr" defTabSz="877824">
              <a:spcAft>
                <a:spcPts val="600"/>
              </a:spcAft>
            </a:pPr>
            <a:r>
              <a:rPr lang="en-US" sz="2400" dirty="0">
                <a:solidFill>
                  <a:schemeClr val="bg1"/>
                </a:solidFill>
              </a:rPr>
              <a:t>hamid.ali@ntu.edu.pk</a:t>
            </a:r>
          </a:p>
        </p:txBody>
      </p:sp>
      <p:sp>
        <p:nvSpPr>
          <p:cNvPr id="4" name="Rectangle 3"/>
          <p:cNvSpPr/>
          <p:nvPr/>
        </p:nvSpPr>
        <p:spPr>
          <a:xfrm>
            <a:off x="1219201" y="1304823"/>
            <a:ext cx="9905999" cy="2195666"/>
          </a:xfrm>
          <a:prstGeom prst="rect">
            <a:avLst/>
          </a:prstGeom>
        </p:spPr>
        <p:txBody>
          <a:bodyPr wrap="square">
            <a:spAutoFit/>
          </a:bodyPr>
          <a:lstStyle/>
          <a:p>
            <a:pPr algn="ctr" defTabSz="877824">
              <a:spcAft>
                <a:spcPts val="600"/>
              </a:spcAft>
            </a:pPr>
            <a:r>
              <a:rPr lang="en-US" sz="2688" b="1" dirty="0">
                <a:solidFill>
                  <a:srgbClr val="004200"/>
                </a:solidFill>
                <a:latin typeface="Arial"/>
                <a:cs typeface="Arial"/>
              </a:rPr>
              <a:t>Design and Analysis of Algorithms</a:t>
            </a:r>
            <a:br>
              <a:rPr lang="en-US" sz="2304" b="1" dirty="0">
                <a:solidFill>
                  <a:srgbClr val="004200"/>
                </a:solidFill>
                <a:latin typeface="Arial"/>
                <a:cs typeface="Arial"/>
              </a:rPr>
            </a:br>
            <a:endParaRPr lang="en-US" sz="2304" b="1" dirty="0">
              <a:solidFill>
                <a:srgbClr val="004200"/>
              </a:solidFill>
              <a:latin typeface="Arial"/>
              <a:cs typeface="Arial"/>
            </a:endParaRPr>
          </a:p>
          <a:p>
            <a:pPr algn="ctr" defTabSz="877824">
              <a:spcAft>
                <a:spcPts val="600"/>
              </a:spcAft>
            </a:pPr>
            <a:r>
              <a:rPr lang="en-US" sz="2688" i="1" dirty="0">
                <a:solidFill>
                  <a:srgbClr val="004200"/>
                </a:solidFill>
                <a:latin typeface="Arial"/>
                <a:cs typeface="Arial"/>
              </a:rPr>
              <a:t>Design Strategies</a:t>
            </a:r>
          </a:p>
          <a:p>
            <a:pPr algn="ctr" defTabSz="877824">
              <a:spcAft>
                <a:spcPts val="600"/>
              </a:spcAft>
            </a:pPr>
            <a:r>
              <a:rPr lang="en-US" sz="2688" b="1" i="1" dirty="0">
                <a:solidFill>
                  <a:srgbClr val="004200"/>
                </a:solidFill>
                <a:latin typeface="Arial"/>
                <a:cs typeface="Arial"/>
              </a:rPr>
              <a:t>Divide &amp; Conquer Approach</a:t>
            </a:r>
          </a:p>
          <a:p>
            <a:pPr>
              <a:spcAft>
                <a:spcPts val="600"/>
              </a:spcAft>
            </a:pPr>
            <a:endParaRPr lang="en-US" i="1" dirty="0">
              <a:solidFill>
                <a:srgbClr val="004200"/>
              </a:solidFill>
            </a:endParaRPr>
          </a:p>
        </p:txBody>
      </p:sp>
    </p:spTree>
    <p:extLst>
      <p:ext uri="{BB962C8B-B14F-4D97-AF65-F5344CB8AC3E}">
        <p14:creationId xmlns:p14="http://schemas.microsoft.com/office/powerpoint/2010/main" val="227307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81200" y="1295401"/>
            <a:ext cx="8229600" cy="3170099"/>
          </a:xfrm>
          <a:prstGeom prst="rect">
            <a:avLst/>
          </a:prstGeom>
        </p:spPr>
        <p:txBody>
          <a:bodyPr wrap="square">
            <a:spAutoFit/>
          </a:bodyPr>
          <a:lstStyle/>
          <a:p>
            <a:pPr lvl="0" algn="l" rtl="0"/>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i="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i="1" dirty="0">
              <a:latin typeface="Arial" panose="020B0604020202020204" pitchFamily="34" charset="0"/>
              <a:cs typeface="Arial" panose="020B0604020202020204" pitchFamily="34" charset="0"/>
            </a:endParaRPr>
          </a:p>
        </p:txBody>
      </p:sp>
      <p:sp>
        <p:nvSpPr>
          <p:cNvPr id="6" name="Title 5">
            <a:extLst>
              <a:ext uri="{FF2B5EF4-FFF2-40B4-BE49-F238E27FC236}">
                <a16:creationId xmlns:a16="http://schemas.microsoft.com/office/drawing/2014/main" id="{4F567CEB-1218-D4A0-BF22-299C96B8B2B8}"/>
              </a:ext>
            </a:extLst>
          </p:cNvPr>
          <p:cNvSpPr>
            <a:spLocks noGrp="1"/>
          </p:cNvSpPr>
          <p:nvPr>
            <p:ph type="title"/>
          </p:nvPr>
        </p:nvSpPr>
        <p:spPr/>
        <p:txBody>
          <a:bodyPr/>
          <a:lstStyle/>
          <a:p>
            <a:r>
              <a:rPr lang="en-US" sz="3200" b="1" dirty="0">
                <a:solidFill>
                  <a:srgbClr val="004200"/>
                </a:solidFill>
                <a:latin typeface="Arial"/>
                <a:ea typeface="+mn-ea"/>
                <a:cs typeface="Arial"/>
              </a:rPr>
              <a:t>Design Strategies</a:t>
            </a:r>
            <a:endParaRPr lang="en-GB" sz="3200" b="1" dirty="0">
              <a:solidFill>
                <a:srgbClr val="004200"/>
              </a:solidFill>
              <a:latin typeface="Arial"/>
              <a:ea typeface="+mn-ea"/>
              <a:cs typeface="Arial"/>
            </a:endParaRPr>
          </a:p>
        </p:txBody>
      </p:sp>
      <p:sp>
        <p:nvSpPr>
          <p:cNvPr id="7" name="Content Placeholder 6">
            <a:extLst>
              <a:ext uri="{FF2B5EF4-FFF2-40B4-BE49-F238E27FC236}">
                <a16:creationId xmlns:a16="http://schemas.microsoft.com/office/drawing/2014/main" id="{392DCA54-2335-58C0-547E-262B6F897E4D}"/>
              </a:ext>
            </a:extLst>
          </p:cNvPr>
          <p:cNvSpPr>
            <a:spLocks noGrp="1"/>
          </p:cNvSpPr>
          <p:nvPr>
            <p:ph idx="1"/>
          </p:nvPr>
        </p:nvSpPr>
        <p:spPr/>
        <p:txBody>
          <a:bodyPr>
            <a:normAutofit/>
          </a:bodyPr>
          <a:lstStyle/>
          <a:p>
            <a:pPr marL="344488" indent="-344488"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Brute Force</a:t>
            </a:r>
          </a:p>
          <a:p>
            <a:pPr marL="344488" indent="-344488" algn="just">
              <a:buFont typeface="Wingdings" panose="05000000000000000000" pitchFamily="2" charset="2"/>
              <a:buChar char="v"/>
            </a:pPr>
            <a:r>
              <a:rPr lang="en-US" sz="2800" dirty="0">
                <a:solidFill>
                  <a:srgbClr val="FF0000"/>
                </a:solidFill>
                <a:latin typeface="Times New Roman" panose="02020603050405020304" pitchFamily="18" charset="0"/>
                <a:cs typeface="Times New Roman" panose="02020603050405020304" pitchFamily="18" charset="0"/>
              </a:rPr>
              <a:t>Divide and Conquer</a:t>
            </a:r>
            <a:r>
              <a:rPr lang="en-US" sz="2800" dirty="0">
                <a:latin typeface="Times New Roman" panose="02020603050405020304" pitchFamily="18" charset="0"/>
                <a:cs typeface="Times New Roman" panose="02020603050405020304" pitchFamily="18" charset="0"/>
              </a:rPr>
              <a:t>, </a:t>
            </a:r>
          </a:p>
          <a:p>
            <a:pPr marL="344488" indent="-344488"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Dynamic programming</a:t>
            </a:r>
          </a:p>
          <a:p>
            <a:pPr marL="344488" indent="-344488"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Greedy Approach</a:t>
            </a:r>
          </a:p>
          <a:p>
            <a:pPr marL="344488" indent="-344488"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Graph Theory</a:t>
            </a:r>
          </a:p>
          <a:p>
            <a:pPr marL="0" indent="0" algn="just">
              <a:buNone/>
            </a:pPr>
            <a:endParaRPr lang="en-GB" dirty="0"/>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dirty="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a:cs typeface="+mj-cs"/>
              </a:rPr>
              <a:pPr/>
              <a:t>2</a:t>
            </a:fld>
            <a:endParaRPr lang="ur-PK" sz="1600" dirty="0">
              <a:cs typeface="+mj-cs"/>
            </a:endParaRPr>
          </a:p>
        </p:txBody>
      </p:sp>
    </p:spTree>
    <p:extLst>
      <p:ext uri="{BB962C8B-B14F-4D97-AF65-F5344CB8AC3E}">
        <p14:creationId xmlns:p14="http://schemas.microsoft.com/office/powerpoint/2010/main" val="2424432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017104" y="1295401"/>
            <a:ext cx="8229600" cy="3170099"/>
          </a:xfrm>
          <a:prstGeom prst="rect">
            <a:avLst/>
          </a:prstGeom>
        </p:spPr>
        <p:txBody>
          <a:bodyPr wrap="square">
            <a:spAutoFit/>
          </a:bodyPr>
          <a:lstStyle/>
          <a:p>
            <a:pPr lvl="0" algn="l" rtl="0"/>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i="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i="1" dirty="0">
              <a:latin typeface="Arial" panose="020B0604020202020204" pitchFamily="34" charset="0"/>
              <a:cs typeface="Arial" panose="020B0604020202020204" pitchFamily="34" charset="0"/>
            </a:endParaRPr>
          </a:p>
        </p:txBody>
      </p:sp>
      <p:sp>
        <p:nvSpPr>
          <p:cNvPr id="6" name="Title 5">
            <a:extLst>
              <a:ext uri="{FF2B5EF4-FFF2-40B4-BE49-F238E27FC236}">
                <a16:creationId xmlns:a16="http://schemas.microsoft.com/office/drawing/2014/main" id="{4F567CEB-1218-D4A0-BF22-299C96B8B2B8}"/>
              </a:ext>
            </a:extLst>
          </p:cNvPr>
          <p:cNvSpPr>
            <a:spLocks noGrp="1"/>
          </p:cNvSpPr>
          <p:nvPr>
            <p:ph type="title"/>
          </p:nvPr>
        </p:nvSpPr>
        <p:spPr/>
        <p:txBody>
          <a:bodyPr>
            <a:normAutofit/>
          </a:bodyPr>
          <a:lstStyle/>
          <a:p>
            <a:r>
              <a:rPr lang="en-GB" sz="3200" b="1" dirty="0">
                <a:solidFill>
                  <a:srgbClr val="004200"/>
                </a:solidFill>
                <a:latin typeface="Arial"/>
                <a:ea typeface="+mn-ea"/>
                <a:cs typeface="Arial"/>
              </a:rPr>
              <a:t>Outline</a:t>
            </a:r>
          </a:p>
        </p:txBody>
      </p:sp>
      <p:sp>
        <p:nvSpPr>
          <p:cNvPr id="7" name="Content Placeholder 6">
            <a:extLst>
              <a:ext uri="{FF2B5EF4-FFF2-40B4-BE49-F238E27FC236}">
                <a16:creationId xmlns:a16="http://schemas.microsoft.com/office/drawing/2014/main" id="{392DCA54-2335-58C0-547E-262B6F897E4D}"/>
              </a:ext>
            </a:extLst>
          </p:cNvPr>
          <p:cNvSpPr>
            <a:spLocks noGrp="1"/>
          </p:cNvSpPr>
          <p:nvPr>
            <p:ph idx="1"/>
          </p:nvPr>
        </p:nvSpPr>
        <p:spPr/>
        <p:txBody>
          <a:bodyPr>
            <a:normAutofit/>
          </a:bodyPr>
          <a:lstStyle/>
          <a:p>
            <a:pPr>
              <a:buFont typeface="Wingdings" panose="05000000000000000000" pitchFamily="2" charset="2"/>
              <a:buChar char="v"/>
            </a:pPr>
            <a:r>
              <a:rPr lang="en-GB" sz="2400" dirty="0"/>
              <a:t> </a:t>
            </a:r>
            <a:r>
              <a:rPr lang="en-US" sz="2400" dirty="0"/>
              <a:t>A General Divide and Conquer Approach</a:t>
            </a:r>
          </a:p>
          <a:p>
            <a:pPr>
              <a:buFont typeface="Wingdings" panose="05000000000000000000" pitchFamily="2" charset="2"/>
              <a:buChar char="v"/>
            </a:pPr>
            <a:r>
              <a:rPr lang="en-US" sz="2400" dirty="0"/>
              <a:t>Sorting Algorithms:</a:t>
            </a:r>
          </a:p>
          <a:p>
            <a:pPr lvl="1">
              <a:buFont typeface="Wingdings" panose="05000000000000000000" pitchFamily="2" charset="2"/>
              <a:buChar char="§"/>
            </a:pPr>
            <a:r>
              <a:rPr lang="fr-FR" sz="2200" dirty="0"/>
              <a:t>Merge sort</a:t>
            </a:r>
          </a:p>
          <a:p>
            <a:pPr lvl="1">
              <a:buFont typeface="Wingdings" panose="05000000000000000000" pitchFamily="2" charset="2"/>
              <a:buChar char="§"/>
            </a:pPr>
            <a:r>
              <a:rPr lang="fr-FR" sz="2200" dirty="0"/>
              <a:t>Heap Sort</a:t>
            </a:r>
          </a:p>
          <a:p>
            <a:pPr lvl="1">
              <a:buFont typeface="Wingdings" panose="05000000000000000000" pitchFamily="2" charset="2"/>
              <a:buChar char="§"/>
            </a:pPr>
            <a:r>
              <a:rPr lang="fr-FR" sz="2200" dirty="0"/>
              <a:t>Quick sort</a:t>
            </a:r>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dirty="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a:cs typeface="+mj-cs"/>
              </a:rPr>
              <a:pPr/>
              <a:t>3</a:t>
            </a:fld>
            <a:endParaRPr lang="ur-PK" sz="1600" dirty="0">
              <a:cs typeface="+mj-cs"/>
            </a:endParaRPr>
          </a:p>
        </p:txBody>
      </p:sp>
    </p:spTree>
    <p:extLst>
      <p:ext uri="{BB962C8B-B14F-4D97-AF65-F5344CB8AC3E}">
        <p14:creationId xmlns:p14="http://schemas.microsoft.com/office/powerpoint/2010/main" val="2776993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017104" y="1295401"/>
            <a:ext cx="8229600" cy="3170099"/>
          </a:xfrm>
          <a:prstGeom prst="rect">
            <a:avLst/>
          </a:prstGeom>
        </p:spPr>
        <p:txBody>
          <a:bodyPr wrap="square">
            <a:spAutoFit/>
          </a:bodyPr>
          <a:lstStyle/>
          <a:p>
            <a:pPr lvl="0" algn="l" rtl="0"/>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i="1">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i="1" dirty="0">
              <a:latin typeface="Arial" panose="020B0604020202020204" pitchFamily="34" charset="0"/>
              <a:cs typeface="Arial" panose="020B0604020202020204" pitchFamily="34" charset="0"/>
            </a:endParaRPr>
          </a:p>
        </p:txBody>
      </p:sp>
      <p:sp>
        <p:nvSpPr>
          <p:cNvPr id="6" name="Title 5">
            <a:extLst>
              <a:ext uri="{FF2B5EF4-FFF2-40B4-BE49-F238E27FC236}">
                <a16:creationId xmlns:a16="http://schemas.microsoft.com/office/drawing/2014/main" id="{4F567CEB-1218-D4A0-BF22-299C96B8B2B8}"/>
              </a:ext>
            </a:extLst>
          </p:cNvPr>
          <p:cNvSpPr>
            <a:spLocks noGrp="1"/>
          </p:cNvSpPr>
          <p:nvPr>
            <p:ph type="title"/>
          </p:nvPr>
        </p:nvSpPr>
        <p:spPr/>
        <p:txBody>
          <a:bodyPr>
            <a:normAutofit/>
          </a:bodyPr>
          <a:lstStyle/>
          <a:p>
            <a:r>
              <a:rPr lang="en-US" sz="3200" b="1" dirty="0">
                <a:solidFill>
                  <a:srgbClr val="004200"/>
                </a:solidFill>
                <a:latin typeface="Arial"/>
                <a:ea typeface="+mn-ea"/>
                <a:cs typeface="Arial"/>
              </a:rPr>
              <a:t>A General Divide and Conquer Algorithm</a:t>
            </a:r>
          </a:p>
        </p:txBody>
      </p:sp>
      <p:sp>
        <p:nvSpPr>
          <p:cNvPr id="7" name="Content Placeholder 6">
            <a:extLst>
              <a:ext uri="{FF2B5EF4-FFF2-40B4-BE49-F238E27FC236}">
                <a16:creationId xmlns:a16="http://schemas.microsoft.com/office/drawing/2014/main" id="{392DCA54-2335-58C0-547E-262B6F897E4D}"/>
              </a:ext>
            </a:extLst>
          </p:cNvPr>
          <p:cNvSpPr>
            <a:spLocks noGrp="1"/>
          </p:cNvSpPr>
          <p:nvPr>
            <p:ph idx="1"/>
          </p:nvPr>
        </p:nvSpPr>
        <p:spPr/>
        <p:txBody>
          <a:bodyPr>
            <a:normAutofit/>
          </a:bodyPr>
          <a:lstStyle/>
          <a:p>
            <a:pPr marL="344488" indent="-344488" algn="just">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Divide the problem into a number of sub-problems</a:t>
            </a:r>
          </a:p>
          <a:p>
            <a:pPr marL="637096" lvl="1" indent="-344488" algn="just">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Similar sub-problems of smaller size</a:t>
            </a:r>
          </a:p>
          <a:p>
            <a:pPr marL="344488" indent="-344488" algn="just">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Conquer the sub-problems</a:t>
            </a:r>
          </a:p>
          <a:p>
            <a:pPr marL="637096" lvl="1" indent="-344488" algn="just">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Solve the sub-problems recursively</a:t>
            </a:r>
          </a:p>
          <a:p>
            <a:pPr marL="637096" lvl="1" indent="-344488" algn="just">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Sub-problem size small enough =&gt; solve the problems in straightforward manner</a:t>
            </a:r>
          </a:p>
          <a:p>
            <a:pPr marL="344488" indent="-344488" algn="just">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Combine the solutions of the sub-problems</a:t>
            </a:r>
          </a:p>
          <a:p>
            <a:pPr marL="637096" lvl="1" indent="-344488" algn="just">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Obtain the solution for the original problem</a:t>
            </a:r>
          </a:p>
          <a:p>
            <a:pPr marL="344488" indent="-344488" algn="just">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344488" indent="-344488" algn="just">
              <a:buFont typeface="Wingdings" panose="05000000000000000000" pitchFamily="2" charset="2"/>
              <a:buChar char="v"/>
            </a:pPr>
            <a:endParaRPr lang="en-GB" dirty="0"/>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smtClean="0">
                <a:cs typeface="+mj-cs"/>
              </a:rPr>
              <a:pPr/>
              <a:t>4</a:t>
            </a:fld>
            <a:endParaRPr lang="ur-PK" sz="1600" dirty="0">
              <a:cs typeface="+mj-cs"/>
            </a:endParaRPr>
          </a:p>
        </p:txBody>
      </p:sp>
    </p:spTree>
    <p:extLst>
      <p:ext uri="{BB962C8B-B14F-4D97-AF65-F5344CB8AC3E}">
        <p14:creationId xmlns:p14="http://schemas.microsoft.com/office/powerpoint/2010/main" val="4259145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017104" y="1295401"/>
            <a:ext cx="8229600" cy="3170099"/>
          </a:xfrm>
          <a:prstGeom prst="rect">
            <a:avLst/>
          </a:prstGeom>
        </p:spPr>
        <p:txBody>
          <a:bodyPr wrap="square">
            <a:spAutoFit/>
          </a:bodyPr>
          <a:lstStyle/>
          <a:p>
            <a:pPr lvl="0" algn="l" rtl="0"/>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457200" indent="-457200">
              <a:buFont typeface="+mj-lt"/>
              <a:buAutoNum type="arabicPeriod"/>
            </a:pPr>
            <a:endParaRPr lang="en-US" sz="2000" i="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i="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i="1" dirty="0">
              <a:latin typeface="Arial" panose="020B0604020202020204" pitchFamily="34" charset="0"/>
              <a:cs typeface="Arial" panose="020B0604020202020204" pitchFamily="34" charset="0"/>
            </a:endParaRPr>
          </a:p>
        </p:txBody>
      </p:sp>
      <p:sp>
        <p:nvSpPr>
          <p:cNvPr id="6" name="Title 5">
            <a:extLst>
              <a:ext uri="{FF2B5EF4-FFF2-40B4-BE49-F238E27FC236}">
                <a16:creationId xmlns:a16="http://schemas.microsoft.com/office/drawing/2014/main" id="{4F567CEB-1218-D4A0-BF22-299C96B8B2B8}"/>
              </a:ext>
            </a:extLst>
          </p:cNvPr>
          <p:cNvSpPr>
            <a:spLocks noGrp="1"/>
          </p:cNvSpPr>
          <p:nvPr>
            <p:ph type="title"/>
          </p:nvPr>
        </p:nvSpPr>
        <p:spPr/>
        <p:txBody>
          <a:bodyPr>
            <a:normAutofit/>
          </a:bodyPr>
          <a:lstStyle/>
          <a:p>
            <a:r>
              <a:rPr lang="en-GB" sz="3200" b="1" dirty="0">
                <a:solidFill>
                  <a:srgbClr val="004200"/>
                </a:solidFill>
                <a:latin typeface="Arial"/>
                <a:ea typeface="+mn-ea"/>
                <a:cs typeface="Arial"/>
              </a:rPr>
              <a:t>Outline</a:t>
            </a:r>
          </a:p>
        </p:txBody>
      </p:sp>
      <p:sp>
        <p:nvSpPr>
          <p:cNvPr id="7" name="Content Placeholder 6">
            <a:extLst>
              <a:ext uri="{FF2B5EF4-FFF2-40B4-BE49-F238E27FC236}">
                <a16:creationId xmlns:a16="http://schemas.microsoft.com/office/drawing/2014/main" id="{392DCA54-2335-58C0-547E-262B6F897E4D}"/>
              </a:ext>
            </a:extLst>
          </p:cNvPr>
          <p:cNvSpPr>
            <a:spLocks noGrp="1"/>
          </p:cNvSpPr>
          <p:nvPr>
            <p:ph idx="1"/>
          </p:nvPr>
        </p:nvSpPr>
        <p:spPr/>
        <p:txBody>
          <a:bodyPr>
            <a:normAutofit/>
          </a:bodyPr>
          <a:lstStyle/>
          <a:p>
            <a:pPr>
              <a:buFont typeface="Wingdings" panose="05000000000000000000" pitchFamily="2" charset="2"/>
              <a:buChar char="v"/>
            </a:pPr>
            <a:r>
              <a:rPr lang="en-GB" sz="2400" dirty="0"/>
              <a:t> </a:t>
            </a:r>
            <a:r>
              <a:rPr lang="en-US" sz="2400" dirty="0"/>
              <a:t>A General Divide and Conquer Approach</a:t>
            </a:r>
          </a:p>
          <a:p>
            <a:pPr>
              <a:buFont typeface="Wingdings" panose="05000000000000000000" pitchFamily="2" charset="2"/>
              <a:buChar char="v"/>
            </a:pPr>
            <a:r>
              <a:rPr lang="en-US" sz="2400" dirty="0">
                <a:solidFill>
                  <a:srgbClr val="FF0000"/>
                </a:solidFill>
              </a:rPr>
              <a:t>Sorting Algorithms:</a:t>
            </a:r>
          </a:p>
          <a:p>
            <a:pPr lvl="1">
              <a:buFont typeface="Wingdings" panose="05000000000000000000" pitchFamily="2" charset="2"/>
              <a:buChar char="§"/>
            </a:pPr>
            <a:r>
              <a:rPr lang="fr-FR" sz="2200" dirty="0"/>
              <a:t>Merge sort</a:t>
            </a:r>
          </a:p>
          <a:p>
            <a:pPr lvl="1">
              <a:buFont typeface="Wingdings" panose="05000000000000000000" pitchFamily="2" charset="2"/>
              <a:buChar char="§"/>
            </a:pPr>
            <a:r>
              <a:rPr lang="fr-FR" sz="2200" dirty="0"/>
              <a:t>Heap Sort</a:t>
            </a:r>
          </a:p>
          <a:p>
            <a:pPr lvl="1">
              <a:buFont typeface="Wingdings" panose="05000000000000000000" pitchFamily="2" charset="2"/>
              <a:buChar char="§"/>
            </a:pPr>
            <a:r>
              <a:rPr lang="fr-FR" sz="2200" dirty="0"/>
              <a:t>Quick sort</a:t>
            </a:r>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dirty="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a:cs typeface="+mj-cs"/>
              </a:rPr>
              <a:pPr/>
              <a:t>5</a:t>
            </a:fld>
            <a:endParaRPr lang="ur-PK" sz="1600" dirty="0">
              <a:cs typeface="+mj-cs"/>
            </a:endParaRPr>
          </a:p>
        </p:txBody>
      </p:sp>
    </p:spTree>
    <p:extLst>
      <p:ext uri="{BB962C8B-B14F-4D97-AF65-F5344CB8AC3E}">
        <p14:creationId xmlns:p14="http://schemas.microsoft.com/office/powerpoint/2010/main" val="3367662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92DCA54-2335-58C0-547E-262B6F897E4D}"/>
              </a:ext>
            </a:extLst>
          </p:cNvPr>
          <p:cNvSpPr>
            <a:spLocks noGrp="1"/>
          </p:cNvSpPr>
          <p:nvPr>
            <p:ph idx="1"/>
          </p:nvPr>
        </p:nvSpPr>
        <p:spPr>
          <a:xfrm>
            <a:off x="1097280" y="3141134"/>
            <a:ext cx="10058400" cy="745066"/>
          </a:xfrm>
        </p:spPr>
        <p:txBody>
          <a:bodyPr>
            <a:normAutofit/>
          </a:bodyPr>
          <a:lstStyle/>
          <a:p>
            <a:pPr marL="201168" lvl="1" indent="0" algn="ctr">
              <a:buNone/>
            </a:pPr>
            <a:r>
              <a:rPr lang="fr-FR" sz="4400" dirty="0"/>
              <a:t>Merge sort</a:t>
            </a:r>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dirty="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a:cs typeface="+mj-cs"/>
              </a:rPr>
              <a:pPr/>
              <a:t>6</a:t>
            </a:fld>
            <a:endParaRPr lang="ur-PK" sz="1600" dirty="0">
              <a:cs typeface="+mj-cs"/>
            </a:endParaRPr>
          </a:p>
        </p:txBody>
      </p:sp>
    </p:spTree>
    <p:extLst>
      <p:ext uri="{BB962C8B-B14F-4D97-AF65-F5344CB8AC3E}">
        <p14:creationId xmlns:p14="http://schemas.microsoft.com/office/powerpoint/2010/main" val="248345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017104" y="1295401"/>
            <a:ext cx="8229600" cy="3170099"/>
          </a:xfrm>
          <a:prstGeom prst="rect">
            <a:avLst/>
          </a:prstGeom>
        </p:spPr>
        <p:txBody>
          <a:bodyPr wrap="square">
            <a:spAutoFit/>
          </a:bodyPr>
          <a:lstStyle/>
          <a:p>
            <a:pPr lvl="0" algn="l" rtl="0"/>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i="1">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i="1" dirty="0">
              <a:latin typeface="Arial" panose="020B0604020202020204" pitchFamily="34" charset="0"/>
              <a:cs typeface="Arial" panose="020B0604020202020204" pitchFamily="34" charset="0"/>
            </a:endParaRPr>
          </a:p>
        </p:txBody>
      </p:sp>
      <p:sp>
        <p:nvSpPr>
          <p:cNvPr id="6" name="Title 5">
            <a:extLst>
              <a:ext uri="{FF2B5EF4-FFF2-40B4-BE49-F238E27FC236}">
                <a16:creationId xmlns:a16="http://schemas.microsoft.com/office/drawing/2014/main" id="{4F567CEB-1218-D4A0-BF22-299C96B8B2B8}"/>
              </a:ext>
            </a:extLst>
          </p:cNvPr>
          <p:cNvSpPr>
            <a:spLocks noGrp="1"/>
          </p:cNvSpPr>
          <p:nvPr>
            <p:ph type="title"/>
          </p:nvPr>
        </p:nvSpPr>
        <p:spPr/>
        <p:txBody>
          <a:bodyPr>
            <a:normAutofit/>
          </a:bodyPr>
          <a:lstStyle/>
          <a:p>
            <a:r>
              <a:rPr lang="en-US" sz="3200" b="1" dirty="0">
                <a:solidFill>
                  <a:srgbClr val="004200"/>
                </a:solidFill>
                <a:latin typeface="Arial"/>
                <a:ea typeface="+mn-ea"/>
                <a:cs typeface="Arial"/>
              </a:rPr>
              <a:t>Merge Sort</a:t>
            </a:r>
            <a:endParaRPr lang="en-GB" sz="3200" b="1" dirty="0">
              <a:solidFill>
                <a:srgbClr val="004200"/>
              </a:solidFill>
              <a:latin typeface="Arial"/>
              <a:ea typeface="+mn-ea"/>
              <a:cs typeface="Arial"/>
            </a:endParaRPr>
          </a:p>
        </p:txBody>
      </p:sp>
      <p:sp>
        <p:nvSpPr>
          <p:cNvPr id="7" name="Content Placeholder 6">
            <a:extLst>
              <a:ext uri="{FF2B5EF4-FFF2-40B4-BE49-F238E27FC236}">
                <a16:creationId xmlns:a16="http://schemas.microsoft.com/office/drawing/2014/main" id="{392DCA54-2335-58C0-547E-262B6F897E4D}"/>
              </a:ext>
            </a:extLst>
          </p:cNvPr>
          <p:cNvSpPr>
            <a:spLocks noGrp="1"/>
          </p:cNvSpPr>
          <p:nvPr>
            <p:ph idx="1"/>
          </p:nvPr>
        </p:nvSpPr>
        <p:spPr>
          <a:xfrm>
            <a:off x="1097280" y="1845734"/>
            <a:ext cx="10058400" cy="4402666"/>
          </a:xfrm>
        </p:spPr>
        <p:txBody>
          <a:bodyPr>
            <a:noAutofit/>
          </a:bodyPr>
          <a:lstStyle/>
          <a:p>
            <a:pPr marL="344488" indent="-344488" algn="just">
              <a:lnSpc>
                <a:spcPct val="10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To sort an array A[p . . r]:</a:t>
            </a:r>
          </a:p>
          <a:p>
            <a:pPr marL="344488" indent="-344488" algn="just">
              <a:lnSpc>
                <a:spcPct val="100000"/>
              </a:lnSpc>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Divide</a:t>
            </a:r>
          </a:p>
          <a:p>
            <a:pPr marL="637096" lvl="1" indent="-344488" algn="just">
              <a:lnSpc>
                <a:spcPct val="10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Divide the n-element sequence to be sorted into two subsequences of n/2 elements each</a:t>
            </a:r>
          </a:p>
          <a:p>
            <a:pPr marL="344488" indent="-344488" algn="just">
              <a:lnSpc>
                <a:spcPct val="100000"/>
              </a:lnSpc>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Conquer</a:t>
            </a:r>
          </a:p>
          <a:p>
            <a:pPr marL="637096" lvl="1" indent="-344488" algn="just">
              <a:lnSpc>
                <a:spcPct val="10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Sort the subsequences recursively using merge sort</a:t>
            </a:r>
          </a:p>
          <a:p>
            <a:pPr marL="637096" lvl="1" indent="-344488" algn="just">
              <a:lnSpc>
                <a:spcPct val="10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When the size of the sequences is 1 there is nothing more to do</a:t>
            </a:r>
          </a:p>
          <a:p>
            <a:pPr marL="344488" indent="-344488" algn="just">
              <a:lnSpc>
                <a:spcPct val="100000"/>
              </a:lnSpc>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Combine</a:t>
            </a:r>
          </a:p>
          <a:p>
            <a:pPr marL="635508" lvl="1" indent="-342900" algn="just">
              <a:lnSpc>
                <a:spcPct val="10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Merge the two sorted subsequences</a:t>
            </a:r>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smtClean="0">
                <a:cs typeface="+mj-cs"/>
              </a:rPr>
              <a:pPr/>
              <a:t>7</a:t>
            </a:fld>
            <a:endParaRPr lang="ur-PK" sz="1600" dirty="0">
              <a:cs typeface="+mj-cs"/>
            </a:endParaRPr>
          </a:p>
        </p:txBody>
      </p:sp>
    </p:spTree>
    <p:extLst>
      <p:ext uri="{BB962C8B-B14F-4D97-AF65-F5344CB8AC3E}">
        <p14:creationId xmlns:p14="http://schemas.microsoft.com/office/powerpoint/2010/main" val="1852289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017104" y="1295401"/>
            <a:ext cx="8229600" cy="3170099"/>
          </a:xfrm>
          <a:prstGeom prst="rect">
            <a:avLst/>
          </a:prstGeom>
        </p:spPr>
        <p:txBody>
          <a:bodyPr wrap="square">
            <a:spAutoFit/>
          </a:bodyPr>
          <a:lstStyle/>
          <a:p>
            <a:pPr lvl="0" algn="l" rtl="0"/>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i="1">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i="1" dirty="0">
              <a:latin typeface="Arial" panose="020B0604020202020204" pitchFamily="34" charset="0"/>
              <a:cs typeface="Arial" panose="020B0604020202020204" pitchFamily="34" charset="0"/>
            </a:endParaRPr>
          </a:p>
        </p:txBody>
      </p:sp>
      <p:sp>
        <p:nvSpPr>
          <p:cNvPr id="6" name="Title 5">
            <a:extLst>
              <a:ext uri="{FF2B5EF4-FFF2-40B4-BE49-F238E27FC236}">
                <a16:creationId xmlns:a16="http://schemas.microsoft.com/office/drawing/2014/main" id="{4F567CEB-1218-D4A0-BF22-299C96B8B2B8}"/>
              </a:ext>
            </a:extLst>
          </p:cNvPr>
          <p:cNvSpPr>
            <a:spLocks noGrp="1"/>
          </p:cNvSpPr>
          <p:nvPr>
            <p:ph type="title"/>
          </p:nvPr>
        </p:nvSpPr>
        <p:spPr/>
        <p:txBody>
          <a:bodyPr>
            <a:normAutofit/>
          </a:bodyPr>
          <a:lstStyle/>
          <a:p>
            <a:r>
              <a:rPr lang="en-US" sz="3200" b="1" dirty="0">
                <a:solidFill>
                  <a:srgbClr val="004200"/>
                </a:solidFill>
                <a:latin typeface="Arial"/>
                <a:ea typeface="+mn-ea"/>
                <a:cs typeface="Arial"/>
              </a:rPr>
              <a:t>Merge Sort</a:t>
            </a:r>
            <a:endParaRPr lang="en-GB" sz="3200" b="1" dirty="0">
              <a:solidFill>
                <a:srgbClr val="004200"/>
              </a:solidFill>
              <a:latin typeface="Arial"/>
              <a:ea typeface="+mn-ea"/>
              <a:cs typeface="Arial"/>
            </a:endParaRPr>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smtClean="0">
                <a:cs typeface="+mj-cs"/>
              </a:rPr>
              <a:pPr/>
              <a:t>8</a:t>
            </a:fld>
            <a:endParaRPr lang="ur-PK" sz="1600" dirty="0">
              <a:cs typeface="+mj-cs"/>
            </a:endParaRPr>
          </a:p>
        </p:txBody>
      </p:sp>
      <p:sp>
        <p:nvSpPr>
          <p:cNvPr id="11" name="Rectangle 3">
            <a:extLst>
              <a:ext uri="{FF2B5EF4-FFF2-40B4-BE49-F238E27FC236}">
                <a16:creationId xmlns:a16="http://schemas.microsoft.com/office/drawing/2014/main" id="{10BB9369-CBAC-D3C4-8677-3BA84FD1209E}"/>
              </a:ext>
            </a:extLst>
          </p:cNvPr>
          <p:cNvSpPr txBox="1">
            <a:spLocks noChangeArrowheads="1"/>
          </p:cNvSpPr>
          <p:nvPr/>
        </p:nvSpPr>
        <p:spPr>
          <a:xfrm>
            <a:off x="1189038" y="1752600"/>
            <a:ext cx="8716962" cy="4562088"/>
          </a:xfrm>
          <a:prstGeom prst="rect">
            <a:avLst/>
          </a:prstGeom>
        </p:spPr>
        <p:txBody>
          <a:bodyPr vert="horz" lIns="0" tIns="45720" rIns="0" bIns="45720" rtlCol="0">
            <a:normAutofit fontScale="9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50000"/>
              </a:lnSpc>
              <a:buFontTx/>
              <a:buNone/>
            </a:pPr>
            <a:r>
              <a:rPr lang="en-US" altLang="en-US" sz="2400" dirty="0">
                <a:solidFill>
                  <a:srgbClr val="DD0111"/>
                </a:solidFill>
                <a:latin typeface="Monotype Corsiva" panose="03010101010201010101" pitchFamily="66" charset="0"/>
              </a:rPr>
              <a:t>Alg.:</a:t>
            </a:r>
            <a:r>
              <a:rPr lang="en-US" altLang="en-US" sz="2400" dirty="0"/>
              <a:t> MERGE-SORT</a:t>
            </a:r>
            <a:r>
              <a:rPr lang="en-US" altLang="en-US" sz="2400" dirty="0">
                <a:latin typeface="Comic Sans MS" panose="030F0702030302020204" pitchFamily="66" charset="0"/>
              </a:rPr>
              <a:t>(A, p, r)</a:t>
            </a:r>
          </a:p>
          <a:p>
            <a:pPr>
              <a:lnSpc>
                <a:spcPct val="150000"/>
              </a:lnSpc>
              <a:buFontTx/>
              <a:buNone/>
            </a:pPr>
            <a:r>
              <a:rPr lang="en-US" altLang="en-US" sz="2400" b="1" dirty="0"/>
              <a:t>	</a:t>
            </a:r>
            <a:r>
              <a:rPr lang="en-US" altLang="en-US" b="1" dirty="0"/>
              <a:t>if </a:t>
            </a:r>
            <a:r>
              <a:rPr lang="en-US" altLang="en-US" dirty="0">
                <a:latin typeface="Comic Sans MS" panose="030F0702030302020204" pitchFamily="66" charset="0"/>
              </a:rPr>
              <a:t>p &lt; r</a:t>
            </a:r>
            <a:r>
              <a:rPr lang="en-US" altLang="en-US" i="1" dirty="0"/>
              <a:t>  						   </a:t>
            </a:r>
            <a:r>
              <a:rPr lang="en-US" altLang="en-US" dirty="0"/>
              <a:t>Check for base case</a:t>
            </a:r>
          </a:p>
          <a:p>
            <a:pPr>
              <a:lnSpc>
                <a:spcPct val="150000"/>
              </a:lnSpc>
              <a:buFontTx/>
              <a:buNone/>
            </a:pPr>
            <a:r>
              <a:rPr lang="en-US" altLang="en-US" b="1" dirty="0"/>
              <a:t>	   then </a:t>
            </a:r>
            <a:r>
              <a:rPr lang="en-US" altLang="en-US" dirty="0">
                <a:latin typeface="Comic Sans MS" panose="030F0702030302020204" pitchFamily="66" charset="0"/>
              </a:rPr>
              <a:t>q ← </a:t>
            </a:r>
            <a:r>
              <a:rPr lang="en-US" altLang="en-US" dirty="0">
                <a:latin typeface="Comic Sans MS" panose="030F0702030302020204" pitchFamily="66" charset="0"/>
                <a:sym typeface="Symbol" panose="05050102010706020507" pitchFamily="18" charset="2"/>
              </a:rPr>
              <a:t></a:t>
            </a:r>
            <a:r>
              <a:rPr lang="en-US" altLang="en-US" dirty="0">
                <a:latin typeface="Comic Sans MS" panose="030F0702030302020204" pitchFamily="66" charset="0"/>
              </a:rPr>
              <a:t>(p + r)/2</a:t>
            </a:r>
            <a:r>
              <a:rPr lang="en-US" altLang="en-US" dirty="0">
                <a:latin typeface="Comic Sans MS" panose="030F0702030302020204" pitchFamily="66" charset="0"/>
                <a:sym typeface="Symbol" panose="05050102010706020507" pitchFamily="18" charset="2"/>
              </a:rPr>
              <a:t></a:t>
            </a:r>
            <a:r>
              <a:rPr lang="en-US" altLang="en-US" dirty="0"/>
              <a:t> </a:t>
            </a:r>
            <a:r>
              <a:rPr lang="en-US" altLang="en-US" i="1" dirty="0"/>
              <a:t> 				   </a:t>
            </a:r>
            <a:r>
              <a:rPr lang="en-US" altLang="en-US" dirty="0"/>
              <a:t>Divide</a:t>
            </a:r>
          </a:p>
          <a:p>
            <a:pPr>
              <a:lnSpc>
                <a:spcPct val="150000"/>
              </a:lnSpc>
              <a:buFontTx/>
              <a:buNone/>
            </a:pPr>
            <a:r>
              <a:rPr lang="en-US" altLang="en-US" dirty="0"/>
              <a:t>		MERGE-SORT</a:t>
            </a:r>
            <a:r>
              <a:rPr lang="en-US" altLang="en-US" dirty="0">
                <a:latin typeface="Comic Sans MS" panose="030F0702030302020204" pitchFamily="66" charset="0"/>
              </a:rPr>
              <a:t>(A, p, q)</a:t>
            </a:r>
            <a:r>
              <a:rPr lang="en-US" altLang="en-US" i="1" dirty="0"/>
              <a:t>  			  </a:t>
            </a:r>
            <a:r>
              <a:rPr lang="en-US" altLang="en-US" dirty="0"/>
              <a:t>Conquer</a:t>
            </a:r>
          </a:p>
          <a:p>
            <a:pPr>
              <a:lnSpc>
                <a:spcPct val="150000"/>
              </a:lnSpc>
              <a:buFontTx/>
              <a:buNone/>
            </a:pPr>
            <a:r>
              <a:rPr lang="en-US" altLang="en-US" dirty="0"/>
              <a:t>		MERGE-SORT</a:t>
            </a:r>
            <a:r>
              <a:rPr lang="en-US" altLang="en-US" dirty="0">
                <a:latin typeface="Comic Sans MS" panose="030F0702030302020204" pitchFamily="66" charset="0"/>
              </a:rPr>
              <a:t>(A, q + 1, r) </a:t>
            </a:r>
            <a:r>
              <a:rPr lang="en-US" altLang="en-US" i="1" dirty="0"/>
              <a:t> 			  </a:t>
            </a:r>
            <a:r>
              <a:rPr lang="en-US" altLang="en-US" dirty="0"/>
              <a:t>Conquer</a:t>
            </a:r>
          </a:p>
          <a:p>
            <a:pPr>
              <a:lnSpc>
                <a:spcPct val="150000"/>
              </a:lnSpc>
              <a:buFontTx/>
              <a:buNone/>
            </a:pPr>
            <a:r>
              <a:rPr lang="en-US" altLang="en-US" dirty="0"/>
              <a:t>		MERGE</a:t>
            </a:r>
            <a:r>
              <a:rPr lang="en-US" altLang="en-US" dirty="0">
                <a:latin typeface="Comic Sans MS" panose="030F0702030302020204" pitchFamily="66" charset="0"/>
              </a:rPr>
              <a:t>(A, p, q, r)</a:t>
            </a:r>
            <a:r>
              <a:rPr lang="en-US" altLang="en-US" i="1" dirty="0"/>
              <a:t>  			  </a:t>
            </a:r>
            <a:r>
              <a:rPr lang="en-US" altLang="en-US" dirty="0"/>
              <a:t>Combine</a:t>
            </a:r>
          </a:p>
          <a:p>
            <a:pPr>
              <a:lnSpc>
                <a:spcPct val="150000"/>
              </a:lnSpc>
            </a:pPr>
            <a:endParaRPr lang="en-US" altLang="en-US" sz="1800" dirty="0"/>
          </a:p>
          <a:p>
            <a:pPr>
              <a:lnSpc>
                <a:spcPct val="150000"/>
              </a:lnSpc>
            </a:pPr>
            <a:r>
              <a:rPr lang="en-US" altLang="en-US" sz="2400" dirty="0">
                <a:solidFill>
                  <a:srgbClr val="DD0111"/>
                </a:solidFill>
              </a:rPr>
              <a:t>Initial call:</a:t>
            </a:r>
            <a:r>
              <a:rPr lang="en-US" altLang="en-US" sz="2400" b="1" i="1" dirty="0"/>
              <a:t> </a:t>
            </a:r>
            <a:r>
              <a:rPr lang="en-US" altLang="en-US" sz="2400" dirty="0"/>
              <a:t>MERGE-SORT</a:t>
            </a:r>
            <a:r>
              <a:rPr lang="en-US" altLang="en-US" sz="2400" dirty="0">
                <a:latin typeface="Comic Sans MS" panose="030F0702030302020204" pitchFamily="66" charset="0"/>
              </a:rPr>
              <a:t>(A, 1, n)</a:t>
            </a:r>
            <a:endParaRPr lang="en-US" altLang="en-US" dirty="0"/>
          </a:p>
        </p:txBody>
      </p:sp>
      <p:sp>
        <p:nvSpPr>
          <p:cNvPr id="12" name="AutoShape 4">
            <a:extLst>
              <a:ext uri="{FF2B5EF4-FFF2-40B4-BE49-F238E27FC236}">
                <a16:creationId xmlns:a16="http://schemas.microsoft.com/office/drawing/2014/main" id="{CFBE37FA-10A4-7097-8F80-2B6270B68EA7}"/>
              </a:ext>
            </a:extLst>
          </p:cNvPr>
          <p:cNvSpPr>
            <a:spLocks noChangeArrowheads="1"/>
          </p:cNvSpPr>
          <p:nvPr/>
        </p:nvSpPr>
        <p:spPr bwMode="auto">
          <a:xfrm rot="13585926">
            <a:off x="6549232" y="2619294"/>
            <a:ext cx="131762" cy="123825"/>
          </a:xfrm>
          <a:prstGeom prst="rtTriangl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AutoShape 5">
            <a:extLst>
              <a:ext uri="{FF2B5EF4-FFF2-40B4-BE49-F238E27FC236}">
                <a16:creationId xmlns:a16="http://schemas.microsoft.com/office/drawing/2014/main" id="{10B3C3E8-21F6-8B24-E233-5B2CC9FA28BA}"/>
              </a:ext>
            </a:extLst>
          </p:cNvPr>
          <p:cNvSpPr>
            <a:spLocks noChangeArrowheads="1"/>
          </p:cNvSpPr>
          <p:nvPr/>
        </p:nvSpPr>
        <p:spPr bwMode="auto">
          <a:xfrm rot="13585926">
            <a:off x="6549232" y="3152694"/>
            <a:ext cx="131762" cy="123825"/>
          </a:xfrm>
          <a:prstGeom prst="rtTriangl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AutoShape 6">
            <a:extLst>
              <a:ext uri="{FF2B5EF4-FFF2-40B4-BE49-F238E27FC236}">
                <a16:creationId xmlns:a16="http://schemas.microsoft.com/office/drawing/2014/main" id="{589B4CB5-9377-3C80-EF9D-0401C5229AC0}"/>
              </a:ext>
            </a:extLst>
          </p:cNvPr>
          <p:cNvSpPr>
            <a:spLocks noChangeArrowheads="1"/>
          </p:cNvSpPr>
          <p:nvPr/>
        </p:nvSpPr>
        <p:spPr bwMode="auto">
          <a:xfrm rot="13585926">
            <a:off x="6549232" y="3733881"/>
            <a:ext cx="131762" cy="123825"/>
          </a:xfrm>
          <a:prstGeom prst="rtTriangl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AutoShape 7">
            <a:extLst>
              <a:ext uri="{FF2B5EF4-FFF2-40B4-BE49-F238E27FC236}">
                <a16:creationId xmlns:a16="http://schemas.microsoft.com/office/drawing/2014/main" id="{E47D905E-732B-AF34-5594-9E97EBF92158}"/>
              </a:ext>
            </a:extLst>
          </p:cNvPr>
          <p:cNvSpPr>
            <a:spLocks noChangeArrowheads="1"/>
          </p:cNvSpPr>
          <p:nvPr/>
        </p:nvSpPr>
        <p:spPr bwMode="auto">
          <a:xfrm rot="13585926">
            <a:off x="6549232" y="4267281"/>
            <a:ext cx="131762" cy="123825"/>
          </a:xfrm>
          <a:prstGeom prst="rtTriangl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AutoShape 8">
            <a:extLst>
              <a:ext uri="{FF2B5EF4-FFF2-40B4-BE49-F238E27FC236}">
                <a16:creationId xmlns:a16="http://schemas.microsoft.com/office/drawing/2014/main" id="{F00C533B-5EA0-9DA5-7F0E-7690BA10794D}"/>
              </a:ext>
            </a:extLst>
          </p:cNvPr>
          <p:cNvSpPr>
            <a:spLocks noChangeArrowheads="1"/>
          </p:cNvSpPr>
          <p:nvPr/>
        </p:nvSpPr>
        <p:spPr bwMode="auto">
          <a:xfrm rot="13585926">
            <a:off x="6549232" y="4800681"/>
            <a:ext cx="131762" cy="123825"/>
          </a:xfrm>
          <a:prstGeom prst="rtTriangl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Text Box 9">
            <a:extLst>
              <a:ext uri="{FF2B5EF4-FFF2-40B4-BE49-F238E27FC236}">
                <a16:creationId xmlns:a16="http://schemas.microsoft.com/office/drawing/2014/main" id="{CEAFB1D0-67E3-5811-2EC4-BA3B0FC28E01}"/>
              </a:ext>
            </a:extLst>
          </p:cNvPr>
          <p:cNvSpPr txBox="1">
            <a:spLocks noChangeArrowheads="1"/>
          </p:cNvSpPr>
          <p:nvPr/>
        </p:nvSpPr>
        <p:spPr bwMode="auto">
          <a:xfrm>
            <a:off x="6357938" y="1550988"/>
            <a:ext cx="228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18" name="Text Box 10">
            <a:extLst>
              <a:ext uri="{FF2B5EF4-FFF2-40B4-BE49-F238E27FC236}">
                <a16:creationId xmlns:a16="http://schemas.microsoft.com/office/drawing/2014/main" id="{71661C3A-8463-66E3-ED39-D4A8DE288DDF}"/>
              </a:ext>
            </a:extLst>
          </p:cNvPr>
          <p:cNvSpPr txBox="1">
            <a:spLocks noChangeArrowheads="1"/>
          </p:cNvSpPr>
          <p:nvPr/>
        </p:nvSpPr>
        <p:spPr bwMode="auto">
          <a:xfrm>
            <a:off x="6738938" y="1550988"/>
            <a:ext cx="228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19" name="Text Box 11">
            <a:extLst>
              <a:ext uri="{FF2B5EF4-FFF2-40B4-BE49-F238E27FC236}">
                <a16:creationId xmlns:a16="http://schemas.microsoft.com/office/drawing/2014/main" id="{5AAC5C85-756D-5E9B-4D70-9425F7563ED1}"/>
              </a:ext>
            </a:extLst>
          </p:cNvPr>
          <p:cNvSpPr txBox="1">
            <a:spLocks noChangeArrowheads="1"/>
          </p:cNvSpPr>
          <p:nvPr/>
        </p:nvSpPr>
        <p:spPr bwMode="auto">
          <a:xfrm>
            <a:off x="7119938" y="1550988"/>
            <a:ext cx="228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dirty="0"/>
              <a:t>3</a:t>
            </a:r>
          </a:p>
        </p:txBody>
      </p:sp>
      <p:sp>
        <p:nvSpPr>
          <p:cNvPr id="20" name="Text Box 12">
            <a:extLst>
              <a:ext uri="{FF2B5EF4-FFF2-40B4-BE49-F238E27FC236}">
                <a16:creationId xmlns:a16="http://schemas.microsoft.com/office/drawing/2014/main" id="{62CD02EB-AD27-7F65-A218-F1242A8B16EA}"/>
              </a:ext>
            </a:extLst>
          </p:cNvPr>
          <p:cNvSpPr txBox="1">
            <a:spLocks noChangeArrowheads="1"/>
          </p:cNvSpPr>
          <p:nvPr/>
        </p:nvSpPr>
        <p:spPr bwMode="auto">
          <a:xfrm>
            <a:off x="7500938" y="1550988"/>
            <a:ext cx="228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1" name="Text Box 13">
            <a:extLst>
              <a:ext uri="{FF2B5EF4-FFF2-40B4-BE49-F238E27FC236}">
                <a16:creationId xmlns:a16="http://schemas.microsoft.com/office/drawing/2014/main" id="{15C728FE-604C-01FC-35BD-3AC5B0D76241}"/>
              </a:ext>
            </a:extLst>
          </p:cNvPr>
          <p:cNvSpPr txBox="1">
            <a:spLocks noChangeArrowheads="1"/>
          </p:cNvSpPr>
          <p:nvPr/>
        </p:nvSpPr>
        <p:spPr bwMode="auto">
          <a:xfrm>
            <a:off x="7881938" y="1550988"/>
            <a:ext cx="228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2" name="Text Box 14">
            <a:extLst>
              <a:ext uri="{FF2B5EF4-FFF2-40B4-BE49-F238E27FC236}">
                <a16:creationId xmlns:a16="http://schemas.microsoft.com/office/drawing/2014/main" id="{5C56E5B0-5D26-F540-3059-FF5298B2F993}"/>
              </a:ext>
            </a:extLst>
          </p:cNvPr>
          <p:cNvSpPr txBox="1">
            <a:spLocks noChangeArrowheads="1"/>
          </p:cNvSpPr>
          <p:nvPr/>
        </p:nvSpPr>
        <p:spPr bwMode="auto">
          <a:xfrm>
            <a:off x="8262938" y="1550988"/>
            <a:ext cx="228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3" name="Text Box 15">
            <a:extLst>
              <a:ext uri="{FF2B5EF4-FFF2-40B4-BE49-F238E27FC236}">
                <a16:creationId xmlns:a16="http://schemas.microsoft.com/office/drawing/2014/main" id="{283E1048-035E-A04C-8268-2BC38D65B7ED}"/>
              </a:ext>
            </a:extLst>
          </p:cNvPr>
          <p:cNvSpPr txBox="1">
            <a:spLocks noChangeArrowheads="1"/>
          </p:cNvSpPr>
          <p:nvPr/>
        </p:nvSpPr>
        <p:spPr bwMode="auto">
          <a:xfrm>
            <a:off x="8643938" y="1550988"/>
            <a:ext cx="228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4" name="Text Box 16">
            <a:extLst>
              <a:ext uri="{FF2B5EF4-FFF2-40B4-BE49-F238E27FC236}">
                <a16:creationId xmlns:a16="http://schemas.microsoft.com/office/drawing/2014/main" id="{EA884F91-FA8A-28CB-E174-F3D1E73FF1A9}"/>
              </a:ext>
            </a:extLst>
          </p:cNvPr>
          <p:cNvSpPr txBox="1">
            <a:spLocks noChangeArrowheads="1"/>
          </p:cNvSpPr>
          <p:nvPr/>
        </p:nvSpPr>
        <p:spPr bwMode="auto">
          <a:xfrm>
            <a:off x="9024938" y="1550988"/>
            <a:ext cx="228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5" name="Rectangle 17">
            <a:extLst>
              <a:ext uri="{FF2B5EF4-FFF2-40B4-BE49-F238E27FC236}">
                <a16:creationId xmlns:a16="http://schemas.microsoft.com/office/drawing/2014/main" id="{696E9501-59C4-B0BC-537D-AFF2F05CA429}"/>
              </a:ext>
            </a:extLst>
          </p:cNvPr>
          <p:cNvSpPr>
            <a:spLocks noChangeArrowheads="1"/>
          </p:cNvSpPr>
          <p:nvPr/>
        </p:nvSpPr>
        <p:spPr bwMode="auto">
          <a:xfrm>
            <a:off x="9001125" y="1800225"/>
            <a:ext cx="3810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26" name="Rectangle 18">
            <a:extLst>
              <a:ext uri="{FF2B5EF4-FFF2-40B4-BE49-F238E27FC236}">
                <a16:creationId xmlns:a16="http://schemas.microsoft.com/office/drawing/2014/main" id="{16E26E4C-6F8A-ECB6-BEE6-5B1AE71948F0}"/>
              </a:ext>
            </a:extLst>
          </p:cNvPr>
          <p:cNvSpPr>
            <a:spLocks noChangeArrowheads="1"/>
          </p:cNvSpPr>
          <p:nvPr/>
        </p:nvSpPr>
        <p:spPr bwMode="auto">
          <a:xfrm>
            <a:off x="8620125" y="1800225"/>
            <a:ext cx="3810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27" name="Rectangle 19">
            <a:extLst>
              <a:ext uri="{FF2B5EF4-FFF2-40B4-BE49-F238E27FC236}">
                <a16:creationId xmlns:a16="http://schemas.microsoft.com/office/drawing/2014/main" id="{21CA03CD-5A9B-AB0D-AFCD-F459FBE3B8E9}"/>
              </a:ext>
            </a:extLst>
          </p:cNvPr>
          <p:cNvSpPr>
            <a:spLocks noChangeArrowheads="1"/>
          </p:cNvSpPr>
          <p:nvPr/>
        </p:nvSpPr>
        <p:spPr bwMode="auto">
          <a:xfrm>
            <a:off x="8239125" y="1800225"/>
            <a:ext cx="3810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28" name="Rectangle 20">
            <a:extLst>
              <a:ext uri="{FF2B5EF4-FFF2-40B4-BE49-F238E27FC236}">
                <a16:creationId xmlns:a16="http://schemas.microsoft.com/office/drawing/2014/main" id="{40E0A6EA-23B2-7FD3-DCEE-4ABC5F42013C}"/>
              </a:ext>
            </a:extLst>
          </p:cNvPr>
          <p:cNvSpPr>
            <a:spLocks noChangeArrowheads="1"/>
          </p:cNvSpPr>
          <p:nvPr/>
        </p:nvSpPr>
        <p:spPr bwMode="auto">
          <a:xfrm>
            <a:off x="7858125" y="1800225"/>
            <a:ext cx="3810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29" name="Rectangle 21">
            <a:extLst>
              <a:ext uri="{FF2B5EF4-FFF2-40B4-BE49-F238E27FC236}">
                <a16:creationId xmlns:a16="http://schemas.microsoft.com/office/drawing/2014/main" id="{0F009733-3077-5877-582C-845124716F7B}"/>
              </a:ext>
            </a:extLst>
          </p:cNvPr>
          <p:cNvSpPr>
            <a:spLocks noChangeArrowheads="1"/>
          </p:cNvSpPr>
          <p:nvPr/>
        </p:nvSpPr>
        <p:spPr bwMode="auto">
          <a:xfrm>
            <a:off x="7477125" y="1800225"/>
            <a:ext cx="381000" cy="36512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30" name="Rectangle 22">
            <a:extLst>
              <a:ext uri="{FF2B5EF4-FFF2-40B4-BE49-F238E27FC236}">
                <a16:creationId xmlns:a16="http://schemas.microsoft.com/office/drawing/2014/main" id="{7478D497-E4DB-1AD5-FD49-7E5BD1A65315}"/>
              </a:ext>
            </a:extLst>
          </p:cNvPr>
          <p:cNvSpPr>
            <a:spLocks noChangeArrowheads="1"/>
          </p:cNvSpPr>
          <p:nvPr/>
        </p:nvSpPr>
        <p:spPr bwMode="auto">
          <a:xfrm>
            <a:off x="7096125" y="1800225"/>
            <a:ext cx="3810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31" name="Rectangle 23">
            <a:extLst>
              <a:ext uri="{FF2B5EF4-FFF2-40B4-BE49-F238E27FC236}">
                <a16:creationId xmlns:a16="http://schemas.microsoft.com/office/drawing/2014/main" id="{4AC61D8D-093C-A1DD-D5AE-7DBE0B449173}"/>
              </a:ext>
            </a:extLst>
          </p:cNvPr>
          <p:cNvSpPr>
            <a:spLocks noChangeArrowheads="1"/>
          </p:cNvSpPr>
          <p:nvPr/>
        </p:nvSpPr>
        <p:spPr bwMode="auto">
          <a:xfrm>
            <a:off x="6715125" y="1800225"/>
            <a:ext cx="3810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32" name="Rectangle 24">
            <a:extLst>
              <a:ext uri="{FF2B5EF4-FFF2-40B4-BE49-F238E27FC236}">
                <a16:creationId xmlns:a16="http://schemas.microsoft.com/office/drawing/2014/main" id="{2B8FC096-EC49-2FBE-52DC-02E1FBC40B04}"/>
              </a:ext>
            </a:extLst>
          </p:cNvPr>
          <p:cNvSpPr>
            <a:spLocks noChangeArrowheads="1"/>
          </p:cNvSpPr>
          <p:nvPr/>
        </p:nvSpPr>
        <p:spPr bwMode="auto">
          <a:xfrm>
            <a:off x="6334125" y="1800225"/>
            <a:ext cx="3810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33" name="Line 25">
            <a:extLst>
              <a:ext uri="{FF2B5EF4-FFF2-40B4-BE49-F238E27FC236}">
                <a16:creationId xmlns:a16="http://schemas.microsoft.com/office/drawing/2014/main" id="{9AE43F86-A827-C06A-C88C-893CCD0387ED}"/>
              </a:ext>
            </a:extLst>
          </p:cNvPr>
          <p:cNvSpPr>
            <a:spLocks noChangeShapeType="1"/>
          </p:cNvSpPr>
          <p:nvPr/>
        </p:nvSpPr>
        <p:spPr bwMode="auto">
          <a:xfrm>
            <a:off x="6334125" y="1800225"/>
            <a:ext cx="30480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Line 26">
            <a:extLst>
              <a:ext uri="{FF2B5EF4-FFF2-40B4-BE49-F238E27FC236}">
                <a16:creationId xmlns:a16="http://schemas.microsoft.com/office/drawing/2014/main" id="{6A5F47DB-D52F-D31E-F599-B21A92602630}"/>
              </a:ext>
            </a:extLst>
          </p:cNvPr>
          <p:cNvSpPr>
            <a:spLocks noChangeShapeType="1"/>
          </p:cNvSpPr>
          <p:nvPr/>
        </p:nvSpPr>
        <p:spPr bwMode="auto">
          <a:xfrm>
            <a:off x="6334125" y="2209800"/>
            <a:ext cx="30480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27">
            <a:extLst>
              <a:ext uri="{FF2B5EF4-FFF2-40B4-BE49-F238E27FC236}">
                <a16:creationId xmlns:a16="http://schemas.microsoft.com/office/drawing/2014/main" id="{72D99883-29E2-B9AF-C3F8-B76792EB0026}"/>
              </a:ext>
            </a:extLst>
          </p:cNvPr>
          <p:cNvSpPr>
            <a:spLocks noChangeShapeType="1"/>
          </p:cNvSpPr>
          <p:nvPr/>
        </p:nvSpPr>
        <p:spPr bwMode="auto">
          <a:xfrm>
            <a:off x="6334125" y="1800225"/>
            <a:ext cx="0" cy="365125"/>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28">
            <a:extLst>
              <a:ext uri="{FF2B5EF4-FFF2-40B4-BE49-F238E27FC236}">
                <a16:creationId xmlns:a16="http://schemas.microsoft.com/office/drawing/2014/main" id="{25FC9559-A908-F493-2C81-7A638E790B4D}"/>
              </a:ext>
            </a:extLst>
          </p:cNvPr>
          <p:cNvSpPr>
            <a:spLocks noChangeShapeType="1"/>
          </p:cNvSpPr>
          <p:nvPr/>
        </p:nvSpPr>
        <p:spPr bwMode="auto">
          <a:xfrm>
            <a:off x="6715125" y="1800225"/>
            <a:ext cx="0" cy="365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29">
            <a:extLst>
              <a:ext uri="{FF2B5EF4-FFF2-40B4-BE49-F238E27FC236}">
                <a16:creationId xmlns:a16="http://schemas.microsoft.com/office/drawing/2014/main" id="{140FC309-2F51-F5FD-E31F-7DDDEC0C4416}"/>
              </a:ext>
            </a:extLst>
          </p:cNvPr>
          <p:cNvSpPr>
            <a:spLocks noChangeShapeType="1"/>
          </p:cNvSpPr>
          <p:nvPr/>
        </p:nvSpPr>
        <p:spPr bwMode="auto">
          <a:xfrm>
            <a:off x="7096125" y="1800225"/>
            <a:ext cx="0" cy="365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30">
            <a:extLst>
              <a:ext uri="{FF2B5EF4-FFF2-40B4-BE49-F238E27FC236}">
                <a16:creationId xmlns:a16="http://schemas.microsoft.com/office/drawing/2014/main" id="{E87D27E4-63F4-FDCC-641D-A01CB9952955}"/>
              </a:ext>
            </a:extLst>
          </p:cNvPr>
          <p:cNvSpPr>
            <a:spLocks noChangeShapeType="1"/>
          </p:cNvSpPr>
          <p:nvPr/>
        </p:nvSpPr>
        <p:spPr bwMode="auto">
          <a:xfrm>
            <a:off x="7477125" y="1800225"/>
            <a:ext cx="0" cy="365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31">
            <a:extLst>
              <a:ext uri="{FF2B5EF4-FFF2-40B4-BE49-F238E27FC236}">
                <a16:creationId xmlns:a16="http://schemas.microsoft.com/office/drawing/2014/main" id="{658A4BC7-099C-112B-1B11-FFED8F2C5B69}"/>
              </a:ext>
            </a:extLst>
          </p:cNvPr>
          <p:cNvSpPr>
            <a:spLocks noChangeShapeType="1"/>
          </p:cNvSpPr>
          <p:nvPr/>
        </p:nvSpPr>
        <p:spPr bwMode="auto">
          <a:xfrm>
            <a:off x="7858125" y="1800225"/>
            <a:ext cx="0" cy="365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32">
            <a:extLst>
              <a:ext uri="{FF2B5EF4-FFF2-40B4-BE49-F238E27FC236}">
                <a16:creationId xmlns:a16="http://schemas.microsoft.com/office/drawing/2014/main" id="{6895342A-8124-580D-3633-A4CBFED6BABE}"/>
              </a:ext>
            </a:extLst>
          </p:cNvPr>
          <p:cNvSpPr>
            <a:spLocks noChangeShapeType="1"/>
          </p:cNvSpPr>
          <p:nvPr/>
        </p:nvSpPr>
        <p:spPr bwMode="auto">
          <a:xfrm>
            <a:off x="8239125" y="1800225"/>
            <a:ext cx="0" cy="365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33">
            <a:extLst>
              <a:ext uri="{FF2B5EF4-FFF2-40B4-BE49-F238E27FC236}">
                <a16:creationId xmlns:a16="http://schemas.microsoft.com/office/drawing/2014/main" id="{4B16C519-899D-D9AC-6658-A420BA3EE206}"/>
              </a:ext>
            </a:extLst>
          </p:cNvPr>
          <p:cNvSpPr>
            <a:spLocks noChangeShapeType="1"/>
          </p:cNvSpPr>
          <p:nvPr/>
        </p:nvSpPr>
        <p:spPr bwMode="auto">
          <a:xfrm>
            <a:off x="8620125" y="1800225"/>
            <a:ext cx="0" cy="365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34">
            <a:extLst>
              <a:ext uri="{FF2B5EF4-FFF2-40B4-BE49-F238E27FC236}">
                <a16:creationId xmlns:a16="http://schemas.microsoft.com/office/drawing/2014/main" id="{877F1C00-DB62-D9A0-D4B3-6A1A55566439}"/>
              </a:ext>
            </a:extLst>
          </p:cNvPr>
          <p:cNvSpPr>
            <a:spLocks noChangeShapeType="1"/>
          </p:cNvSpPr>
          <p:nvPr/>
        </p:nvSpPr>
        <p:spPr bwMode="auto">
          <a:xfrm>
            <a:off x="9001125" y="1800225"/>
            <a:ext cx="0" cy="365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35">
            <a:extLst>
              <a:ext uri="{FF2B5EF4-FFF2-40B4-BE49-F238E27FC236}">
                <a16:creationId xmlns:a16="http://schemas.microsoft.com/office/drawing/2014/main" id="{3D91DDC6-12F7-B763-FEA4-9F98EF9F625E}"/>
              </a:ext>
            </a:extLst>
          </p:cNvPr>
          <p:cNvSpPr>
            <a:spLocks noChangeShapeType="1"/>
          </p:cNvSpPr>
          <p:nvPr/>
        </p:nvSpPr>
        <p:spPr bwMode="auto">
          <a:xfrm>
            <a:off x="9382125" y="1800225"/>
            <a:ext cx="0" cy="365125"/>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Line 36">
            <a:extLst>
              <a:ext uri="{FF2B5EF4-FFF2-40B4-BE49-F238E27FC236}">
                <a16:creationId xmlns:a16="http://schemas.microsoft.com/office/drawing/2014/main" id="{3EB7DEFF-D9FC-0C65-1368-9CF94617C585}"/>
              </a:ext>
            </a:extLst>
          </p:cNvPr>
          <p:cNvSpPr>
            <a:spLocks noChangeShapeType="1"/>
          </p:cNvSpPr>
          <p:nvPr/>
        </p:nvSpPr>
        <p:spPr bwMode="auto">
          <a:xfrm>
            <a:off x="6561138" y="1579563"/>
            <a:ext cx="11112" cy="180975"/>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Text Box 37">
            <a:extLst>
              <a:ext uri="{FF2B5EF4-FFF2-40B4-BE49-F238E27FC236}">
                <a16:creationId xmlns:a16="http://schemas.microsoft.com/office/drawing/2014/main" id="{F3A33AC0-DD28-E176-834E-DF37FA332AC2}"/>
              </a:ext>
            </a:extLst>
          </p:cNvPr>
          <p:cNvSpPr txBox="1">
            <a:spLocks noChangeArrowheads="1"/>
          </p:cNvSpPr>
          <p:nvPr/>
        </p:nvSpPr>
        <p:spPr bwMode="auto">
          <a:xfrm>
            <a:off x="6435725" y="115411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solidFill>
                  <a:srgbClr val="CC0000"/>
                </a:solidFill>
              </a:rPr>
              <a:t>p</a:t>
            </a:r>
          </a:p>
        </p:txBody>
      </p:sp>
      <p:sp>
        <p:nvSpPr>
          <p:cNvPr id="46" name="Line 38">
            <a:extLst>
              <a:ext uri="{FF2B5EF4-FFF2-40B4-BE49-F238E27FC236}">
                <a16:creationId xmlns:a16="http://schemas.microsoft.com/office/drawing/2014/main" id="{EB19D873-0260-7964-2703-A504973650BA}"/>
              </a:ext>
            </a:extLst>
          </p:cNvPr>
          <p:cNvSpPr>
            <a:spLocks noChangeShapeType="1"/>
          </p:cNvSpPr>
          <p:nvPr/>
        </p:nvSpPr>
        <p:spPr bwMode="auto">
          <a:xfrm>
            <a:off x="9242425" y="1574800"/>
            <a:ext cx="11113" cy="180975"/>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Text Box 39">
            <a:extLst>
              <a:ext uri="{FF2B5EF4-FFF2-40B4-BE49-F238E27FC236}">
                <a16:creationId xmlns:a16="http://schemas.microsoft.com/office/drawing/2014/main" id="{437CA937-DB1C-45EC-6567-451CEE80DF45}"/>
              </a:ext>
            </a:extLst>
          </p:cNvPr>
          <p:cNvSpPr txBox="1">
            <a:spLocks noChangeArrowheads="1"/>
          </p:cNvSpPr>
          <p:nvPr/>
        </p:nvSpPr>
        <p:spPr bwMode="auto">
          <a:xfrm>
            <a:off x="9117013" y="1149350"/>
            <a:ext cx="260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0000"/>
                </a:solidFill>
              </a:rPr>
              <a:t>r</a:t>
            </a:r>
          </a:p>
        </p:txBody>
      </p:sp>
      <p:sp>
        <p:nvSpPr>
          <p:cNvPr id="48" name="Line 40">
            <a:extLst>
              <a:ext uri="{FF2B5EF4-FFF2-40B4-BE49-F238E27FC236}">
                <a16:creationId xmlns:a16="http://schemas.microsoft.com/office/drawing/2014/main" id="{E173DAD7-2B89-4C4F-AB20-C573EC6895D5}"/>
              </a:ext>
            </a:extLst>
          </p:cNvPr>
          <p:cNvSpPr>
            <a:spLocks noChangeShapeType="1"/>
          </p:cNvSpPr>
          <p:nvPr/>
        </p:nvSpPr>
        <p:spPr bwMode="auto">
          <a:xfrm>
            <a:off x="7724775" y="1603375"/>
            <a:ext cx="11113" cy="180975"/>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Text Box 41">
            <a:extLst>
              <a:ext uri="{FF2B5EF4-FFF2-40B4-BE49-F238E27FC236}">
                <a16:creationId xmlns:a16="http://schemas.microsoft.com/office/drawing/2014/main" id="{51CE1D8B-494C-66DC-F444-CB6E8EAE7B97}"/>
              </a:ext>
            </a:extLst>
          </p:cNvPr>
          <p:cNvSpPr txBox="1">
            <a:spLocks noChangeArrowheads="1"/>
          </p:cNvSpPr>
          <p:nvPr/>
        </p:nvSpPr>
        <p:spPr bwMode="auto">
          <a:xfrm>
            <a:off x="7599363" y="117792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0000"/>
                </a:solidFill>
              </a:rPr>
              <a:t>q</a:t>
            </a:r>
          </a:p>
        </p:txBody>
      </p:sp>
    </p:spTree>
    <p:extLst>
      <p:ext uri="{BB962C8B-B14F-4D97-AF65-F5344CB8AC3E}">
        <p14:creationId xmlns:p14="http://schemas.microsoft.com/office/powerpoint/2010/main" val="573847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017104" y="1295401"/>
            <a:ext cx="8229600" cy="3170099"/>
          </a:xfrm>
          <a:prstGeom prst="rect">
            <a:avLst/>
          </a:prstGeom>
        </p:spPr>
        <p:txBody>
          <a:bodyPr wrap="square">
            <a:spAutoFit/>
          </a:bodyPr>
          <a:lstStyle/>
          <a:p>
            <a:pPr lvl="0" algn="l" rtl="0"/>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457200" indent="-457200">
              <a:buFont typeface="+mj-lt"/>
              <a:buAutoNum type="arabicPeriod"/>
            </a:pPr>
            <a:endParaRPr lang="en-US" sz="2000" i="1">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i="1">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i="1" dirty="0">
              <a:latin typeface="Arial" panose="020B0604020202020204" pitchFamily="34" charset="0"/>
              <a:cs typeface="Arial" panose="020B0604020202020204" pitchFamily="34" charset="0"/>
            </a:endParaRPr>
          </a:p>
        </p:txBody>
      </p:sp>
      <p:sp>
        <p:nvSpPr>
          <p:cNvPr id="6" name="Title 5">
            <a:extLst>
              <a:ext uri="{FF2B5EF4-FFF2-40B4-BE49-F238E27FC236}">
                <a16:creationId xmlns:a16="http://schemas.microsoft.com/office/drawing/2014/main" id="{4F567CEB-1218-D4A0-BF22-299C96B8B2B8}"/>
              </a:ext>
            </a:extLst>
          </p:cNvPr>
          <p:cNvSpPr>
            <a:spLocks noGrp="1"/>
          </p:cNvSpPr>
          <p:nvPr>
            <p:ph type="title"/>
          </p:nvPr>
        </p:nvSpPr>
        <p:spPr/>
        <p:txBody>
          <a:bodyPr>
            <a:normAutofit/>
          </a:bodyPr>
          <a:lstStyle/>
          <a:p>
            <a:r>
              <a:rPr lang="en-US" sz="3200" b="1" dirty="0">
                <a:solidFill>
                  <a:srgbClr val="004200"/>
                </a:solidFill>
                <a:latin typeface="Arial"/>
                <a:ea typeface="+mn-ea"/>
                <a:cs typeface="Arial"/>
              </a:rPr>
              <a:t>Merge Sort: Example – n Power of 2</a:t>
            </a:r>
            <a:endParaRPr lang="en-GB" sz="3200" b="1" dirty="0">
              <a:solidFill>
                <a:srgbClr val="004200"/>
              </a:solidFill>
              <a:latin typeface="Arial"/>
              <a:ea typeface="+mn-ea"/>
              <a:cs typeface="Arial"/>
            </a:endParaRPr>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smtClean="0">
                <a:cs typeface="+mj-cs"/>
              </a:rPr>
              <a:pPr/>
              <a:t>9</a:t>
            </a:fld>
            <a:endParaRPr lang="ur-PK" sz="1600" dirty="0">
              <a:cs typeface="+mj-cs"/>
            </a:endParaRPr>
          </a:p>
        </p:txBody>
      </p:sp>
      <p:grpSp>
        <p:nvGrpSpPr>
          <p:cNvPr id="2" name="Group 3">
            <a:extLst>
              <a:ext uri="{FF2B5EF4-FFF2-40B4-BE49-F238E27FC236}">
                <a16:creationId xmlns:a16="http://schemas.microsoft.com/office/drawing/2014/main" id="{08C3B27D-39D2-CD97-905F-656F7DB7C20E}"/>
              </a:ext>
            </a:extLst>
          </p:cNvPr>
          <p:cNvGrpSpPr>
            <a:grpSpLocks/>
          </p:cNvGrpSpPr>
          <p:nvPr/>
        </p:nvGrpSpPr>
        <p:grpSpPr bwMode="auto">
          <a:xfrm>
            <a:off x="3557588" y="1752600"/>
            <a:ext cx="5586412" cy="690563"/>
            <a:chOff x="1905" y="912"/>
            <a:chExt cx="3519" cy="435"/>
          </a:xfrm>
        </p:grpSpPr>
        <p:sp>
          <p:nvSpPr>
            <p:cNvPr id="4" name="Text Box 4">
              <a:extLst>
                <a:ext uri="{FF2B5EF4-FFF2-40B4-BE49-F238E27FC236}">
                  <a16:creationId xmlns:a16="http://schemas.microsoft.com/office/drawing/2014/main" id="{DB4DE076-8C51-E8B6-EE83-C3A80597B0A5}"/>
                </a:ext>
              </a:extLst>
            </p:cNvPr>
            <p:cNvSpPr txBox="1">
              <a:spLocks noChangeArrowheads="1"/>
            </p:cNvSpPr>
            <p:nvPr/>
          </p:nvSpPr>
          <p:spPr bwMode="auto">
            <a:xfrm>
              <a:off x="192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dirty="0"/>
                <a:t>1</a:t>
              </a:r>
            </a:p>
          </p:txBody>
        </p:sp>
        <p:sp>
          <p:nvSpPr>
            <p:cNvPr id="7" name="Text Box 5">
              <a:extLst>
                <a:ext uri="{FF2B5EF4-FFF2-40B4-BE49-F238E27FC236}">
                  <a16:creationId xmlns:a16="http://schemas.microsoft.com/office/drawing/2014/main" id="{0515E460-4F4B-4787-DA01-720EE804F431}"/>
                </a:ext>
              </a:extLst>
            </p:cNvPr>
            <p:cNvSpPr txBox="1">
              <a:spLocks noChangeArrowheads="1"/>
            </p:cNvSpPr>
            <p:nvPr/>
          </p:nvSpPr>
          <p:spPr bwMode="auto">
            <a:xfrm>
              <a:off x="216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9" name="Text Box 6">
              <a:extLst>
                <a:ext uri="{FF2B5EF4-FFF2-40B4-BE49-F238E27FC236}">
                  <a16:creationId xmlns:a16="http://schemas.microsoft.com/office/drawing/2014/main" id="{2992EF7E-57DB-2B4D-1ED9-CEC62F4FD336}"/>
                </a:ext>
              </a:extLst>
            </p:cNvPr>
            <p:cNvSpPr txBox="1">
              <a:spLocks noChangeArrowheads="1"/>
            </p:cNvSpPr>
            <p:nvPr/>
          </p:nvSpPr>
          <p:spPr bwMode="auto">
            <a:xfrm>
              <a:off x="240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10" name="Text Box 7">
              <a:extLst>
                <a:ext uri="{FF2B5EF4-FFF2-40B4-BE49-F238E27FC236}">
                  <a16:creationId xmlns:a16="http://schemas.microsoft.com/office/drawing/2014/main" id="{A9000A95-0492-BBD7-C293-FB579435E023}"/>
                </a:ext>
              </a:extLst>
            </p:cNvPr>
            <p:cNvSpPr txBox="1">
              <a:spLocks noChangeArrowheads="1"/>
            </p:cNvSpPr>
            <p:nvPr/>
          </p:nvSpPr>
          <p:spPr bwMode="auto">
            <a:xfrm>
              <a:off x="264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50" name="Text Box 8">
              <a:extLst>
                <a:ext uri="{FF2B5EF4-FFF2-40B4-BE49-F238E27FC236}">
                  <a16:creationId xmlns:a16="http://schemas.microsoft.com/office/drawing/2014/main" id="{7478B8B7-4223-6E0D-EB85-BC41E1413AF6}"/>
                </a:ext>
              </a:extLst>
            </p:cNvPr>
            <p:cNvSpPr txBox="1">
              <a:spLocks noChangeArrowheads="1"/>
            </p:cNvSpPr>
            <p:nvPr/>
          </p:nvSpPr>
          <p:spPr bwMode="auto">
            <a:xfrm>
              <a:off x="288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51" name="Text Box 9">
              <a:extLst>
                <a:ext uri="{FF2B5EF4-FFF2-40B4-BE49-F238E27FC236}">
                  <a16:creationId xmlns:a16="http://schemas.microsoft.com/office/drawing/2014/main" id="{E9CD033A-BC45-BE7E-0E69-94AF960BD4CD}"/>
                </a:ext>
              </a:extLst>
            </p:cNvPr>
            <p:cNvSpPr txBox="1">
              <a:spLocks noChangeArrowheads="1"/>
            </p:cNvSpPr>
            <p:nvPr/>
          </p:nvSpPr>
          <p:spPr bwMode="auto">
            <a:xfrm>
              <a:off x="312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52" name="Text Box 10">
              <a:extLst>
                <a:ext uri="{FF2B5EF4-FFF2-40B4-BE49-F238E27FC236}">
                  <a16:creationId xmlns:a16="http://schemas.microsoft.com/office/drawing/2014/main" id="{0391640D-947D-1232-DF16-644BDA8A4684}"/>
                </a:ext>
              </a:extLst>
            </p:cNvPr>
            <p:cNvSpPr txBox="1">
              <a:spLocks noChangeArrowheads="1"/>
            </p:cNvSpPr>
            <p:nvPr/>
          </p:nvSpPr>
          <p:spPr bwMode="auto">
            <a:xfrm>
              <a:off x="336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53" name="Text Box 11">
              <a:extLst>
                <a:ext uri="{FF2B5EF4-FFF2-40B4-BE49-F238E27FC236}">
                  <a16:creationId xmlns:a16="http://schemas.microsoft.com/office/drawing/2014/main" id="{6EC1E89A-DF83-60F0-0C0D-07C39B47449B}"/>
                </a:ext>
              </a:extLst>
            </p:cNvPr>
            <p:cNvSpPr txBox="1">
              <a:spLocks noChangeArrowheads="1"/>
            </p:cNvSpPr>
            <p:nvPr/>
          </p:nvSpPr>
          <p:spPr bwMode="auto">
            <a:xfrm>
              <a:off x="360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54" name="Text Box 12">
              <a:extLst>
                <a:ext uri="{FF2B5EF4-FFF2-40B4-BE49-F238E27FC236}">
                  <a16:creationId xmlns:a16="http://schemas.microsoft.com/office/drawing/2014/main" id="{730F29F5-F29D-8B7D-A46E-CE6CA6DAD0E6}"/>
                </a:ext>
              </a:extLst>
            </p:cNvPr>
            <p:cNvSpPr txBox="1">
              <a:spLocks noChangeArrowheads="1"/>
            </p:cNvSpPr>
            <p:nvPr/>
          </p:nvSpPr>
          <p:spPr bwMode="auto">
            <a:xfrm>
              <a:off x="4800" y="1056"/>
              <a:ext cx="6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dirty="0"/>
                <a:t>q = 4</a:t>
              </a:r>
            </a:p>
          </p:txBody>
        </p:sp>
        <p:sp>
          <p:nvSpPr>
            <p:cNvPr id="55" name="Rectangle 13">
              <a:extLst>
                <a:ext uri="{FF2B5EF4-FFF2-40B4-BE49-F238E27FC236}">
                  <a16:creationId xmlns:a16="http://schemas.microsoft.com/office/drawing/2014/main" id="{A92D6307-CFE8-B8E9-FC20-528924E3EC5F}"/>
                </a:ext>
              </a:extLst>
            </p:cNvPr>
            <p:cNvSpPr>
              <a:spLocks noChangeArrowheads="1"/>
            </p:cNvSpPr>
            <p:nvPr/>
          </p:nvSpPr>
          <p:spPr bwMode="auto">
            <a:xfrm>
              <a:off x="358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56" name="Rectangle 14">
              <a:extLst>
                <a:ext uri="{FF2B5EF4-FFF2-40B4-BE49-F238E27FC236}">
                  <a16:creationId xmlns:a16="http://schemas.microsoft.com/office/drawing/2014/main" id="{3DF7278D-ADF7-E354-E1B3-FE908B566AD0}"/>
                </a:ext>
              </a:extLst>
            </p:cNvPr>
            <p:cNvSpPr>
              <a:spLocks noChangeArrowheads="1"/>
            </p:cNvSpPr>
            <p:nvPr/>
          </p:nvSpPr>
          <p:spPr bwMode="auto">
            <a:xfrm>
              <a:off x="334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57" name="Rectangle 15">
              <a:extLst>
                <a:ext uri="{FF2B5EF4-FFF2-40B4-BE49-F238E27FC236}">
                  <a16:creationId xmlns:a16="http://schemas.microsoft.com/office/drawing/2014/main" id="{580EB00C-D078-EE6B-77B2-D2DFD0C3C8AC}"/>
                </a:ext>
              </a:extLst>
            </p:cNvPr>
            <p:cNvSpPr>
              <a:spLocks noChangeArrowheads="1"/>
            </p:cNvSpPr>
            <p:nvPr/>
          </p:nvSpPr>
          <p:spPr bwMode="auto">
            <a:xfrm>
              <a:off x="310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58" name="Rectangle 16">
              <a:extLst>
                <a:ext uri="{FF2B5EF4-FFF2-40B4-BE49-F238E27FC236}">
                  <a16:creationId xmlns:a16="http://schemas.microsoft.com/office/drawing/2014/main" id="{799C81E0-FF0A-BE3C-E8E9-8DEEFC70EFE9}"/>
                </a:ext>
              </a:extLst>
            </p:cNvPr>
            <p:cNvSpPr>
              <a:spLocks noChangeArrowheads="1"/>
            </p:cNvSpPr>
            <p:nvPr/>
          </p:nvSpPr>
          <p:spPr bwMode="auto">
            <a:xfrm>
              <a:off x="286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59" name="Rectangle 17">
              <a:extLst>
                <a:ext uri="{FF2B5EF4-FFF2-40B4-BE49-F238E27FC236}">
                  <a16:creationId xmlns:a16="http://schemas.microsoft.com/office/drawing/2014/main" id="{8B151CEF-2AA3-47E8-E6B9-B70889CAEB91}"/>
                </a:ext>
              </a:extLst>
            </p:cNvPr>
            <p:cNvSpPr>
              <a:spLocks noChangeArrowheads="1"/>
            </p:cNvSpPr>
            <p:nvPr/>
          </p:nvSpPr>
          <p:spPr bwMode="auto">
            <a:xfrm>
              <a:off x="2625" y="1069"/>
              <a:ext cx="240" cy="23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60" name="Rectangle 18">
              <a:extLst>
                <a:ext uri="{FF2B5EF4-FFF2-40B4-BE49-F238E27FC236}">
                  <a16:creationId xmlns:a16="http://schemas.microsoft.com/office/drawing/2014/main" id="{D7A88C6D-A232-CBD5-5DCC-7A6FD691EF14}"/>
                </a:ext>
              </a:extLst>
            </p:cNvPr>
            <p:cNvSpPr>
              <a:spLocks noChangeArrowheads="1"/>
            </p:cNvSpPr>
            <p:nvPr/>
          </p:nvSpPr>
          <p:spPr bwMode="auto">
            <a:xfrm>
              <a:off x="238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61" name="Rectangle 19">
              <a:extLst>
                <a:ext uri="{FF2B5EF4-FFF2-40B4-BE49-F238E27FC236}">
                  <a16:creationId xmlns:a16="http://schemas.microsoft.com/office/drawing/2014/main" id="{7B711549-6D43-DABC-0E28-8DCBD6D8AC14}"/>
                </a:ext>
              </a:extLst>
            </p:cNvPr>
            <p:cNvSpPr>
              <a:spLocks noChangeArrowheads="1"/>
            </p:cNvSpPr>
            <p:nvPr/>
          </p:nvSpPr>
          <p:spPr bwMode="auto">
            <a:xfrm>
              <a:off x="214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62" name="Rectangle 20">
              <a:extLst>
                <a:ext uri="{FF2B5EF4-FFF2-40B4-BE49-F238E27FC236}">
                  <a16:creationId xmlns:a16="http://schemas.microsoft.com/office/drawing/2014/main" id="{54783871-3CE7-7DC7-0F81-D25C4B8F1F68}"/>
                </a:ext>
              </a:extLst>
            </p:cNvPr>
            <p:cNvSpPr>
              <a:spLocks noChangeArrowheads="1"/>
            </p:cNvSpPr>
            <p:nvPr/>
          </p:nvSpPr>
          <p:spPr bwMode="auto">
            <a:xfrm>
              <a:off x="190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63" name="Line 21">
              <a:extLst>
                <a:ext uri="{FF2B5EF4-FFF2-40B4-BE49-F238E27FC236}">
                  <a16:creationId xmlns:a16="http://schemas.microsoft.com/office/drawing/2014/main" id="{0829D2D4-859B-C28E-B196-53A6D1CCABA8}"/>
                </a:ext>
              </a:extLst>
            </p:cNvPr>
            <p:cNvSpPr>
              <a:spLocks noChangeShapeType="1"/>
            </p:cNvSpPr>
            <p:nvPr/>
          </p:nvSpPr>
          <p:spPr bwMode="auto">
            <a:xfrm>
              <a:off x="1905" y="1069"/>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Line 22">
              <a:extLst>
                <a:ext uri="{FF2B5EF4-FFF2-40B4-BE49-F238E27FC236}">
                  <a16:creationId xmlns:a16="http://schemas.microsoft.com/office/drawing/2014/main" id="{AF51C88A-DCA1-0804-CEFA-AE0E9CD9EC09}"/>
                </a:ext>
              </a:extLst>
            </p:cNvPr>
            <p:cNvSpPr>
              <a:spLocks noChangeShapeType="1"/>
            </p:cNvSpPr>
            <p:nvPr/>
          </p:nvSpPr>
          <p:spPr bwMode="auto">
            <a:xfrm>
              <a:off x="1905" y="1299"/>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Line 23">
              <a:extLst>
                <a:ext uri="{FF2B5EF4-FFF2-40B4-BE49-F238E27FC236}">
                  <a16:creationId xmlns:a16="http://schemas.microsoft.com/office/drawing/2014/main" id="{686C6078-1F28-AB55-EF25-05D46C6A8B38}"/>
                </a:ext>
              </a:extLst>
            </p:cNvPr>
            <p:cNvSpPr>
              <a:spLocks noChangeShapeType="1"/>
            </p:cNvSpPr>
            <p:nvPr/>
          </p:nvSpPr>
          <p:spPr bwMode="auto">
            <a:xfrm>
              <a:off x="1905" y="1069"/>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Line 24">
              <a:extLst>
                <a:ext uri="{FF2B5EF4-FFF2-40B4-BE49-F238E27FC236}">
                  <a16:creationId xmlns:a16="http://schemas.microsoft.com/office/drawing/2014/main" id="{600977E7-5993-3299-C5AB-41E00D4EDFBE}"/>
                </a:ext>
              </a:extLst>
            </p:cNvPr>
            <p:cNvSpPr>
              <a:spLocks noChangeShapeType="1"/>
            </p:cNvSpPr>
            <p:nvPr/>
          </p:nvSpPr>
          <p:spPr bwMode="auto">
            <a:xfrm>
              <a:off x="214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 name="Line 25">
              <a:extLst>
                <a:ext uri="{FF2B5EF4-FFF2-40B4-BE49-F238E27FC236}">
                  <a16:creationId xmlns:a16="http://schemas.microsoft.com/office/drawing/2014/main" id="{8DB7C4EF-3D9B-F5F9-D8A7-56F9769C1C7C}"/>
                </a:ext>
              </a:extLst>
            </p:cNvPr>
            <p:cNvSpPr>
              <a:spLocks noChangeShapeType="1"/>
            </p:cNvSpPr>
            <p:nvPr/>
          </p:nvSpPr>
          <p:spPr bwMode="auto">
            <a:xfrm>
              <a:off x="238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Line 26">
              <a:extLst>
                <a:ext uri="{FF2B5EF4-FFF2-40B4-BE49-F238E27FC236}">
                  <a16:creationId xmlns:a16="http://schemas.microsoft.com/office/drawing/2014/main" id="{3552523F-C033-B61D-A5F1-EF2F8FEA18C8}"/>
                </a:ext>
              </a:extLst>
            </p:cNvPr>
            <p:cNvSpPr>
              <a:spLocks noChangeShapeType="1"/>
            </p:cNvSpPr>
            <p:nvPr/>
          </p:nvSpPr>
          <p:spPr bwMode="auto">
            <a:xfrm>
              <a:off x="262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 name="Line 27">
              <a:extLst>
                <a:ext uri="{FF2B5EF4-FFF2-40B4-BE49-F238E27FC236}">
                  <a16:creationId xmlns:a16="http://schemas.microsoft.com/office/drawing/2014/main" id="{C47DFFEB-A44F-ACAA-A77B-4FC191376C37}"/>
                </a:ext>
              </a:extLst>
            </p:cNvPr>
            <p:cNvSpPr>
              <a:spLocks noChangeShapeType="1"/>
            </p:cNvSpPr>
            <p:nvPr/>
          </p:nvSpPr>
          <p:spPr bwMode="auto">
            <a:xfrm>
              <a:off x="286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 name="Line 28">
              <a:extLst>
                <a:ext uri="{FF2B5EF4-FFF2-40B4-BE49-F238E27FC236}">
                  <a16:creationId xmlns:a16="http://schemas.microsoft.com/office/drawing/2014/main" id="{C224692D-9560-BDE9-8CA7-9BEC9644C96C}"/>
                </a:ext>
              </a:extLst>
            </p:cNvPr>
            <p:cNvSpPr>
              <a:spLocks noChangeShapeType="1"/>
            </p:cNvSpPr>
            <p:nvPr/>
          </p:nvSpPr>
          <p:spPr bwMode="auto">
            <a:xfrm>
              <a:off x="310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 name="Line 29">
              <a:extLst>
                <a:ext uri="{FF2B5EF4-FFF2-40B4-BE49-F238E27FC236}">
                  <a16:creationId xmlns:a16="http://schemas.microsoft.com/office/drawing/2014/main" id="{B5965C6A-93FD-9BDB-5173-A3172CC6672E}"/>
                </a:ext>
              </a:extLst>
            </p:cNvPr>
            <p:cNvSpPr>
              <a:spLocks noChangeShapeType="1"/>
            </p:cNvSpPr>
            <p:nvPr/>
          </p:nvSpPr>
          <p:spPr bwMode="auto">
            <a:xfrm>
              <a:off x="334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Line 30">
              <a:extLst>
                <a:ext uri="{FF2B5EF4-FFF2-40B4-BE49-F238E27FC236}">
                  <a16:creationId xmlns:a16="http://schemas.microsoft.com/office/drawing/2014/main" id="{D13E7EA5-6115-87B3-8DDD-A824E093484A}"/>
                </a:ext>
              </a:extLst>
            </p:cNvPr>
            <p:cNvSpPr>
              <a:spLocks noChangeShapeType="1"/>
            </p:cNvSpPr>
            <p:nvPr/>
          </p:nvSpPr>
          <p:spPr bwMode="auto">
            <a:xfrm>
              <a:off x="358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 name="Line 31">
              <a:extLst>
                <a:ext uri="{FF2B5EF4-FFF2-40B4-BE49-F238E27FC236}">
                  <a16:creationId xmlns:a16="http://schemas.microsoft.com/office/drawing/2014/main" id="{523206D8-1287-BD2D-0924-B38E44E89CA0}"/>
                </a:ext>
              </a:extLst>
            </p:cNvPr>
            <p:cNvSpPr>
              <a:spLocks noChangeShapeType="1"/>
            </p:cNvSpPr>
            <p:nvPr/>
          </p:nvSpPr>
          <p:spPr bwMode="auto">
            <a:xfrm>
              <a:off x="3825" y="1069"/>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4" name="Group 32">
            <a:extLst>
              <a:ext uri="{FF2B5EF4-FFF2-40B4-BE49-F238E27FC236}">
                <a16:creationId xmlns:a16="http://schemas.microsoft.com/office/drawing/2014/main" id="{16110808-C281-1057-FEC8-68A6FFE5B06F}"/>
              </a:ext>
            </a:extLst>
          </p:cNvPr>
          <p:cNvGrpSpPr>
            <a:grpSpLocks/>
          </p:cNvGrpSpPr>
          <p:nvPr/>
        </p:nvGrpSpPr>
        <p:grpSpPr bwMode="auto">
          <a:xfrm>
            <a:off x="3048000" y="2514600"/>
            <a:ext cx="3962400" cy="1066800"/>
            <a:chOff x="1584" y="1392"/>
            <a:chExt cx="2496" cy="672"/>
          </a:xfrm>
        </p:grpSpPr>
        <p:sp>
          <p:nvSpPr>
            <p:cNvPr id="75" name="Text Box 33">
              <a:extLst>
                <a:ext uri="{FF2B5EF4-FFF2-40B4-BE49-F238E27FC236}">
                  <a16:creationId xmlns:a16="http://schemas.microsoft.com/office/drawing/2014/main" id="{FC3F78BB-0270-25C4-6368-DFD7C397B9B5}"/>
                </a:ext>
              </a:extLst>
            </p:cNvPr>
            <p:cNvSpPr txBox="1">
              <a:spLocks noChangeArrowheads="1"/>
            </p:cNvSpPr>
            <p:nvPr/>
          </p:nvSpPr>
          <p:spPr bwMode="auto">
            <a:xfrm>
              <a:off x="1599" y="1677"/>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76" name="Text Box 34">
              <a:extLst>
                <a:ext uri="{FF2B5EF4-FFF2-40B4-BE49-F238E27FC236}">
                  <a16:creationId xmlns:a16="http://schemas.microsoft.com/office/drawing/2014/main" id="{B9F2D48C-99B1-23D8-A149-ED6D02B82A67}"/>
                </a:ext>
              </a:extLst>
            </p:cNvPr>
            <p:cNvSpPr txBox="1">
              <a:spLocks noChangeArrowheads="1"/>
            </p:cNvSpPr>
            <p:nvPr/>
          </p:nvSpPr>
          <p:spPr bwMode="auto">
            <a:xfrm>
              <a:off x="1839" y="1677"/>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77" name="Text Box 35">
              <a:extLst>
                <a:ext uri="{FF2B5EF4-FFF2-40B4-BE49-F238E27FC236}">
                  <a16:creationId xmlns:a16="http://schemas.microsoft.com/office/drawing/2014/main" id="{A724FAD4-1C10-D15A-5D9D-A362526A9C0F}"/>
                </a:ext>
              </a:extLst>
            </p:cNvPr>
            <p:cNvSpPr txBox="1">
              <a:spLocks noChangeArrowheads="1"/>
            </p:cNvSpPr>
            <p:nvPr/>
          </p:nvSpPr>
          <p:spPr bwMode="auto">
            <a:xfrm>
              <a:off x="2079" y="1677"/>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78" name="Text Box 36">
              <a:extLst>
                <a:ext uri="{FF2B5EF4-FFF2-40B4-BE49-F238E27FC236}">
                  <a16:creationId xmlns:a16="http://schemas.microsoft.com/office/drawing/2014/main" id="{63807EE3-BA9D-1B8B-E2B7-A1996C039AA6}"/>
                </a:ext>
              </a:extLst>
            </p:cNvPr>
            <p:cNvSpPr txBox="1">
              <a:spLocks noChangeArrowheads="1"/>
            </p:cNvSpPr>
            <p:nvPr/>
          </p:nvSpPr>
          <p:spPr bwMode="auto">
            <a:xfrm>
              <a:off x="2319" y="1677"/>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79" name="Rectangle 37">
              <a:extLst>
                <a:ext uri="{FF2B5EF4-FFF2-40B4-BE49-F238E27FC236}">
                  <a16:creationId xmlns:a16="http://schemas.microsoft.com/office/drawing/2014/main" id="{8B3BF1FB-E8A5-116D-B268-C67209C0C8F9}"/>
                </a:ext>
              </a:extLst>
            </p:cNvPr>
            <p:cNvSpPr>
              <a:spLocks noChangeArrowheads="1"/>
            </p:cNvSpPr>
            <p:nvPr/>
          </p:nvSpPr>
          <p:spPr bwMode="auto">
            <a:xfrm>
              <a:off x="2304"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80" name="Rectangle 38">
              <a:extLst>
                <a:ext uri="{FF2B5EF4-FFF2-40B4-BE49-F238E27FC236}">
                  <a16:creationId xmlns:a16="http://schemas.microsoft.com/office/drawing/2014/main" id="{E3F6DB3A-06AC-DB54-0CF4-00CE199BC6E6}"/>
                </a:ext>
              </a:extLst>
            </p:cNvPr>
            <p:cNvSpPr>
              <a:spLocks noChangeArrowheads="1"/>
            </p:cNvSpPr>
            <p:nvPr/>
          </p:nvSpPr>
          <p:spPr bwMode="auto">
            <a:xfrm>
              <a:off x="2064"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81" name="Rectangle 39">
              <a:extLst>
                <a:ext uri="{FF2B5EF4-FFF2-40B4-BE49-F238E27FC236}">
                  <a16:creationId xmlns:a16="http://schemas.microsoft.com/office/drawing/2014/main" id="{11F985AF-365E-9DBB-B579-CEA1085007C2}"/>
                </a:ext>
              </a:extLst>
            </p:cNvPr>
            <p:cNvSpPr>
              <a:spLocks noChangeArrowheads="1"/>
            </p:cNvSpPr>
            <p:nvPr/>
          </p:nvSpPr>
          <p:spPr bwMode="auto">
            <a:xfrm>
              <a:off x="1824" y="1834"/>
              <a:ext cx="240"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82" name="Rectangle 40">
              <a:extLst>
                <a:ext uri="{FF2B5EF4-FFF2-40B4-BE49-F238E27FC236}">
                  <a16:creationId xmlns:a16="http://schemas.microsoft.com/office/drawing/2014/main" id="{041A714C-519E-D338-88FE-13F1AF8B8908}"/>
                </a:ext>
              </a:extLst>
            </p:cNvPr>
            <p:cNvSpPr>
              <a:spLocks noChangeArrowheads="1"/>
            </p:cNvSpPr>
            <p:nvPr/>
          </p:nvSpPr>
          <p:spPr bwMode="auto">
            <a:xfrm>
              <a:off x="1584"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83" name="Text Box 41">
              <a:extLst>
                <a:ext uri="{FF2B5EF4-FFF2-40B4-BE49-F238E27FC236}">
                  <a16:creationId xmlns:a16="http://schemas.microsoft.com/office/drawing/2014/main" id="{0678B0FE-77BF-A12C-F0FB-0334495E64BA}"/>
                </a:ext>
              </a:extLst>
            </p:cNvPr>
            <p:cNvSpPr txBox="1">
              <a:spLocks noChangeArrowheads="1"/>
            </p:cNvSpPr>
            <p:nvPr/>
          </p:nvSpPr>
          <p:spPr bwMode="auto">
            <a:xfrm>
              <a:off x="3168" y="168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84" name="Text Box 42">
              <a:extLst>
                <a:ext uri="{FF2B5EF4-FFF2-40B4-BE49-F238E27FC236}">
                  <a16:creationId xmlns:a16="http://schemas.microsoft.com/office/drawing/2014/main" id="{4C34724F-6C2C-7A3C-E463-D267A6BF5EC5}"/>
                </a:ext>
              </a:extLst>
            </p:cNvPr>
            <p:cNvSpPr txBox="1">
              <a:spLocks noChangeArrowheads="1"/>
            </p:cNvSpPr>
            <p:nvPr/>
          </p:nvSpPr>
          <p:spPr bwMode="auto">
            <a:xfrm>
              <a:off x="3408" y="168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85" name="Text Box 43">
              <a:extLst>
                <a:ext uri="{FF2B5EF4-FFF2-40B4-BE49-F238E27FC236}">
                  <a16:creationId xmlns:a16="http://schemas.microsoft.com/office/drawing/2014/main" id="{2FA05834-EA0B-0B94-C64D-CAE6D8BEB411}"/>
                </a:ext>
              </a:extLst>
            </p:cNvPr>
            <p:cNvSpPr txBox="1">
              <a:spLocks noChangeArrowheads="1"/>
            </p:cNvSpPr>
            <p:nvPr/>
          </p:nvSpPr>
          <p:spPr bwMode="auto">
            <a:xfrm>
              <a:off x="3648" y="168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86" name="Text Box 44">
              <a:extLst>
                <a:ext uri="{FF2B5EF4-FFF2-40B4-BE49-F238E27FC236}">
                  <a16:creationId xmlns:a16="http://schemas.microsoft.com/office/drawing/2014/main" id="{0803F13F-9D64-57E8-B22C-47ADC27C3D09}"/>
                </a:ext>
              </a:extLst>
            </p:cNvPr>
            <p:cNvSpPr txBox="1">
              <a:spLocks noChangeArrowheads="1"/>
            </p:cNvSpPr>
            <p:nvPr/>
          </p:nvSpPr>
          <p:spPr bwMode="auto">
            <a:xfrm>
              <a:off x="3888" y="168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87" name="Rectangle 45">
              <a:extLst>
                <a:ext uri="{FF2B5EF4-FFF2-40B4-BE49-F238E27FC236}">
                  <a16:creationId xmlns:a16="http://schemas.microsoft.com/office/drawing/2014/main" id="{78EBB7BB-C955-F8F4-ABEC-422B8FFD2CE9}"/>
                </a:ext>
              </a:extLst>
            </p:cNvPr>
            <p:cNvSpPr>
              <a:spLocks noChangeArrowheads="1"/>
            </p:cNvSpPr>
            <p:nvPr/>
          </p:nvSpPr>
          <p:spPr bwMode="auto">
            <a:xfrm>
              <a:off x="3840"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88" name="Rectangle 46">
              <a:extLst>
                <a:ext uri="{FF2B5EF4-FFF2-40B4-BE49-F238E27FC236}">
                  <a16:creationId xmlns:a16="http://schemas.microsoft.com/office/drawing/2014/main" id="{4E12AD22-01BC-D2E4-261B-7E9BAC6AECB3}"/>
                </a:ext>
              </a:extLst>
            </p:cNvPr>
            <p:cNvSpPr>
              <a:spLocks noChangeArrowheads="1"/>
            </p:cNvSpPr>
            <p:nvPr/>
          </p:nvSpPr>
          <p:spPr bwMode="auto">
            <a:xfrm>
              <a:off x="3600"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89" name="Rectangle 47">
              <a:extLst>
                <a:ext uri="{FF2B5EF4-FFF2-40B4-BE49-F238E27FC236}">
                  <a16:creationId xmlns:a16="http://schemas.microsoft.com/office/drawing/2014/main" id="{15ED1EE8-4B3C-B205-A608-22E25D255CE4}"/>
                </a:ext>
              </a:extLst>
            </p:cNvPr>
            <p:cNvSpPr>
              <a:spLocks noChangeArrowheads="1"/>
            </p:cNvSpPr>
            <p:nvPr/>
          </p:nvSpPr>
          <p:spPr bwMode="auto">
            <a:xfrm>
              <a:off x="3360" y="1834"/>
              <a:ext cx="240"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90" name="Rectangle 48">
              <a:extLst>
                <a:ext uri="{FF2B5EF4-FFF2-40B4-BE49-F238E27FC236}">
                  <a16:creationId xmlns:a16="http://schemas.microsoft.com/office/drawing/2014/main" id="{1055AECB-A0A6-BFAD-6C3F-735193F578B0}"/>
                </a:ext>
              </a:extLst>
            </p:cNvPr>
            <p:cNvSpPr>
              <a:spLocks noChangeArrowheads="1"/>
            </p:cNvSpPr>
            <p:nvPr/>
          </p:nvSpPr>
          <p:spPr bwMode="auto">
            <a:xfrm>
              <a:off x="3120"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91" name="Line 49">
              <a:extLst>
                <a:ext uri="{FF2B5EF4-FFF2-40B4-BE49-F238E27FC236}">
                  <a16:creationId xmlns:a16="http://schemas.microsoft.com/office/drawing/2014/main" id="{1B053C4A-FAC2-729A-5093-5D0AED342A31}"/>
                </a:ext>
              </a:extLst>
            </p:cNvPr>
            <p:cNvSpPr>
              <a:spLocks noChangeShapeType="1"/>
            </p:cNvSpPr>
            <p:nvPr/>
          </p:nvSpPr>
          <p:spPr bwMode="auto">
            <a:xfrm flipH="1">
              <a:off x="2208" y="1392"/>
              <a:ext cx="672"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 name="Line 50">
              <a:extLst>
                <a:ext uri="{FF2B5EF4-FFF2-40B4-BE49-F238E27FC236}">
                  <a16:creationId xmlns:a16="http://schemas.microsoft.com/office/drawing/2014/main" id="{EB410D1A-D599-13DF-EECE-355F1B8C2C18}"/>
                </a:ext>
              </a:extLst>
            </p:cNvPr>
            <p:cNvSpPr>
              <a:spLocks noChangeShapeType="1"/>
            </p:cNvSpPr>
            <p:nvPr/>
          </p:nvSpPr>
          <p:spPr bwMode="auto">
            <a:xfrm>
              <a:off x="2880" y="1392"/>
              <a:ext cx="672"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93" name="Group 51">
            <a:extLst>
              <a:ext uri="{FF2B5EF4-FFF2-40B4-BE49-F238E27FC236}">
                <a16:creationId xmlns:a16="http://schemas.microsoft.com/office/drawing/2014/main" id="{16B57656-1E2A-CA17-849F-D725BA639890}"/>
              </a:ext>
            </a:extLst>
          </p:cNvPr>
          <p:cNvGrpSpPr>
            <a:grpSpLocks/>
          </p:cNvGrpSpPr>
          <p:nvPr/>
        </p:nvGrpSpPr>
        <p:grpSpPr bwMode="auto">
          <a:xfrm>
            <a:off x="2819400" y="3733800"/>
            <a:ext cx="4419600" cy="1066800"/>
            <a:chOff x="1440" y="2160"/>
            <a:chExt cx="2784" cy="672"/>
          </a:xfrm>
        </p:grpSpPr>
        <p:sp>
          <p:nvSpPr>
            <p:cNvPr id="94" name="Text Box 52">
              <a:extLst>
                <a:ext uri="{FF2B5EF4-FFF2-40B4-BE49-F238E27FC236}">
                  <a16:creationId xmlns:a16="http://schemas.microsoft.com/office/drawing/2014/main" id="{68CA7D6A-6BFF-C5C6-98A2-2C6486B69E07}"/>
                </a:ext>
              </a:extLst>
            </p:cNvPr>
            <p:cNvSpPr txBox="1">
              <a:spLocks noChangeArrowheads="1"/>
            </p:cNvSpPr>
            <p:nvPr/>
          </p:nvSpPr>
          <p:spPr bwMode="auto">
            <a:xfrm>
              <a:off x="1455" y="244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95" name="Text Box 53">
              <a:extLst>
                <a:ext uri="{FF2B5EF4-FFF2-40B4-BE49-F238E27FC236}">
                  <a16:creationId xmlns:a16="http://schemas.microsoft.com/office/drawing/2014/main" id="{BC43D984-1784-ABD8-5CDE-0CF4F48333A4}"/>
                </a:ext>
              </a:extLst>
            </p:cNvPr>
            <p:cNvSpPr txBox="1">
              <a:spLocks noChangeArrowheads="1"/>
            </p:cNvSpPr>
            <p:nvPr/>
          </p:nvSpPr>
          <p:spPr bwMode="auto">
            <a:xfrm>
              <a:off x="1695" y="244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96" name="Rectangle 54">
              <a:extLst>
                <a:ext uri="{FF2B5EF4-FFF2-40B4-BE49-F238E27FC236}">
                  <a16:creationId xmlns:a16="http://schemas.microsoft.com/office/drawing/2014/main" id="{58CE4D7A-E171-ECC8-5A55-00EDA506F813}"/>
                </a:ext>
              </a:extLst>
            </p:cNvPr>
            <p:cNvSpPr>
              <a:spLocks noChangeArrowheads="1"/>
            </p:cNvSpPr>
            <p:nvPr/>
          </p:nvSpPr>
          <p:spPr bwMode="auto">
            <a:xfrm>
              <a:off x="1680"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97" name="Rectangle 55">
              <a:extLst>
                <a:ext uri="{FF2B5EF4-FFF2-40B4-BE49-F238E27FC236}">
                  <a16:creationId xmlns:a16="http://schemas.microsoft.com/office/drawing/2014/main" id="{AAB71DAD-CA22-3BA4-49AF-12DAC54E52B8}"/>
                </a:ext>
              </a:extLst>
            </p:cNvPr>
            <p:cNvSpPr>
              <a:spLocks noChangeArrowheads="1"/>
            </p:cNvSpPr>
            <p:nvPr/>
          </p:nvSpPr>
          <p:spPr bwMode="auto">
            <a:xfrm>
              <a:off x="1440" y="2602"/>
              <a:ext cx="240"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98" name="Text Box 56">
              <a:extLst>
                <a:ext uri="{FF2B5EF4-FFF2-40B4-BE49-F238E27FC236}">
                  <a16:creationId xmlns:a16="http://schemas.microsoft.com/office/drawing/2014/main" id="{40C300A0-CA7D-FBA5-4E6C-1EA12ED1F6A9}"/>
                </a:ext>
              </a:extLst>
            </p:cNvPr>
            <p:cNvSpPr txBox="1">
              <a:spLocks noChangeArrowheads="1"/>
            </p:cNvSpPr>
            <p:nvPr/>
          </p:nvSpPr>
          <p:spPr bwMode="auto">
            <a:xfrm>
              <a:off x="2223" y="244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99" name="Text Box 57">
              <a:extLst>
                <a:ext uri="{FF2B5EF4-FFF2-40B4-BE49-F238E27FC236}">
                  <a16:creationId xmlns:a16="http://schemas.microsoft.com/office/drawing/2014/main" id="{E6D4C442-56EF-6D7D-1F5C-7765D16D6D5A}"/>
                </a:ext>
              </a:extLst>
            </p:cNvPr>
            <p:cNvSpPr txBox="1">
              <a:spLocks noChangeArrowheads="1"/>
            </p:cNvSpPr>
            <p:nvPr/>
          </p:nvSpPr>
          <p:spPr bwMode="auto">
            <a:xfrm>
              <a:off x="2463" y="244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100" name="Rectangle 58">
              <a:extLst>
                <a:ext uri="{FF2B5EF4-FFF2-40B4-BE49-F238E27FC236}">
                  <a16:creationId xmlns:a16="http://schemas.microsoft.com/office/drawing/2014/main" id="{0ECBAB23-4488-4AA2-8386-70C0D0607564}"/>
                </a:ext>
              </a:extLst>
            </p:cNvPr>
            <p:cNvSpPr>
              <a:spLocks noChangeArrowheads="1"/>
            </p:cNvSpPr>
            <p:nvPr/>
          </p:nvSpPr>
          <p:spPr bwMode="auto">
            <a:xfrm>
              <a:off x="2448"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101" name="Rectangle 59">
              <a:extLst>
                <a:ext uri="{FF2B5EF4-FFF2-40B4-BE49-F238E27FC236}">
                  <a16:creationId xmlns:a16="http://schemas.microsoft.com/office/drawing/2014/main" id="{1ACB442E-D9B5-A462-5577-9AF102BC9022}"/>
                </a:ext>
              </a:extLst>
            </p:cNvPr>
            <p:cNvSpPr>
              <a:spLocks noChangeArrowheads="1"/>
            </p:cNvSpPr>
            <p:nvPr/>
          </p:nvSpPr>
          <p:spPr bwMode="auto">
            <a:xfrm>
              <a:off x="2208" y="2602"/>
              <a:ext cx="240"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102" name="Text Box 60">
              <a:extLst>
                <a:ext uri="{FF2B5EF4-FFF2-40B4-BE49-F238E27FC236}">
                  <a16:creationId xmlns:a16="http://schemas.microsoft.com/office/drawing/2014/main" id="{A4B83DCC-1425-F1A2-FC82-13267BD57E2C}"/>
                </a:ext>
              </a:extLst>
            </p:cNvPr>
            <p:cNvSpPr txBox="1">
              <a:spLocks noChangeArrowheads="1"/>
            </p:cNvSpPr>
            <p:nvPr/>
          </p:nvSpPr>
          <p:spPr bwMode="auto">
            <a:xfrm>
              <a:off x="3024" y="244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103" name="Text Box 61">
              <a:extLst>
                <a:ext uri="{FF2B5EF4-FFF2-40B4-BE49-F238E27FC236}">
                  <a16:creationId xmlns:a16="http://schemas.microsoft.com/office/drawing/2014/main" id="{4760BBA0-2611-9284-DC6E-52A4EC3135B7}"/>
                </a:ext>
              </a:extLst>
            </p:cNvPr>
            <p:cNvSpPr txBox="1">
              <a:spLocks noChangeArrowheads="1"/>
            </p:cNvSpPr>
            <p:nvPr/>
          </p:nvSpPr>
          <p:spPr bwMode="auto">
            <a:xfrm>
              <a:off x="3264" y="244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104" name="Rectangle 62">
              <a:extLst>
                <a:ext uri="{FF2B5EF4-FFF2-40B4-BE49-F238E27FC236}">
                  <a16:creationId xmlns:a16="http://schemas.microsoft.com/office/drawing/2014/main" id="{E8BB6E9A-CA4E-5C24-B2E1-FB499A0F9181}"/>
                </a:ext>
              </a:extLst>
            </p:cNvPr>
            <p:cNvSpPr>
              <a:spLocks noChangeArrowheads="1"/>
            </p:cNvSpPr>
            <p:nvPr/>
          </p:nvSpPr>
          <p:spPr bwMode="auto">
            <a:xfrm>
              <a:off x="3216"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105" name="Rectangle 63">
              <a:extLst>
                <a:ext uri="{FF2B5EF4-FFF2-40B4-BE49-F238E27FC236}">
                  <a16:creationId xmlns:a16="http://schemas.microsoft.com/office/drawing/2014/main" id="{C7AC4900-4239-941B-A42D-6EF8BA6C8E44}"/>
                </a:ext>
              </a:extLst>
            </p:cNvPr>
            <p:cNvSpPr>
              <a:spLocks noChangeArrowheads="1"/>
            </p:cNvSpPr>
            <p:nvPr/>
          </p:nvSpPr>
          <p:spPr bwMode="auto">
            <a:xfrm>
              <a:off x="2976" y="2602"/>
              <a:ext cx="240"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106" name="Text Box 64">
              <a:extLst>
                <a:ext uri="{FF2B5EF4-FFF2-40B4-BE49-F238E27FC236}">
                  <a16:creationId xmlns:a16="http://schemas.microsoft.com/office/drawing/2014/main" id="{5EA0B34D-AB84-DB61-CB27-F906F7909E2A}"/>
                </a:ext>
              </a:extLst>
            </p:cNvPr>
            <p:cNvSpPr txBox="1">
              <a:spLocks noChangeArrowheads="1"/>
            </p:cNvSpPr>
            <p:nvPr/>
          </p:nvSpPr>
          <p:spPr bwMode="auto">
            <a:xfrm>
              <a:off x="3792" y="244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107" name="Text Box 65">
              <a:extLst>
                <a:ext uri="{FF2B5EF4-FFF2-40B4-BE49-F238E27FC236}">
                  <a16:creationId xmlns:a16="http://schemas.microsoft.com/office/drawing/2014/main" id="{0C92A37D-CCC2-EDFF-119B-02F6904CF6AB}"/>
                </a:ext>
              </a:extLst>
            </p:cNvPr>
            <p:cNvSpPr txBox="1">
              <a:spLocks noChangeArrowheads="1"/>
            </p:cNvSpPr>
            <p:nvPr/>
          </p:nvSpPr>
          <p:spPr bwMode="auto">
            <a:xfrm>
              <a:off x="4032" y="244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108" name="Rectangle 66">
              <a:extLst>
                <a:ext uri="{FF2B5EF4-FFF2-40B4-BE49-F238E27FC236}">
                  <a16:creationId xmlns:a16="http://schemas.microsoft.com/office/drawing/2014/main" id="{468E37D4-AFEC-5D86-DA5F-46E3EC3681D3}"/>
                </a:ext>
              </a:extLst>
            </p:cNvPr>
            <p:cNvSpPr>
              <a:spLocks noChangeArrowheads="1"/>
            </p:cNvSpPr>
            <p:nvPr/>
          </p:nvSpPr>
          <p:spPr bwMode="auto">
            <a:xfrm>
              <a:off x="3984"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109" name="Rectangle 67">
              <a:extLst>
                <a:ext uri="{FF2B5EF4-FFF2-40B4-BE49-F238E27FC236}">
                  <a16:creationId xmlns:a16="http://schemas.microsoft.com/office/drawing/2014/main" id="{D1F5ACB0-7263-0E51-A603-48C05E7513EF}"/>
                </a:ext>
              </a:extLst>
            </p:cNvPr>
            <p:cNvSpPr>
              <a:spLocks noChangeArrowheads="1"/>
            </p:cNvSpPr>
            <p:nvPr/>
          </p:nvSpPr>
          <p:spPr bwMode="auto">
            <a:xfrm>
              <a:off x="3744" y="2602"/>
              <a:ext cx="240"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110" name="Line 68">
              <a:extLst>
                <a:ext uri="{FF2B5EF4-FFF2-40B4-BE49-F238E27FC236}">
                  <a16:creationId xmlns:a16="http://schemas.microsoft.com/office/drawing/2014/main" id="{1E422315-4F92-E6A2-7A3B-CA9CD00F3C11}"/>
                </a:ext>
              </a:extLst>
            </p:cNvPr>
            <p:cNvSpPr>
              <a:spLocks noChangeShapeType="1"/>
            </p:cNvSpPr>
            <p:nvPr/>
          </p:nvSpPr>
          <p:spPr bwMode="auto">
            <a:xfrm flipH="1">
              <a:off x="1680" y="2160"/>
              <a:ext cx="38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1" name="Line 69">
              <a:extLst>
                <a:ext uri="{FF2B5EF4-FFF2-40B4-BE49-F238E27FC236}">
                  <a16:creationId xmlns:a16="http://schemas.microsoft.com/office/drawing/2014/main" id="{8A98C9AC-5BBD-993B-CC86-5FF783751257}"/>
                </a:ext>
              </a:extLst>
            </p:cNvPr>
            <p:cNvSpPr>
              <a:spLocks noChangeShapeType="1"/>
            </p:cNvSpPr>
            <p:nvPr/>
          </p:nvSpPr>
          <p:spPr bwMode="auto">
            <a:xfrm>
              <a:off x="2064" y="2160"/>
              <a:ext cx="38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 name="Line 70">
              <a:extLst>
                <a:ext uri="{FF2B5EF4-FFF2-40B4-BE49-F238E27FC236}">
                  <a16:creationId xmlns:a16="http://schemas.microsoft.com/office/drawing/2014/main" id="{565CACCD-6589-6516-65E8-2E089365CDB3}"/>
                </a:ext>
              </a:extLst>
            </p:cNvPr>
            <p:cNvSpPr>
              <a:spLocks noChangeShapeType="1"/>
            </p:cNvSpPr>
            <p:nvPr/>
          </p:nvSpPr>
          <p:spPr bwMode="auto">
            <a:xfrm flipH="1">
              <a:off x="3216" y="2160"/>
              <a:ext cx="38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3" name="Line 71">
              <a:extLst>
                <a:ext uri="{FF2B5EF4-FFF2-40B4-BE49-F238E27FC236}">
                  <a16:creationId xmlns:a16="http://schemas.microsoft.com/office/drawing/2014/main" id="{350EF0C5-39FE-9669-5197-A4C4FB6DBA80}"/>
                </a:ext>
              </a:extLst>
            </p:cNvPr>
            <p:cNvSpPr>
              <a:spLocks noChangeShapeType="1"/>
            </p:cNvSpPr>
            <p:nvPr/>
          </p:nvSpPr>
          <p:spPr bwMode="auto">
            <a:xfrm>
              <a:off x="3600" y="2160"/>
              <a:ext cx="38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4" name="Group 72">
            <a:extLst>
              <a:ext uri="{FF2B5EF4-FFF2-40B4-BE49-F238E27FC236}">
                <a16:creationId xmlns:a16="http://schemas.microsoft.com/office/drawing/2014/main" id="{563DA776-545F-489E-D185-1907C44E4236}"/>
              </a:ext>
            </a:extLst>
          </p:cNvPr>
          <p:cNvGrpSpPr>
            <a:grpSpLocks/>
          </p:cNvGrpSpPr>
          <p:nvPr/>
        </p:nvGrpSpPr>
        <p:grpSpPr bwMode="auto">
          <a:xfrm>
            <a:off x="2667000" y="4953000"/>
            <a:ext cx="4724400" cy="1143000"/>
            <a:chOff x="1344" y="2928"/>
            <a:chExt cx="2976" cy="720"/>
          </a:xfrm>
        </p:grpSpPr>
        <p:sp>
          <p:nvSpPr>
            <p:cNvPr id="115" name="Text Box 73">
              <a:extLst>
                <a:ext uri="{FF2B5EF4-FFF2-40B4-BE49-F238E27FC236}">
                  <a16:creationId xmlns:a16="http://schemas.microsoft.com/office/drawing/2014/main" id="{2FF7A9DF-3AEC-AB7E-BBD3-5D845BA32193}"/>
                </a:ext>
              </a:extLst>
            </p:cNvPr>
            <p:cNvSpPr txBox="1">
              <a:spLocks noChangeArrowheads="1"/>
            </p:cNvSpPr>
            <p:nvPr/>
          </p:nvSpPr>
          <p:spPr bwMode="auto">
            <a:xfrm>
              <a:off x="1359" y="326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116" name="Rectangle 74">
              <a:extLst>
                <a:ext uri="{FF2B5EF4-FFF2-40B4-BE49-F238E27FC236}">
                  <a16:creationId xmlns:a16="http://schemas.microsoft.com/office/drawing/2014/main" id="{86DFCEB5-4067-ADE7-5C85-BA8DD6FB4E3D}"/>
                </a:ext>
              </a:extLst>
            </p:cNvPr>
            <p:cNvSpPr>
              <a:spLocks noChangeArrowheads="1"/>
            </p:cNvSpPr>
            <p:nvPr/>
          </p:nvSpPr>
          <p:spPr bwMode="auto">
            <a:xfrm>
              <a:off x="1344"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117" name="Text Box 75">
              <a:extLst>
                <a:ext uri="{FF2B5EF4-FFF2-40B4-BE49-F238E27FC236}">
                  <a16:creationId xmlns:a16="http://schemas.microsoft.com/office/drawing/2014/main" id="{5C8B797F-024A-971E-F6AB-C6EF891BC717}"/>
                </a:ext>
              </a:extLst>
            </p:cNvPr>
            <p:cNvSpPr txBox="1">
              <a:spLocks noChangeArrowheads="1"/>
            </p:cNvSpPr>
            <p:nvPr/>
          </p:nvSpPr>
          <p:spPr bwMode="auto">
            <a:xfrm>
              <a:off x="1791" y="326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118" name="Rectangle 76">
              <a:extLst>
                <a:ext uri="{FF2B5EF4-FFF2-40B4-BE49-F238E27FC236}">
                  <a16:creationId xmlns:a16="http://schemas.microsoft.com/office/drawing/2014/main" id="{912877CE-94EF-3F0A-EDB8-5483819EFA29}"/>
                </a:ext>
              </a:extLst>
            </p:cNvPr>
            <p:cNvSpPr>
              <a:spLocks noChangeArrowheads="1"/>
            </p:cNvSpPr>
            <p:nvPr/>
          </p:nvSpPr>
          <p:spPr bwMode="auto">
            <a:xfrm>
              <a:off x="1776"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119" name="Text Box 77">
              <a:extLst>
                <a:ext uri="{FF2B5EF4-FFF2-40B4-BE49-F238E27FC236}">
                  <a16:creationId xmlns:a16="http://schemas.microsoft.com/office/drawing/2014/main" id="{8D283E31-BD6B-ECDF-7D77-1291B4A00FCD}"/>
                </a:ext>
              </a:extLst>
            </p:cNvPr>
            <p:cNvSpPr txBox="1">
              <a:spLocks noChangeArrowheads="1"/>
            </p:cNvSpPr>
            <p:nvPr/>
          </p:nvSpPr>
          <p:spPr bwMode="auto">
            <a:xfrm>
              <a:off x="2127" y="326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120" name="Rectangle 78">
              <a:extLst>
                <a:ext uri="{FF2B5EF4-FFF2-40B4-BE49-F238E27FC236}">
                  <a16:creationId xmlns:a16="http://schemas.microsoft.com/office/drawing/2014/main" id="{F70670A6-6843-5776-205A-F06CDD7D3B03}"/>
                </a:ext>
              </a:extLst>
            </p:cNvPr>
            <p:cNvSpPr>
              <a:spLocks noChangeArrowheads="1"/>
            </p:cNvSpPr>
            <p:nvPr/>
          </p:nvSpPr>
          <p:spPr bwMode="auto">
            <a:xfrm>
              <a:off x="2112"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121" name="Text Box 79">
              <a:extLst>
                <a:ext uri="{FF2B5EF4-FFF2-40B4-BE49-F238E27FC236}">
                  <a16:creationId xmlns:a16="http://schemas.microsoft.com/office/drawing/2014/main" id="{EBA17D5E-3552-1962-1E17-9D4E28BA91C7}"/>
                </a:ext>
              </a:extLst>
            </p:cNvPr>
            <p:cNvSpPr txBox="1">
              <a:spLocks noChangeArrowheads="1"/>
            </p:cNvSpPr>
            <p:nvPr/>
          </p:nvSpPr>
          <p:spPr bwMode="auto">
            <a:xfrm>
              <a:off x="2559" y="326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122" name="Rectangle 80">
              <a:extLst>
                <a:ext uri="{FF2B5EF4-FFF2-40B4-BE49-F238E27FC236}">
                  <a16:creationId xmlns:a16="http://schemas.microsoft.com/office/drawing/2014/main" id="{644FBCE6-3F8A-477D-ADE4-228157C3C4FF}"/>
                </a:ext>
              </a:extLst>
            </p:cNvPr>
            <p:cNvSpPr>
              <a:spLocks noChangeArrowheads="1"/>
            </p:cNvSpPr>
            <p:nvPr/>
          </p:nvSpPr>
          <p:spPr bwMode="auto">
            <a:xfrm>
              <a:off x="2544"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123" name="Rectangle 81">
              <a:extLst>
                <a:ext uri="{FF2B5EF4-FFF2-40B4-BE49-F238E27FC236}">
                  <a16:creationId xmlns:a16="http://schemas.microsoft.com/office/drawing/2014/main" id="{AAD7B540-8DBD-EC20-B69D-6B694A5D5109}"/>
                </a:ext>
              </a:extLst>
            </p:cNvPr>
            <p:cNvSpPr>
              <a:spLocks noChangeArrowheads="1"/>
            </p:cNvSpPr>
            <p:nvPr/>
          </p:nvSpPr>
          <p:spPr bwMode="auto">
            <a:xfrm>
              <a:off x="2880"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124" name="Text Box 82">
              <a:extLst>
                <a:ext uri="{FF2B5EF4-FFF2-40B4-BE49-F238E27FC236}">
                  <a16:creationId xmlns:a16="http://schemas.microsoft.com/office/drawing/2014/main" id="{7F4A2E19-A4E3-034D-59B6-037FB8F66D99}"/>
                </a:ext>
              </a:extLst>
            </p:cNvPr>
            <p:cNvSpPr txBox="1">
              <a:spLocks noChangeArrowheads="1"/>
            </p:cNvSpPr>
            <p:nvPr/>
          </p:nvSpPr>
          <p:spPr bwMode="auto">
            <a:xfrm>
              <a:off x="3360"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125" name="Rectangle 83">
              <a:extLst>
                <a:ext uri="{FF2B5EF4-FFF2-40B4-BE49-F238E27FC236}">
                  <a16:creationId xmlns:a16="http://schemas.microsoft.com/office/drawing/2014/main" id="{BA927640-D5C6-85EB-D404-29444EE3409A}"/>
                </a:ext>
              </a:extLst>
            </p:cNvPr>
            <p:cNvSpPr>
              <a:spLocks noChangeArrowheads="1"/>
            </p:cNvSpPr>
            <p:nvPr/>
          </p:nvSpPr>
          <p:spPr bwMode="auto">
            <a:xfrm>
              <a:off x="3312"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126" name="Text Box 84">
              <a:extLst>
                <a:ext uri="{FF2B5EF4-FFF2-40B4-BE49-F238E27FC236}">
                  <a16:creationId xmlns:a16="http://schemas.microsoft.com/office/drawing/2014/main" id="{6920C1EB-A30B-EA08-AE45-1C0BA4E7A77C}"/>
                </a:ext>
              </a:extLst>
            </p:cNvPr>
            <p:cNvSpPr txBox="1">
              <a:spLocks noChangeArrowheads="1"/>
            </p:cNvSpPr>
            <p:nvPr/>
          </p:nvSpPr>
          <p:spPr bwMode="auto">
            <a:xfrm>
              <a:off x="3696"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127" name="Rectangle 85">
              <a:extLst>
                <a:ext uri="{FF2B5EF4-FFF2-40B4-BE49-F238E27FC236}">
                  <a16:creationId xmlns:a16="http://schemas.microsoft.com/office/drawing/2014/main" id="{D4000AAE-1537-9C8A-8286-B53425F8F32D}"/>
                </a:ext>
              </a:extLst>
            </p:cNvPr>
            <p:cNvSpPr>
              <a:spLocks noChangeArrowheads="1"/>
            </p:cNvSpPr>
            <p:nvPr/>
          </p:nvSpPr>
          <p:spPr bwMode="auto">
            <a:xfrm>
              <a:off x="3648"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128" name="Text Box 86">
              <a:extLst>
                <a:ext uri="{FF2B5EF4-FFF2-40B4-BE49-F238E27FC236}">
                  <a16:creationId xmlns:a16="http://schemas.microsoft.com/office/drawing/2014/main" id="{0B92F64A-1B14-1D12-9BE0-BAF65384E244}"/>
                </a:ext>
              </a:extLst>
            </p:cNvPr>
            <p:cNvSpPr txBox="1">
              <a:spLocks noChangeArrowheads="1"/>
            </p:cNvSpPr>
            <p:nvPr/>
          </p:nvSpPr>
          <p:spPr bwMode="auto">
            <a:xfrm>
              <a:off x="4128"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129" name="Rectangle 87">
              <a:extLst>
                <a:ext uri="{FF2B5EF4-FFF2-40B4-BE49-F238E27FC236}">
                  <a16:creationId xmlns:a16="http://schemas.microsoft.com/office/drawing/2014/main" id="{7FC05D0B-6DF0-5E63-75BA-7E5CA101BF60}"/>
                </a:ext>
              </a:extLst>
            </p:cNvPr>
            <p:cNvSpPr>
              <a:spLocks noChangeArrowheads="1"/>
            </p:cNvSpPr>
            <p:nvPr/>
          </p:nvSpPr>
          <p:spPr bwMode="auto">
            <a:xfrm>
              <a:off x="4080"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130" name="Text Box 88">
              <a:extLst>
                <a:ext uri="{FF2B5EF4-FFF2-40B4-BE49-F238E27FC236}">
                  <a16:creationId xmlns:a16="http://schemas.microsoft.com/office/drawing/2014/main" id="{6CB8F0A3-4E44-3E51-B01B-A93640835EC9}"/>
                </a:ext>
              </a:extLst>
            </p:cNvPr>
            <p:cNvSpPr txBox="1">
              <a:spLocks noChangeArrowheads="1"/>
            </p:cNvSpPr>
            <p:nvPr/>
          </p:nvSpPr>
          <p:spPr bwMode="auto">
            <a:xfrm>
              <a:off x="2928" y="325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131" name="Line 89">
              <a:extLst>
                <a:ext uri="{FF2B5EF4-FFF2-40B4-BE49-F238E27FC236}">
                  <a16:creationId xmlns:a16="http://schemas.microsoft.com/office/drawing/2014/main" id="{175CA754-082F-B22A-27ED-702062DF950E}"/>
                </a:ext>
              </a:extLst>
            </p:cNvPr>
            <p:cNvSpPr>
              <a:spLocks noChangeShapeType="1"/>
            </p:cNvSpPr>
            <p:nvPr/>
          </p:nvSpPr>
          <p:spPr bwMode="auto">
            <a:xfrm flipH="1">
              <a:off x="1536" y="2928"/>
              <a:ext cx="14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2" name="Line 90">
              <a:extLst>
                <a:ext uri="{FF2B5EF4-FFF2-40B4-BE49-F238E27FC236}">
                  <a16:creationId xmlns:a16="http://schemas.microsoft.com/office/drawing/2014/main" id="{A9884ABF-5E7D-E86E-42AC-7E97B93A45D1}"/>
                </a:ext>
              </a:extLst>
            </p:cNvPr>
            <p:cNvSpPr>
              <a:spLocks noChangeShapeType="1"/>
            </p:cNvSpPr>
            <p:nvPr/>
          </p:nvSpPr>
          <p:spPr bwMode="auto">
            <a:xfrm>
              <a:off x="1680" y="2928"/>
              <a:ext cx="14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 name="Line 91">
              <a:extLst>
                <a:ext uri="{FF2B5EF4-FFF2-40B4-BE49-F238E27FC236}">
                  <a16:creationId xmlns:a16="http://schemas.microsoft.com/office/drawing/2014/main" id="{D9785266-7FE8-5286-EC70-A22A6D143738}"/>
                </a:ext>
              </a:extLst>
            </p:cNvPr>
            <p:cNvSpPr>
              <a:spLocks noChangeShapeType="1"/>
            </p:cNvSpPr>
            <p:nvPr/>
          </p:nvSpPr>
          <p:spPr bwMode="auto">
            <a:xfrm flipH="1">
              <a:off x="2304" y="2928"/>
              <a:ext cx="14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4" name="Line 92">
              <a:extLst>
                <a:ext uri="{FF2B5EF4-FFF2-40B4-BE49-F238E27FC236}">
                  <a16:creationId xmlns:a16="http://schemas.microsoft.com/office/drawing/2014/main" id="{748810F3-45ED-F4A4-A234-4BC467E78DEE}"/>
                </a:ext>
              </a:extLst>
            </p:cNvPr>
            <p:cNvSpPr>
              <a:spLocks noChangeShapeType="1"/>
            </p:cNvSpPr>
            <p:nvPr/>
          </p:nvSpPr>
          <p:spPr bwMode="auto">
            <a:xfrm>
              <a:off x="2448" y="2928"/>
              <a:ext cx="14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5" name="Line 93">
              <a:extLst>
                <a:ext uri="{FF2B5EF4-FFF2-40B4-BE49-F238E27FC236}">
                  <a16:creationId xmlns:a16="http://schemas.microsoft.com/office/drawing/2014/main" id="{0E8F2976-0956-CD30-0D29-701C28699C0D}"/>
                </a:ext>
              </a:extLst>
            </p:cNvPr>
            <p:cNvSpPr>
              <a:spLocks noChangeShapeType="1"/>
            </p:cNvSpPr>
            <p:nvPr/>
          </p:nvSpPr>
          <p:spPr bwMode="auto">
            <a:xfrm flipH="1">
              <a:off x="3072" y="2928"/>
              <a:ext cx="14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6" name="Line 94">
              <a:extLst>
                <a:ext uri="{FF2B5EF4-FFF2-40B4-BE49-F238E27FC236}">
                  <a16:creationId xmlns:a16="http://schemas.microsoft.com/office/drawing/2014/main" id="{736B596B-4CE8-F009-4ECE-CC7C2D91C52D}"/>
                </a:ext>
              </a:extLst>
            </p:cNvPr>
            <p:cNvSpPr>
              <a:spLocks noChangeShapeType="1"/>
            </p:cNvSpPr>
            <p:nvPr/>
          </p:nvSpPr>
          <p:spPr bwMode="auto">
            <a:xfrm>
              <a:off x="3216" y="2928"/>
              <a:ext cx="14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 name="Line 95">
              <a:extLst>
                <a:ext uri="{FF2B5EF4-FFF2-40B4-BE49-F238E27FC236}">
                  <a16:creationId xmlns:a16="http://schemas.microsoft.com/office/drawing/2014/main" id="{4A567C06-4BEF-3904-A0BF-06B7B4FD8CC2}"/>
                </a:ext>
              </a:extLst>
            </p:cNvPr>
            <p:cNvSpPr>
              <a:spLocks noChangeShapeType="1"/>
            </p:cNvSpPr>
            <p:nvPr/>
          </p:nvSpPr>
          <p:spPr bwMode="auto">
            <a:xfrm flipH="1">
              <a:off x="3840" y="2928"/>
              <a:ext cx="14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8" name="Line 96">
              <a:extLst>
                <a:ext uri="{FF2B5EF4-FFF2-40B4-BE49-F238E27FC236}">
                  <a16:creationId xmlns:a16="http://schemas.microsoft.com/office/drawing/2014/main" id="{C3E99524-7B60-E107-A27C-4818B13541CB}"/>
                </a:ext>
              </a:extLst>
            </p:cNvPr>
            <p:cNvSpPr>
              <a:spLocks noChangeShapeType="1"/>
            </p:cNvSpPr>
            <p:nvPr/>
          </p:nvSpPr>
          <p:spPr bwMode="auto">
            <a:xfrm>
              <a:off x="3984" y="2928"/>
              <a:ext cx="14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39" name="Text Box 97">
            <a:extLst>
              <a:ext uri="{FF2B5EF4-FFF2-40B4-BE49-F238E27FC236}">
                <a16:creationId xmlns:a16="http://schemas.microsoft.com/office/drawing/2014/main" id="{54CEA11E-6676-FC4D-4A93-27018A4EB323}"/>
              </a:ext>
            </a:extLst>
          </p:cNvPr>
          <p:cNvSpPr txBox="1">
            <a:spLocks noChangeArrowheads="1"/>
          </p:cNvSpPr>
          <p:nvPr/>
        </p:nvSpPr>
        <p:spPr bwMode="auto">
          <a:xfrm>
            <a:off x="1117600" y="1878013"/>
            <a:ext cx="1174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solidFill>
                  <a:srgbClr val="DD0111"/>
                </a:solidFill>
              </a:rPr>
              <a:t>Divide</a:t>
            </a:r>
          </a:p>
        </p:txBody>
      </p:sp>
    </p:spTree>
    <p:extLst>
      <p:ext uri="{BB962C8B-B14F-4D97-AF65-F5344CB8AC3E}">
        <p14:creationId xmlns:p14="http://schemas.microsoft.com/office/powerpoint/2010/main" val="2769306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F567CEB-1218-D4A0-BF22-299C96B8B2B8}"/>
              </a:ext>
            </a:extLst>
          </p:cNvPr>
          <p:cNvSpPr>
            <a:spLocks noGrp="1"/>
          </p:cNvSpPr>
          <p:nvPr>
            <p:ph type="title"/>
          </p:nvPr>
        </p:nvSpPr>
        <p:spPr/>
        <p:txBody>
          <a:bodyPr>
            <a:normAutofit/>
          </a:bodyPr>
          <a:lstStyle/>
          <a:p>
            <a:r>
              <a:rPr lang="en-US" sz="3200" b="1" dirty="0">
                <a:solidFill>
                  <a:srgbClr val="004200"/>
                </a:solidFill>
                <a:latin typeface="Arial"/>
                <a:ea typeface="+mn-ea"/>
                <a:cs typeface="Arial"/>
              </a:rPr>
              <a:t>Merge Sort: Example – n Power of 2</a:t>
            </a:r>
            <a:endParaRPr lang="en-GB" sz="3200" b="1" dirty="0">
              <a:solidFill>
                <a:srgbClr val="004200"/>
              </a:solidFill>
              <a:latin typeface="Arial"/>
              <a:ea typeface="+mn-ea"/>
              <a:cs typeface="Arial"/>
            </a:endParaRPr>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smtClean="0">
                <a:cs typeface="+mj-cs"/>
              </a:rPr>
              <a:pPr/>
              <a:t>10</a:t>
            </a:fld>
            <a:endParaRPr lang="ur-PK" sz="1600" dirty="0">
              <a:cs typeface="+mj-cs"/>
            </a:endParaRPr>
          </a:p>
        </p:txBody>
      </p:sp>
      <p:grpSp>
        <p:nvGrpSpPr>
          <p:cNvPr id="11" name="Group 3">
            <a:extLst>
              <a:ext uri="{FF2B5EF4-FFF2-40B4-BE49-F238E27FC236}">
                <a16:creationId xmlns:a16="http://schemas.microsoft.com/office/drawing/2014/main" id="{1CC152C1-9C39-BA15-4025-23DC0F06B75E}"/>
              </a:ext>
            </a:extLst>
          </p:cNvPr>
          <p:cNvGrpSpPr>
            <a:grpSpLocks/>
          </p:cNvGrpSpPr>
          <p:nvPr/>
        </p:nvGrpSpPr>
        <p:grpSpPr bwMode="auto">
          <a:xfrm>
            <a:off x="3733800" y="5470525"/>
            <a:ext cx="4724400" cy="625475"/>
            <a:chOff x="1344" y="3254"/>
            <a:chExt cx="2976" cy="394"/>
          </a:xfrm>
        </p:grpSpPr>
        <p:sp>
          <p:nvSpPr>
            <p:cNvPr id="12" name="Text Box 4">
              <a:extLst>
                <a:ext uri="{FF2B5EF4-FFF2-40B4-BE49-F238E27FC236}">
                  <a16:creationId xmlns:a16="http://schemas.microsoft.com/office/drawing/2014/main" id="{E72DCAB1-A908-56A4-878E-D2FD555218CD}"/>
                </a:ext>
              </a:extLst>
            </p:cNvPr>
            <p:cNvSpPr txBox="1">
              <a:spLocks noChangeArrowheads="1"/>
            </p:cNvSpPr>
            <p:nvPr/>
          </p:nvSpPr>
          <p:spPr bwMode="auto">
            <a:xfrm>
              <a:off x="1359" y="326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13" name="Rectangle 5">
              <a:extLst>
                <a:ext uri="{FF2B5EF4-FFF2-40B4-BE49-F238E27FC236}">
                  <a16:creationId xmlns:a16="http://schemas.microsoft.com/office/drawing/2014/main" id="{6D3C4DF5-239B-B2C6-BC3B-112B27AEC340}"/>
                </a:ext>
              </a:extLst>
            </p:cNvPr>
            <p:cNvSpPr>
              <a:spLocks noChangeArrowheads="1"/>
            </p:cNvSpPr>
            <p:nvPr/>
          </p:nvSpPr>
          <p:spPr bwMode="auto">
            <a:xfrm>
              <a:off x="1344"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14" name="Text Box 6">
              <a:extLst>
                <a:ext uri="{FF2B5EF4-FFF2-40B4-BE49-F238E27FC236}">
                  <a16:creationId xmlns:a16="http://schemas.microsoft.com/office/drawing/2014/main" id="{C145B7E5-64DD-FB4B-525B-DF6CEDB0F3A3}"/>
                </a:ext>
              </a:extLst>
            </p:cNvPr>
            <p:cNvSpPr txBox="1">
              <a:spLocks noChangeArrowheads="1"/>
            </p:cNvSpPr>
            <p:nvPr/>
          </p:nvSpPr>
          <p:spPr bwMode="auto">
            <a:xfrm>
              <a:off x="1791" y="326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15" name="Rectangle 7">
              <a:extLst>
                <a:ext uri="{FF2B5EF4-FFF2-40B4-BE49-F238E27FC236}">
                  <a16:creationId xmlns:a16="http://schemas.microsoft.com/office/drawing/2014/main" id="{84C10E39-A099-B96B-388C-536554D2DE6E}"/>
                </a:ext>
              </a:extLst>
            </p:cNvPr>
            <p:cNvSpPr>
              <a:spLocks noChangeArrowheads="1"/>
            </p:cNvSpPr>
            <p:nvPr/>
          </p:nvSpPr>
          <p:spPr bwMode="auto">
            <a:xfrm>
              <a:off x="1776"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16" name="Text Box 8">
              <a:extLst>
                <a:ext uri="{FF2B5EF4-FFF2-40B4-BE49-F238E27FC236}">
                  <a16:creationId xmlns:a16="http://schemas.microsoft.com/office/drawing/2014/main" id="{9E70CA31-B4E2-33B8-EB46-D0E728B497BC}"/>
                </a:ext>
              </a:extLst>
            </p:cNvPr>
            <p:cNvSpPr txBox="1">
              <a:spLocks noChangeArrowheads="1"/>
            </p:cNvSpPr>
            <p:nvPr/>
          </p:nvSpPr>
          <p:spPr bwMode="auto">
            <a:xfrm>
              <a:off x="2127" y="326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17" name="Rectangle 9">
              <a:extLst>
                <a:ext uri="{FF2B5EF4-FFF2-40B4-BE49-F238E27FC236}">
                  <a16:creationId xmlns:a16="http://schemas.microsoft.com/office/drawing/2014/main" id="{DDB99CA3-ED43-93E9-EA21-A37051E3977F}"/>
                </a:ext>
              </a:extLst>
            </p:cNvPr>
            <p:cNvSpPr>
              <a:spLocks noChangeArrowheads="1"/>
            </p:cNvSpPr>
            <p:nvPr/>
          </p:nvSpPr>
          <p:spPr bwMode="auto">
            <a:xfrm>
              <a:off x="2112"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18" name="Text Box 10">
              <a:extLst>
                <a:ext uri="{FF2B5EF4-FFF2-40B4-BE49-F238E27FC236}">
                  <a16:creationId xmlns:a16="http://schemas.microsoft.com/office/drawing/2014/main" id="{60801AC6-DC23-883B-37B4-C5FFC20121F8}"/>
                </a:ext>
              </a:extLst>
            </p:cNvPr>
            <p:cNvSpPr txBox="1">
              <a:spLocks noChangeArrowheads="1"/>
            </p:cNvSpPr>
            <p:nvPr/>
          </p:nvSpPr>
          <p:spPr bwMode="auto">
            <a:xfrm>
              <a:off x="2559" y="326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19" name="Rectangle 11">
              <a:extLst>
                <a:ext uri="{FF2B5EF4-FFF2-40B4-BE49-F238E27FC236}">
                  <a16:creationId xmlns:a16="http://schemas.microsoft.com/office/drawing/2014/main" id="{2943BE5E-5704-DFA0-899C-7C47EEBB4CF8}"/>
                </a:ext>
              </a:extLst>
            </p:cNvPr>
            <p:cNvSpPr>
              <a:spLocks noChangeArrowheads="1"/>
            </p:cNvSpPr>
            <p:nvPr/>
          </p:nvSpPr>
          <p:spPr bwMode="auto">
            <a:xfrm>
              <a:off x="2544"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20" name="Rectangle 12">
              <a:extLst>
                <a:ext uri="{FF2B5EF4-FFF2-40B4-BE49-F238E27FC236}">
                  <a16:creationId xmlns:a16="http://schemas.microsoft.com/office/drawing/2014/main" id="{6419BC69-CA4E-FE7A-D67C-541A2ACF12B2}"/>
                </a:ext>
              </a:extLst>
            </p:cNvPr>
            <p:cNvSpPr>
              <a:spLocks noChangeArrowheads="1"/>
            </p:cNvSpPr>
            <p:nvPr/>
          </p:nvSpPr>
          <p:spPr bwMode="auto">
            <a:xfrm>
              <a:off x="2880"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21" name="Text Box 13">
              <a:extLst>
                <a:ext uri="{FF2B5EF4-FFF2-40B4-BE49-F238E27FC236}">
                  <a16:creationId xmlns:a16="http://schemas.microsoft.com/office/drawing/2014/main" id="{010BBD89-04D6-75B5-5897-51EDF1AC07FA}"/>
                </a:ext>
              </a:extLst>
            </p:cNvPr>
            <p:cNvSpPr txBox="1">
              <a:spLocks noChangeArrowheads="1"/>
            </p:cNvSpPr>
            <p:nvPr/>
          </p:nvSpPr>
          <p:spPr bwMode="auto">
            <a:xfrm>
              <a:off x="3360"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2" name="Rectangle 14">
              <a:extLst>
                <a:ext uri="{FF2B5EF4-FFF2-40B4-BE49-F238E27FC236}">
                  <a16:creationId xmlns:a16="http://schemas.microsoft.com/office/drawing/2014/main" id="{91FAA7DA-E5F3-6BBF-8D40-D874B81E7C5A}"/>
                </a:ext>
              </a:extLst>
            </p:cNvPr>
            <p:cNvSpPr>
              <a:spLocks noChangeArrowheads="1"/>
            </p:cNvSpPr>
            <p:nvPr/>
          </p:nvSpPr>
          <p:spPr bwMode="auto">
            <a:xfrm>
              <a:off x="3312"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23" name="Text Box 15">
              <a:extLst>
                <a:ext uri="{FF2B5EF4-FFF2-40B4-BE49-F238E27FC236}">
                  <a16:creationId xmlns:a16="http://schemas.microsoft.com/office/drawing/2014/main" id="{16624CEE-7026-031D-0CEA-6D1E3BFBB338}"/>
                </a:ext>
              </a:extLst>
            </p:cNvPr>
            <p:cNvSpPr txBox="1">
              <a:spLocks noChangeArrowheads="1"/>
            </p:cNvSpPr>
            <p:nvPr/>
          </p:nvSpPr>
          <p:spPr bwMode="auto">
            <a:xfrm>
              <a:off x="3696"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4" name="Rectangle 16">
              <a:extLst>
                <a:ext uri="{FF2B5EF4-FFF2-40B4-BE49-F238E27FC236}">
                  <a16:creationId xmlns:a16="http://schemas.microsoft.com/office/drawing/2014/main" id="{4311D742-2C89-C87C-3C42-9866C073764A}"/>
                </a:ext>
              </a:extLst>
            </p:cNvPr>
            <p:cNvSpPr>
              <a:spLocks noChangeArrowheads="1"/>
            </p:cNvSpPr>
            <p:nvPr/>
          </p:nvSpPr>
          <p:spPr bwMode="auto">
            <a:xfrm>
              <a:off x="3648"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25" name="Text Box 17">
              <a:extLst>
                <a:ext uri="{FF2B5EF4-FFF2-40B4-BE49-F238E27FC236}">
                  <a16:creationId xmlns:a16="http://schemas.microsoft.com/office/drawing/2014/main" id="{139E03F8-5F6D-9014-DFE4-AA036B218696}"/>
                </a:ext>
              </a:extLst>
            </p:cNvPr>
            <p:cNvSpPr txBox="1">
              <a:spLocks noChangeArrowheads="1"/>
            </p:cNvSpPr>
            <p:nvPr/>
          </p:nvSpPr>
          <p:spPr bwMode="auto">
            <a:xfrm>
              <a:off x="4128"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6" name="Rectangle 18">
              <a:extLst>
                <a:ext uri="{FF2B5EF4-FFF2-40B4-BE49-F238E27FC236}">
                  <a16:creationId xmlns:a16="http://schemas.microsoft.com/office/drawing/2014/main" id="{AB84B93F-285D-68D8-1034-32CEF29F48CA}"/>
                </a:ext>
              </a:extLst>
            </p:cNvPr>
            <p:cNvSpPr>
              <a:spLocks noChangeArrowheads="1"/>
            </p:cNvSpPr>
            <p:nvPr/>
          </p:nvSpPr>
          <p:spPr bwMode="auto">
            <a:xfrm>
              <a:off x="4080" y="3418"/>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27" name="Text Box 19">
              <a:extLst>
                <a:ext uri="{FF2B5EF4-FFF2-40B4-BE49-F238E27FC236}">
                  <a16:creationId xmlns:a16="http://schemas.microsoft.com/office/drawing/2014/main" id="{BC4D92AA-0072-CE20-BFF7-1332519D3272}"/>
                </a:ext>
              </a:extLst>
            </p:cNvPr>
            <p:cNvSpPr txBox="1">
              <a:spLocks noChangeArrowheads="1"/>
            </p:cNvSpPr>
            <p:nvPr/>
          </p:nvSpPr>
          <p:spPr bwMode="auto">
            <a:xfrm>
              <a:off x="2928" y="325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grpSp>
      <p:grpSp>
        <p:nvGrpSpPr>
          <p:cNvPr id="28" name="Group 20">
            <a:extLst>
              <a:ext uri="{FF2B5EF4-FFF2-40B4-BE49-F238E27FC236}">
                <a16:creationId xmlns:a16="http://schemas.microsoft.com/office/drawing/2014/main" id="{DB9EDDDB-A689-023D-97C2-72A46DC77058}"/>
              </a:ext>
            </a:extLst>
          </p:cNvPr>
          <p:cNvGrpSpPr>
            <a:grpSpLocks/>
          </p:cNvGrpSpPr>
          <p:nvPr/>
        </p:nvGrpSpPr>
        <p:grpSpPr bwMode="auto">
          <a:xfrm>
            <a:off x="4624388" y="1752600"/>
            <a:ext cx="3048000" cy="1143000"/>
            <a:chOff x="1905" y="912"/>
            <a:chExt cx="1920" cy="720"/>
          </a:xfrm>
        </p:grpSpPr>
        <p:sp>
          <p:nvSpPr>
            <p:cNvPr id="29" name="Text Box 21">
              <a:extLst>
                <a:ext uri="{FF2B5EF4-FFF2-40B4-BE49-F238E27FC236}">
                  <a16:creationId xmlns:a16="http://schemas.microsoft.com/office/drawing/2014/main" id="{CE753581-F6FC-7585-3259-06865AFB33E3}"/>
                </a:ext>
              </a:extLst>
            </p:cNvPr>
            <p:cNvSpPr txBox="1">
              <a:spLocks noChangeArrowheads="1"/>
            </p:cNvSpPr>
            <p:nvPr/>
          </p:nvSpPr>
          <p:spPr bwMode="auto">
            <a:xfrm>
              <a:off x="192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30" name="Text Box 22">
              <a:extLst>
                <a:ext uri="{FF2B5EF4-FFF2-40B4-BE49-F238E27FC236}">
                  <a16:creationId xmlns:a16="http://schemas.microsoft.com/office/drawing/2014/main" id="{25A1C898-66C1-8F99-7725-AC837BFEBA7C}"/>
                </a:ext>
              </a:extLst>
            </p:cNvPr>
            <p:cNvSpPr txBox="1">
              <a:spLocks noChangeArrowheads="1"/>
            </p:cNvSpPr>
            <p:nvPr/>
          </p:nvSpPr>
          <p:spPr bwMode="auto">
            <a:xfrm>
              <a:off x="216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31" name="Text Box 23">
              <a:extLst>
                <a:ext uri="{FF2B5EF4-FFF2-40B4-BE49-F238E27FC236}">
                  <a16:creationId xmlns:a16="http://schemas.microsoft.com/office/drawing/2014/main" id="{E709C8AF-A139-2E7F-87B6-2383583ACD72}"/>
                </a:ext>
              </a:extLst>
            </p:cNvPr>
            <p:cNvSpPr txBox="1">
              <a:spLocks noChangeArrowheads="1"/>
            </p:cNvSpPr>
            <p:nvPr/>
          </p:nvSpPr>
          <p:spPr bwMode="auto">
            <a:xfrm>
              <a:off x="240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32" name="Text Box 24">
              <a:extLst>
                <a:ext uri="{FF2B5EF4-FFF2-40B4-BE49-F238E27FC236}">
                  <a16:creationId xmlns:a16="http://schemas.microsoft.com/office/drawing/2014/main" id="{B04790B4-AA3A-A077-66B7-126523C228B8}"/>
                </a:ext>
              </a:extLst>
            </p:cNvPr>
            <p:cNvSpPr txBox="1">
              <a:spLocks noChangeArrowheads="1"/>
            </p:cNvSpPr>
            <p:nvPr/>
          </p:nvSpPr>
          <p:spPr bwMode="auto">
            <a:xfrm>
              <a:off x="264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33" name="Text Box 25">
              <a:extLst>
                <a:ext uri="{FF2B5EF4-FFF2-40B4-BE49-F238E27FC236}">
                  <a16:creationId xmlns:a16="http://schemas.microsoft.com/office/drawing/2014/main" id="{06F80365-EB0B-1315-C73C-5A9F2ED94844}"/>
                </a:ext>
              </a:extLst>
            </p:cNvPr>
            <p:cNvSpPr txBox="1">
              <a:spLocks noChangeArrowheads="1"/>
            </p:cNvSpPr>
            <p:nvPr/>
          </p:nvSpPr>
          <p:spPr bwMode="auto">
            <a:xfrm>
              <a:off x="288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34" name="Text Box 26">
              <a:extLst>
                <a:ext uri="{FF2B5EF4-FFF2-40B4-BE49-F238E27FC236}">
                  <a16:creationId xmlns:a16="http://schemas.microsoft.com/office/drawing/2014/main" id="{1D2F6D7F-EB55-0A04-BB7F-81854CF340D4}"/>
                </a:ext>
              </a:extLst>
            </p:cNvPr>
            <p:cNvSpPr txBox="1">
              <a:spLocks noChangeArrowheads="1"/>
            </p:cNvSpPr>
            <p:nvPr/>
          </p:nvSpPr>
          <p:spPr bwMode="auto">
            <a:xfrm>
              <a:off x="312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35" name="Text Box 27">
              <a:extLst>
                <a:ext uri="{FF2B5EF4-FFF2-40B4-BE49-F238E27FC236}">
                  <a16:creationId xmlns:a16="http://schemas.microsoft.com/office/drawing/2014/main" id="{3DFA0591-1B9B-96FE-43AA-43CEA2DA9061}"/>
                </a:ext>
              </a:extLst>
            </p:cNvPr>
            <p:cNvSpPr txBox="1">
              <a:spLocks noChangeArrowheads="1"/>
            </p:cNvSpPr>
            <p:nvPr/>
          </p:nvSpPr>
          <p:spPr bwMode="auto">
            <a:xfrm>
              <a:off x="336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36" name="Text Box 28">
              <a:extLst>
                <a:ext uri="{FF2B5EF4-FFF2-40B4-BE49-F238E27FC236}">
                  <a16:creationId xmlns:a16="http://schemas.microsoft.com/office/drawing/2014/main" id="{1226CFBF-59CF-C969-BBBC-C1E90943F71A}"/>
                </a:ext>
              </a:extLst>
            </p:cNvPr>
            <p:cNvSpPr txBox="1">
              <a:spLocks noChangeArrowheads="1"/>
            </p:cNvSpPr>
            <p:nvPr/>
          </p:nvSpPr>
          <p:spPr bwMode="auto">
            <a:xfrm>
              <a:off x="3600" y="91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37" name="Rectangle 29">
              <a:extLst>
                <a:ext uri="{FF2B5EF4-FFF2-40B4-BE49-F238E27FC236}">
                  <a16:creationId xmlns:a16="http://schemas.microsoft.com/office/drawing/2014/main" id="{A7940B6F-E935-D4F2-1F0A-573A3EDA1B89}"/>
                </a:ext>
              </a:extLst>
            </p:cNvPr>
            <p:cNvSpPr>
              <a:spLocks noChangeArrowheads="1"/>
            </p:cNvSpPr>
            <p:nvPr/>
          </p:nvSpPr>
          <p:spPr bwMode="auto">
            <a:xfrm>
              <a:off x="358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38" name="Rectangle 30">
              <a:extLst>
                <a:ext uri="{FF2B5EF4-FFF2-40B4-BE49-F238E27FC236}">
                  <a16:creationId xmlns:a16="http://schemas.microsoft.com/office/drawing/2014/main" id="{379DC3D7-7167-0054-FF83-C8B70FBE0B10}"/>
                </a:ext>
              </a:extLst>
            </p:cNvPr>
            <p:cNvSpPr>
              <a:spLocks noChangeArrowheads="1"/>
            </p:cNvSpPr>
            <p:nvPr/>
          </p:nvSpPr>
          <p:spPr bwMode="auto">
            <a:xfrm>
              <a:off x="334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39" name="Rectangle 31">
              <a:extLst>
                <a:ext uri="{FF2B5EF4-FFF2-40B4-BE49-F238E27FC236}">
                  <a16:creationId xmlns:a16="http://schemas.microsoft.com/office/drawing/2014/main" id="{FD1CB560-4BDD-DA07-469C-6710150DECC2}"/>
                </a:ext>
              </a:extLst>
            </p:cNvPr>
            <p:cNvSpPr>
              <a:spLocks noChangeArrowheads="1"/>
            </p:cNvSpPr>
            <p:nvPr/>
          </p:nvSpPr>
          <p:spPr bwMode="auto">
            <a:xfrm>
              <a:off x="310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40" name="Rectangle 32">
              <a:extLst>
                <a:ext uri="{FF2B5EF4-FFF2-40B4-BE49-F238E27FC236}">
                  <a16:creationId xmlns:a16="http://schemas.microsoft.com/office/drawing/2014/main" id="{385BF8B0-7553-CE13-799F-33C9B129C4CD}"/>
                </a:ext>
              </a:extLst>
            </p:cNvPr>
            <p:cNvSpPr>
              <a:spLocks noChangeArrowheads="1"/>
            </p:cNvSpPr>
            <p:nvPr/>
          </p:nvSpPr>
          <p:spPr bwMode="auto">
            <a:xfrm>
              <a:off x="286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41" name="Rectangle 33">
              <a:extLst>
                <a:ext uri="{FF2B5EF4-FFF2-40B4-BE49-F238E27FC236}">
                  <a16:creationId xmlns:a16="http://schemas.microsoft.com/office/drawing/2014/main" id="{F4539A4F-8A36-FEED-619A-533738F46328}"/>
                </a:ext>
              </a:extLst>
            </p:cNvPr>
            <p:cNvSpPr>
              <a:spLocks noChangeArrowheads="1"/>
            </p:cNvSpPr>
            <p:nvPr/>
          </p:nvSpPr>
          <p:spPr bwMode="auto">
            <a:xfrm>
              <a:off x="2625" y="1069"/>
              <a:ext cx="240" cy="23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42" name="Rectangle 34">
              <a:extLst>
                <a:ext uri="{FF2B5EF4-FFF2-40B4-BE49-F238E27FC236}">
                  <a16:creationId xmlns:a16="http://schemas.microsoft.com/office/drawing/2014/main" id="{F83E181F-FAA5-4E8D-4667-82F8593EBE76}"/>
                </a:ext>
              </a:extLst>
            </p:cNvPr>
            <p:cNvSpPr>
              <a:spLocks noChangeArrowheads="1"/>
            </p:cNvSpPr>
            <p:nvPr/>
          </p:nvSpPr>
          <p:spPr bwMode="auto">
            <a:xfrm>
              <a:off x="238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43" name="Rectangle 35">
              <a:extLst>
                <a:ext uri="{FF2B5EF4-FFF2-40B4-BE49-F238E27FC236}">
                  <a16:creationId xmlns:a16="http://schemas.microsoft.com/office/drawing/2014/main" id="{32871C1E-CBEF-4E39-7A92-A693A50B992E}"/>
                </a:ext>
              </a:extLst>
            </p:cNvPr>
            <p:cNvSpPr>
              <a:spLocks noChangeArrowheads="1"/>
            </p:cNvSpPr>
            <p:nvPr/>
          </p:nvSpPr>
          <p:spPr bwMode="auto">
            <a:xfrm>
              <a:off x="214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44" name="Rectangle 36">
              <a:extLst>
                <a:ext uri="{FF2B5EF4-FFF2-40B4-BE49-F238E27FC236}">
                  <a16:creationId xmlns:a16="http://schemas.microsoft.com/office/drawing/2014/main" id="{999FC4E8-6EAB-33AE-4E98-C9FC9061B641}"/>
                </a:ext>
              </a:extLst>
            </p:cNvPr>
            <p:cNvSpPr>
              <a:spLocks noChangeArrowheads="1"/>
            </p:cNvSpPr>
            <p:nvPr/>
          </p:nvSpPr>
          <p:spPr bwMode="auto">
            <a:xfrm>
              <a:off x="1905" y="1069"/>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45" name="Line 37">
              <a:extLst>
                <a:ext uri="{FF2B5EF4-FFF2-40B4-BE49-F238E27FC236}">
                  <a16:creationId xmlns:a16="http://schemas.microsoft.com/office/drawing/2014/main" id="{B0384A04-26BA-8933-F4B8-0D13AE0C140B}"/>
                </a:ext>
              </a:extLst>
            </p:cNvPr>
            <p:cNvSpPr>
              <a:spLocks noChangeShapeType="1"/>
            </p:cNvSpPr>
            <p:nvPr/>
          </p:nvSpPr>
          <p:spPr bwMode="auto">
            <a:xfrm>
              <a:off x="1905" y="1069"/>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38">
              <a:extLst>
                <a:ext uri="{FF2B5EF4-FFF2-40B4-BE49-F238E27FC236}">
                  <a16:creationId xmlns:a16="http://schemas.microsoft.com/office/drawing/2014/main" id="{D094A180-A310-8E6A-BF3D-88A4B4C68F27}"/>
                </a:ext>
              </a:extLst>
            </p:cNvPr>
            <p:cNvSpPr>
              <a:spLocks noChangeShapeType="1"/>
            </p:cNvSpPr>
            <p:nvPr/>
          </p:nvSpPr>
          <p:spPr bwMode="auto">
            <a:xfrm>
              <a:off x="1905" y="1299"/>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39">
              <a:extLst>
                <a:ext uri="{FF2B5EF4-FFF2-40B4-BE49-F238E27FC236}">
                  <a16:creationId xmlns:a16="http://schemas.microsoft.com/office/drawing/2014/main" id="{8C977E05-04FE-B8E3-C60F-8A9007025153}"/>
                </a:ext>
              </a:extLst>
            </p:cNvPr>
            <p:cNvSpPr>
              <a:spLocks noChangeShapeType="1"/>
            </p:cNvSpPr>
            <p:nvPr/>
          </p:nvSpPr>
          <p:spPr bwMode="auto">
            <a:xfrm>
              <a:off x="1905" y="1069"/>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40">
              <a:extLst>
                <a:ext uri="{FF2B5EF4-FFF2-40B4-BE49-F238E27FC236}">
                  <a16:creationId xmlns:a16="http://schemas.microsoft.com/office/drawing/2014/main" id="{04E2035B-37C4-C982-3340-ECA4937E1D37}"/>
                </a:ext>
              </a:extLst>
            </p:cNvPr>
            <p:cNvSpPr>
              <a:spLocks noChangeShapeType="1"/>
            </p:cNvSpPr>
            <p:nvPr/>
          </p:nvSpPr>
          <p:spPr bwMode="auto">
            <a:xfrm>
              <a:off x="214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41">
              <a:extLst>
                <a:ext uri="{FF2B5EF4-FFF2-40B4-BE49-F238E27FC236}">
                  <a16:creationId xmlns:a16="http://schemas.microsoft.com/office/drawing/2014/main" id="{56CC66C1-4226-4E56-5958-271599FA421C}"/>
                </a:ext>
              </a:extLst>
            </p:cNvPr>
            <p:cNvSpPr>
              <a:spLocks noChangeShapeType="1"/>
            </p:cNvSpPr>
            <p:nvPr/>
          </p:nvSpPr>
          <p:spPr bwMode="auto">
            <a:xfrm>
              <a:off x="238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0" name="Line 42">
              <a:extLst>
                <a:ext uri="{FF2B5EF4-FFF2-40B4-BE49-F238E27FC236}">
                  <a16:creationId xmlns:a16="http://schemas.microsoft.com/office/drawing/2014/main" id="{2B846252-F2A9-1A57-8F54-53D739FC9C4F}"/>
                </a:ext>
              </a:extLst>
            </p:cNvPr>
            <p:cNvSpPr>
              <a:spLocks noChangeShapeType="1"/>
            </p:cNvSpPr>
            <p:nvPr/>
          </p:nvSpPr>
          <p:spPr bwMode="auto">
            <a:xfrm>
              <a:off x="262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1" name="Line 43">
              <a:extLst>
                <a:ext uri="{FF2B5EF4-FFF2-40B4-BE49-F238E27FC236}">
                  <a16:creationId xmlns:a16="http://schemas.microsoft.com/office/drawing/2014/main" id="{7B4C9C78-BDD9-2748-300E-423C78398CDF}"/>
                </a:ext>
              </a:extLst>
            </p:cNvPr>
            <p:cNvSpPr>
              <a:spLocks noChangeShapeType="1"/>
            </p:cNvSpPr>
            <p:nvPr/>
          </p:nvSpPr>
          <p:spPr bwMode="auto">
            <a:xfrm>
              <a:off x="286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2" name="Line 44">
              <a:extLst>
                <a:ext uri="{FF2B5EF4-FFF2-40B4-BE49-F238E27FC236}">
                  <a16:creationId xmlns:a16="http://schemas.microsoft.com/office/drawing/2014/main" id="{6ED161A3-B818-B6E4-DF4F-46E38EF8235C}"/>
                </a:ext>
              </a:extLst>
            </p:cNvPr>
            <p:cNvSpPr>
              <a:spLocks noChangeShapeType="1"/>
            </p:cNvSpPr>
            <p:nvPr/>
          </p:nvSpPr>
          <p:spPr bwMode="auto">
            <a:xfrm>
              <a:off x="310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 name="Line 45">
              <a:extLst>
                <a:ext uri="{FF2B5EF4-FFF2-40B4-BE49-F238E27FC236}">
                  <a16:creationId xmlns:a16="http://schemas.microsoft.com/office/drawing/2014/main" id="{1B9452B1-6842-27E8-2903-CFFD10743EDC}"/>
                </a:ext>
              </a:extLst>
            </p:cNvPr>
            <p:cNvSpPr>
              <a:spLocks noChangeShapeType="1"/>
            </p:cNvSpPr>
            <p:nvPr/>
          </p:nvSpPr>
          <p:spPr bwMode="auto">
            <a:xfrm>
              <a:off x="334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 name="Line 46">
              <a:extLst>
                <a:ext uri="{FF2B5EF4-FFF2-40B4-BE49-F238E27FC236}">
                  <a16:creationId xmlns:a16="http://schemas.microsoft.com/office/drawing/2014/main" id="{150F5B50-7840-F39B-A8E2-A1E7CF8E6B14}"/>
                </a:ext>
              </a:extLst>
            </p:cNvPr>
            <p:cNvSpPr>
              <a:spLocks noChangeShapeType="1"/>
            </p:cNvSpPr>
            <p:nvPr/>
          </p:nvSpPr>
          <p:spPr bwMode="auto">
            <a:xfrm>
              <a:off x="3585" y="1069"/>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5" name="Line 47">
              <a:extLst>
                <a:ext uri="{FF2B5EF4-FFF2-40B4-BE49-F238E27FC236}">
                  <a16:creationId xmlns:a16="http://schemas.microsoft.com/office/drawing/2014/main" id="{0275585E-3293-EB00-8EDD-8CAF2AF5A578}"/>
                </a:ext>
              </a:extLst>
            </p:cNvPr>
            <p:cNvSpPr>
              <a:spLocks noChangeShapeType="1"/>
            </p:cNvSpPr>
            <p:nvPr/>
          </p:nvSpPr>
          <p:spPr bwMode="auto">
            <a:xfrm>
              <a:off x="3825" y="1069"/>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6" name="Line 48">
              <a:extLst>
                <a:ext uri="{FF2B5EF4-FFF2-40B4-BE49-F238E27FC236}">
                  <a16:creationId xmlns:a16="http://schemas.microsoft.com/office/drawing/2014/main" id="{EEA31747-3E7D-D022-FD25-FFE05C520644}"/>
                </a:ext>
              </a:extLst>
            </p:cNvPr>
            <p:cNvSpPr>
              <a:spLocks noChangeShapeType="1"/>
            </p:cNvSpPr>
            <p:nvPr/>
          </p:nvSpPr>
          <p:spPr bwMode="auto">
            <a:xfrm flipH="1">
              <a:off x="2208" y="1392"/>
              <a:ext cx="672" cy="24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7" name="Line 49">
              <a:extLst>
                <a:ext uri="{FF2B5EF4-FFF2-40B4-BE49-F238E27FC236}">
                  <a16:creationId xmlns:a16="http://schemas.microsoft.com/office/drawing/2014/main" id="{EF523932-7F64-B8E4-170A-1B69F33BB8C7}"/>
                </a:ext>
              </a:extLst>
            </p:cNvPr>
            <p:cNvSpPr>
              <a:spLocks noChangeShapeType="1"/>
            </p:cNvSpPr>
            <p:nvPr/>
          </p:nvSpPr>
          <p:spPr bwMode="auto">
            <a:xfrm>
              <a:off x="2880" y="1392"/>
              <a:ext cx="672" cy="24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48" name="Group 50">
            <a:extLst>
              <a:ext uri="{FF2B5EF4-FFF2-40B4-BE49-F238E27FC236}">
                <a16:creationId xmlns:a16="http://schemas.microsoft.com/office/drawing/2014/main" id="{BB476A74-061B-2A1A-03EC-AF42BA5C70B4}"/>
              </a:ext>
            </a:extLst>
          </p:cNvPr>
          <p:cNvGrpSpPr>
            <a:grpSpLocks/>
          </p:cNvGrpSpPr>
          <p:nvPr/>
        </p:nvGrpSpPr>
        <p:grpSpPr bwMode="auto">
          <a:xfrm>
            <a:off x="4114800" y="2967038"/>
            <a:ext cx="3962400" cy="1223962"/>
            <a:chOff x="1584" y="1677"/>
            <a:chExt cx="2496" cy="771"/>
          </a:xfrm>
        </p:grpSpPr>
        <p:sp>
          <p:nvSpPr>
            <p:cNvPr id="149" name="Text Box 51">
              <a:extLst>
                <a:ext uri="{FF2B5EF4-FFF2-40B4-BE49-F238E27FC236}">
                  <a16:creationId xmlns:a16="http://schemas.microsoft.com/office/drawing/2014/main" id="{41FB0EDC-08A5-2A91-2812-A594989E64E6}"/>
                </a:ext>
              </a:extLst>
            </p:cNvPr>
            <p:cNvSpPr txBox="1">
              <a:spLocks noChangeArrowheads="1"/>
            </p:cNvSpPr>
            <p:nvPr/>
          </p:nvSpPr>
          <p:spPr bwMode="auto">
            <a:xfrm>
              <a:off x="1599" y="1677"/>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150" name="Text Box 52">
              <a:extLst>
                <a:ext uri="{FF2B5EF4-FFF2-40B4-BE49-F238E27FC236}">
                  <a16:creationId xmlns:a16="http://schemas.microsoft.com/office/drawing/2014/main" id="{D3CA708E-6D70-3D95-C286-15CA786FA874}"/>
                </a:ext>
              </a:extLst>
            </p:cNvPr>
            <p:cNvSpPr txBox="1">
              <a:spLocks noChangeArrowheads="1"/>
            </p:cNvSpPr>
            <p:nvPr/>
          </p:nvSpPr>
          <p:spPr bwMode="auto">
            <a:xfrm>
              <a:off x="1839" y="1677"/>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151" name="Text Box 53">
              <a:extLst>
                <a:ext uri="{FF2B5EF4-FFF2-40B4-BE49-F238E27FC236}">
                  <a16:creationId xmlns:a16="http://schemas.microsoft.com/office/drawing/2014/main" id="{CDE7B662-8D07-F330-DFFB-DD51832EB846}"/>
                </a:ext>
              </a:extLst>
            </p:cNvPr>
            <p:cNvSpPr txBox="1">
              <a:spLocks noChangeArrowheads="1"/>
            </p:cNvSpPr>
            <p:nvPr/>
          </p:nvSpPr>
          <p:spPr bwMode="auto">
            <a:xfrm>
              <a:off x="2079" y="1677"/>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152" name="Text Box 54">
              <a:extLst>
                <a:ext uri="{FF2B5EF4-FFF2-40B4-BE49-F238E27FC236}">
                  <a16:creationId xmlns:a16="http://schemas.microsoft.com/office/drawing/2014/main" id="{295D46D9-7ED6-5E1B-6D9B-FC75A189FBE8}"/>
                </a:ext>
              </a:extLst>
            </p:cNvPr>
            <p:cNvSpPr txBox="1">
              <a:spLocks noChangeArrowheads="1"/>
            </p:cNvSpPr>
            <p:nvPr/>
          </p:nvSpPr>
          <p:spPr bwMode="auto">
            <a:xfrm>
              <a:off x="2319" y="1677"/>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153" name="Rectangle 55">
              <a:extLst>
                <a:ext uri="{FF2B5EF4-FFF2-40B4-BE49-F238E27FC236}">
                  <a16:creationId xmlns:a16="http://schemas.microsoft.com/office/drawing/2014/main" id="{4AEFDFFC-3E7A-102B-2C35-51511866A44D}"/>
                </a:ext>
              </a:extLst>
            </p:cNvPr>
            <p:cNvSpPr>
              <a:spLocks noChangeArrowheads="1"/>
            </p:cNvSpPr>
            <p:nvPr/>
          </p:nvSpPr>
          <p:spPr bwMode="auto">
            <a:xfrm>
              <a:off x="2304"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154" name="Rectangle 56">
              <a:extLst>
                <a:ext uri="{FF2B5EF4-FFF2-40B4-BE49-F238E27FC236}">
                  <a16:creationId xmlns:a16="http://schemas.microsoft.com/office/drawing/2014/main" id="{6EC7B9FC-9286-43B0-39BC-C46615EA4A09}"/>
                </a:ext>
              </a:extLst>
            </p:cNvPr>
            <p:cNvSpPr>
              <a:spLocks noChangeArrowheads="1"/>
            </p:cNvSpPr>
            <p:nvPr/>
          </p:nvSpPr>
          <p:spPr bwMode="auto">
            <a:xfrm>
              <a:off x="2064"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155" name="Rectangle 57">
              <a:extLst>
                <a:ext uri="{FF2B5EF4-FFF2-40B4-BE49-F238E27FC236}">
                  <a16:creationId xmlns:a16="http://schemas.microsoft.com/office/drawing/2014/main" id="{064FCC13-968F-9B28-D04A-47C6971C7574}"/>
                </a:ext>
              </a:extLst>
            </p:cNvPr>
            <p:cNvSpPr>
              <a:spLocks noChangeArrowheads="1"/>
            </p:cNvSpPr>
            <p:nvPr/>
          </p:nvSpPr>
          <p:spPr bwMode="auto">
            <a:xfrm>
              <a:off x="1824"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156" name="Rectangle 58">
              <a:extLst>
                <a:ext uri="{FF2B5EF4-FFF2-40B4-BE49-F238E27FC236}">
                  <a16:creationId xmlns:a16="http://schemas.microsoft.com/office/drawing/2014/main" id="{1A6082DF-6CC5-6992-07CC-9DE0C870BF52}"/>
                </a:ext>
              </a:extLst>
            </p:cNvPr>
            <p:cNvSpPr>
              <a:spLocks noChangeArrowheads="1"/>
            </p:cNvSpPr>
            <p:nvPr/>
          </p:nvSpPr>
          <p:spPr bwMode="auto">
            <a:xfrm>
              <a:off x="1584"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157" name="Text Box 59">
              <a:extLst>
                <a:ext uri="{FF2B5EF4-FFF2-40B4-BE49-F238E27FC236}">
                  <a16:creationId xmlns:a16="http://schemas.microsoft.com/office/drawing/2014/main" id="{B6D0AA6A-2A0C-057B-4966-F3A86C2FFD06}"/>
                </a:ext>
              </a:extLst>
            </p:cNvPr>
            <p:cNvSpPr txBox="1">
              <a:spLocks noChangeArrowheads="1"/>
            </p:cNvSpPr>
            <p:nvPr/>
          </p:nvSpPr>
          <p:spPr bwMode="auto">
            <a:xfrm>
              <a:off x="3168" y="168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158" name="Text Box 60">
              <a:extLst>
                <a:ext uri="{FF2B5EF4-FFF2-40B4-BE49-F238E27FC236}">
                  <a16:creationId xmlns:a16="http://schemas.microsoft.com/office/drawing/2014/main" id="{8F908625-4836-08AA-3B6E-45C2FE46EB9A}"/>
                </a:ext>
              </a:extLst>
            </p:cNvPr>
            <p:cNvSpPr txBox="1">
              <a:spLocks noChangeArrowheads="1"/>
            </p:cNvSpPr>
            <p:nvPr/>
          </p:nvSpPr>
          <p:spPr bwMode="auto">
            <a:xfrm>
              <a:off x="3408" y="168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159" name="Text Box 61">
              <a:extLst>
                <a:ext uri="{FF2B5EF4-FFF2-40B4-BE49-F238E27FC236}">
                  <a16:creationId xmlns:a16="http://schemas.microsoft.com/office/drawing/2014/main" id="{8F697681-BDEE-1130-767D-21D1FFADCC2F}"/>
                </a:ext>
              </a:extLst>
            </p:cNvPr>
            <p:cNvSpPr txBox="1">
              <a:spLocks noChangeArrowheads="1"/>
            </p:cNvSpPr>
            <p:nvPr/>
          </p:nvSpPr>
          <p:spPr bwMode="auto">
            <a:xfrm>
              <a:off x="3648" y="168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160" name="Text Box 62">
              <a:extLst>
                <a:ext uri="{FF2B5EF4-FFF2-40B4-BE49-F238E27FC236}">
                  <a16:creationId xmlns:a16="http://schemas.microsoft.com/office/drawing/2014/main" id="{351A6049-C434-7C36-B68A-054FA32B3114}"/>
                </a:ext>
              </a:extLst>
            </p:cNvPr>
            <p:cNvSpPr txBox="1">
              <a:spLocks noChangeArrowheads="1"/>
            </p:cNvSpPr>
            <p:nvPr/>
          </p:nvSpPr>
          <p:spPr bwMode="auto">
            <a:xfrm>
              <a:off x="3888" y="168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161" name="Rectangle 63">
              <a:extLst>
                <a:ext uri="{FF2B5EF4-FFF2-40B4-BE49-F238E27FC236}">
                  <a16:creationId xmlns:a16="http://schemas.microsoft.com/office/drawing/2014/main" id="{65B76BC0-8AB8-18D9-00B6-396F750C3656}"/>
                </a:ext>
              </a:extLst>
            </p:cNvPr>
            <p:cNvSpPr>
              <a:spLocks noChangeArrowheads="1"/>
            </p:cNvSpPr>
            <p:nvPr/>
          </p:nvSpPr>
          <p:spPr bwMode="auto">
            <a:xfrm>
              <a:off x="3840"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162" name="Rectangle 64">
              <a:extLst>
                <a:ext uri="{FF2B5EF4-FFF2-40B4-BE49-F238E27FC236}">
                  <a16:creationId xmlns:a16="http://schemas.microsoft.com/office/drawing/2014/main" id="{2BD10788-F01A-4266-8B77-0DFEEF9C2BC5}"/>
                </a:ext>
              </a:extLst>
            </p:cNvPr>
            <p:cNvSpPr>
              <a:spLocks noChangeArrowheads="1"/>
            </p:cNvSpPr>
            <p:nvPr/>
          </p:nvSpPr>
          <p:spPr bwMode="auto">
            <a:xfrm>
              <a:off x="3600"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163" name="Rectangle 65">
              <a:extLst>
                <a:ext uri="{FF2B5EF4-FFF2-40B4-BE49-F238E27FC236}">
                  <a16:creationId xmlns:a16="http://schemas.microsoft.com/office/drawing/2014/main" id="{7002D4BF-5BD6-346B-0ABC-AB92EDDE3473}"/>
                </a:ext>
              </a:extLst>
            </p:cNvPr>
            <p:cNvSpPr>
              <a:spLocks noChangeArrowheads="1"/>
            </p:cNvSpPr>
            <p:nvPr/>
          </p:nvSpPr>
          <p:spPr bwMode="auto">
            <a:xfrm>
              <a:off x="3360"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164" name="Rectangle 66">
              <a:extLst>
                <a:ext uri="{FF2B5EF4-FFF2-40B4-BE49-F238E27FC236}">
                  <a16:creationId xmlns:a16="http://schemas.microsoft.com/office/drawing/2014/main" id="{202F9BA8-02F1-E7A6-19D8-A8DBB5899D75}"/>
                </a:ext>
              </a:extLst>
            </p:cNvPr>
            <p:cNvSpPr>
              <a:spLocks noChangeArrowheads="1"/>
            </p:cNvSpPr>
            <p:nvPr/>
          </p:nvSpPr>
          <p:spPr bwMode="auto">
            <a:xfrm>
              <a:off x="3120" y="1834"/>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165" name="Line 67">
              <a:extLst>
                <a:ext uri="{FF2B5EF4-FFF2-40B4-BE49-F238E27FC236}">
                  <a16:creationId xmlns:a16="http://schemas.microsoft.com/office/drawing/2014/main" id="{69A7006B-D58B-C408-115E-68647F71D01C}"/>
                </a:ext>
              </a:extLst>
            </p:cNvPr>
            <p:cNvSpPr>
              <a:spLocks noChangeShapeType="1"/>
            </p:cNvSpPr>
            <p:nvPr/>
          </p:nvSpPr>
          <p:spPr bwMode="auto">
            <a:xfrm flipH="1">
              <a:off x="1680" y="2160"/>
              <a:ext cx="384" cy="288"/>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 name="Line 68">
              <a:extLst>
                <a:ext uri="{FF2B5EF4-FFF2-40B4-BE49-F238E27FC236}">
                  <a16:creationId xmlns:a16="http://schemas.microsoft.com/office/drawing/2014/main" id="{730A6B58-9B85-6B2F-ED1A-B7BB4CCE1891}"/>
                </a:ext>
              </a:extLst>
            </p:cNvPr>
            <p:cNvSpPr>
              <a:spLocks noChangeShapeType="1"/>
            </p:cNvSpPr>
            <p:nvPr/>
          </p:nvSpPr>
          <p:spPr bwMode="auto">
            <a:xfrm>
              <a:off x="2064" y="2160"/>
              <a:ext cx="384" cy="288"/>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7" name="Line 69">
              <a:extLst>
                <a:ext uri="{FF2B5EF4-FFF2-40B4-BE49-F238E27FC236}">
                  <a16:creationId xmlns:a16="http://schemas.microsoft.com/office/drawing/2014/main" id="{D6ED7135-1262-FFDB-A0CC-F4D1C264E305}"/>
                </a:ext>
              </a:extLst>
            </p:cNvPr>
            <p:cNvSpPr>
              <a:spLocks noChangeShapeType="1"/>
            </p:cNvSpPr>
            <p:nvPr/>
          </p:nvSpPr>
          <p:spPr bwMode="auto">
            <a:xfrm flipH="1">
              <a:off x="3216" y="2160"/>
              <a:ext cx="384" cy="288"/>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 name="Line 70">
              <a:extLst>
                <a:ext uri="{FF2B5EF4-FFF2-40B4-BE49-F238E27FC236}">
                  <a16:creationId xmlns:a16="http://schemas.microsoft.com/office/drawing/2014/main" id="{18415804-FC8F-D946-4EE2-B48A903BF226}"/>
                </a:ext>
              </a:extLst>
            </p:cNvPr>
            <p:cNvSpPr>
              <a:spLocks noChangeShapeType="1"/>
            </p:cNvSpPr>
            <p:nvPr/>
          </p:nvSpPr>
          <p:spPr bwMode="auto">
            <a:xfrm>
              <a:off x="3600" y="2160"/>
              <a:ext cx="384" cy="288"/>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69" name="Group 71">
            <a:extLst>
              <a:ext uri="{FF2B5EF4-FFF2-40B4-BE49-F238E27FC236}">
                <a16:creationId xmlns:a16="http://schemas.microsoft.com/office/drawing/2014/main" id="{22D0AF16-F471-9517-7C13-00602436307E}"/>
              </a:ext>
            </a:extLst>
          </p:cNvPr>
          <p:cNvGrpSpPr>
            <a:grpSpLocks/>
          </p:cNvGrpSpPr>
          <p:nvPr/>
        </p:nvGrpSpPr>
        <p:grpSpPr bwMode="auto">
          <a:xfrm>
            <a:off x="3886200" y="4186238"/>
            <a:ext cx="4419600" cy="1300162"/>
            <a:chOff x="1440" y="2445"/>
            <a:chExt cx="2784" cy="819"/>
          </a:xfrm>
        </p:grpSpPr>
        <p:sp>
          <p:nvSpPr>
            <p:cNvPr id="170" name="Text Box 72">
              <a:extLst>
                <a:ext uri="{FF2B5EF4-FFF2-40B4-BE49-F238E27FC236}">
                  <a16:creationId xmlns:a16="http://schemas.microsoft.com/office/drawing/2014/main" id="{51CFA8B0-2267-73A8-9B63-13032DC13210}"/>
                </a:ext>
              </a:extLst>
            </p:cNvPr>
            <p:cNvSpPr txBox="1">
              <a:spLocks noChangeArrowheads="1"/>
            </p:cNvSpPr>
            <p:nvPr/>
          </p:nvSpPr>
          <p:spPr bwMode="auto">
            <a:xfrm>
              <a:off x="1455" y="244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171" name="Text Box 73">
              <a:extLst>
                <a:ext uri="{FF2B5EF4-FFF2-40B4-BE49-F238E27FC236}">
                  <a16:creationId xmlns:a16="http://schemas.microsoft.com/office/drawing/2014/main" id="{6C183588-88E1-D360-8B07-F2C57CA28C3D}"/>
                </a:ext>
              </a:extLst>
            </p:cNvPr>
            <p:cNvSpPr txBox="1">
              <a:spLocks noChangeArrowheads="1"/>
            </p:cNvSpPr>
            <p:nvPr/>
          </p:nvSpPr>
          <p:spPr bwMode="auto">
            <a:xfrm>
              <a:off x="1695" y="244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172" name="Rectangle 74">
              <a:extLst>
                <a:ext uri="{FF2B5EF4-FFF2-40B4-BE49-F238E27FC236}">
                  <a16:creationId xmlns:a16="http://schemas.microsoft.com/office/drawing/2014/main" id="{5545DFFE-000A-D582-665B-44DD1F94D56E}"/>
                </a:ext>
              </a:extLst>
            </p:cNvPr>
            <p:cNvSpPr>
              <a:spLocks noChangeArrowheads="1"/>
            </p:cNvSpPr>
            <p:nvPr/>
          </p:nvSpPr>
          <p:spPr bwMode="auto">
            <a:xfrm>
              <a:off x="1680"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173" name="Rectangle 75">
              <a:extLst>
                <a:ext uri="{FF2B5EF4-FFF2-40B4-BE49-F238E27FC236}">
                  <a16:creationId xmlns:a16="http://schemas.microsoft.com/office/drawing/2014/main" id="{13124CF4-28D9-8086-B28F-5D11AC092560}"/>
                </a:ext>
              </a:extLst>
            </p:cNvPr>
            <p:cNvSpPr>
              <a:spLocks noChangeArrowheads="1"/>
            </p:cNvSpPr>
            <p:nvPr/>
          </p:nvSpPr>
          <p:spPr bwMode="auto">
            <a:xfrm>
              <a:off x="1440"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174" name="Text Box 76">
              <a:extLst>
                <a:ext uri="{FF2B5EF4-FFF2-40B4-BE49-F238E27FC236}">
                  <a16:creationId xmlns:a16="http://schemas.microsoft.com/office/drawing/2014/main" id="{A56232B5-1E62-606E-C4A2-CAD31C0C18A8}"/>
                </a:ext>
              </a:extLst>
            </p:cNvPr>
            <p:cNvSpPr txBox="1">
              <a:spLocks noChangeArrowheads="1"/>
            </p:cNvSpPr>
            <p:nvPr/>
          </p:nvSpPr>
          <p:spPr bwMode="auto">
            <a:xfrm>
              <a:off x="2223" y="244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175" name="Text Box 77">
              <a:extLst>
                <a:ext uri="{FF2B5EF4-FFF2-40B4-BE49-F238E27FC236}">
                  <a16:creationId xmlns:a16="http://schemas.microsoft.com/office/drawing/2014/main" id="{E151BEAA-917E-A135-D5B5-2A7EA079B450}"/>
                </a:ext>
              </a:extLst>
            </p:cNvPr>
            <p:cNvSpPr txBox="1">
              <a:spLocks noChangeArrowheads="1"/>
            </p:cNvSpPr>
            <p:nvPr/>
          </p:nvSpPr>
          <p:spPr bwMode="auto">
            <a:xfrm>
              <a:off x="2463" y="244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176" name="Rectangle 78">
              <a:extLst>
                <a:ext uri="{FF2B5EF4-FFF2-40B4-BE49-F238E27FC236}">
                  <a16:creationId xmlns:a16="http://schemas.microsoft.com/office/drawing/2014/main" id="{E76233AE-8AB3-938B-3761-495CA3E5B2C6}"/>
                </a:ext>
              </a:extLst>
            </p:cNvPr>
            <p:cNvSpPr>
              <a:spLocks noChangeArrowheads="1"/>
            </p:cNvSpPr>
            <p:nvPr/>
          </p:nvSpPr>
          <p:spPr bwMode="auto">
            <a:xfrm>
              <a:off x="2448"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177" name="Rectangle 79">
              <a:extLst>
                <a:ext uri="{FF2B5EF4-FFF2-40B4-BE49-F238E27FC236}">
                  <a16:creationId xmlns:a16="http://schemas.microsoft.com/office/drawing/2014/main" id="{42ED003C-17DD-022B-4568-D2DE9F5A760F}"/>
                </a:ext>
              </a:extLst>
            </p:cNvPr>
            <p:cNvSpPr>
              <a:spLocks noChangeArrowheads="1"/>
            </p:cNvSpPr>
            <p:nvPr/>
          </p:nvSpPr>
          <p:spPr bwMode="auto">
            <a:xfrm>
              <a:off x="2208"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178" name="Text Box 80">
              <a:extLst>
                <a:ext uri="{FF2B5EF4-FFF2-40B4-BE49-F238E27FC236}">
                  <a16:creationId xmlns:a16="http://schemas.microsoft.com/office/drawing/2014/main" id="{392813AB-5335-6B9A-6A72-A2A8B6A4756D}"/>
                </a:ext>
              </a:extLst>
            </p:cNvPr>
            <p:cNvSpPr txBox="1">
              <a:spLocks noChangeArrowheads="1"/>
            </p:cNvSpPr>
            <p:nvPr/>
          </p:nvSpPr>
          <p:spPr bwMode="auto">
            <a:xfrm>
              <a:off x="3024" y="244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179" name="Text Box 81">
              <a:extLst>
                <a:ext uri="{FF2B5EF4-FFF2-40B4-BE49-F238E27FC236}">
                  <a16:creationId xmlns:a16="http://schemas.microsoft.com/office/drawing/2014/main" id="{009FC88E-54AF-0F7B-0AE5-D8096DD443B0}"/>
                </a:ext>
              </a:extLst>
            </p:cNvPr>
            <p:cNvSpPr txBox="1">
              <a:spLocks noChangeArrowheads="1"/>
            </p:cNvSpPr>
            <p:nvPr/>
          </p:nvSpPr>
          <p:spPr bwMode="auto">
            <a:xfrm>
              <a:off x="3264" y="244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180" name="Rectangle 82">
              <a:extLst>
                <a:ext uri="{FF2B5EF4-FFF2-40B4-BE49-F238E27FC236}">
                  <a16:creationId xmlns:a16="http://schemas.microsoft.com/office/drawing/2014/main" id="{D86C616A-0A4F-967C-E32D-0F6C8985E518}"/>
                </a:ext>
              </a:extLst>
            </p:cNvPr>
            <p:cNvSpPr>
              <a:spLocks noChangeArrowheads="1"/>
            </p:cNvSpPr>
            <p:nvPr/>
          </p:nvSpPr>
          <p:spPr bwMode="auto">
            <a:xfrm>
              <a:off x="3216"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181" name="Rectangle 83">
              <a:extLst>
                <a:ext uri="{FF2B5EF4-FFF2-40B4-BE49-F238E27FC236}">
                  <a16:creationId xmlns:a16="http://schemas.microsoft.com/office/drawing/2014/main" id="{15B337D3-E43E-4445-3995-7E6F91DDE3A7}"/>
                </a:ext>
              </a:extLst>
            </p:cNvPr>
            <p:cNvSpPr>
              <a:spLocks noChangeArrowheads="1"/>
            </p:cNvSpPr>
            <p:nvPr/>
          </p:nvSpPr>
          <p:spPr bwMode="auto">
            <a:xfrm>
              <a:off x="2976"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182" name="Text Box 84">
              <a:extLst>
                <a:ext uri="{FF2B5EF4-FFF2-40B4-BE49-F238E27FC236}">
                  <a16:creationId xmlns:a16="http://schemas.microsoft.com/office/drawing/2014/main" id="{0DC8CA59-E93B-3AA8-93FC-E7CEC9596EE1}"/>
                </a:ext>
              </a:extLst>
            </p:cNvPr>
            <p:cNvSpPr txBox="1">
              <a:spLocks noChangeArrowheads="1"/>
            </p:cNvSpPr>
            <p:nvPr/>
          </p:nvSpPr>
          <p:spPr bwMode="auto">
            <a:xfrm>
              <a:off x="3792" y="244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183" name="Text Box 85">
              <a:extLst>
                <a:ext uri="{FF2B5EF4-FFF2-40B4-BE49-F238E27FC236}">
                  <a16:creationId xmlns:a16="http://schemas.microsoft.com/office/drawing/2014/main" id="{906B6DA9-BE60-D1A2-C74B-EEDAA56F0BA7}"/>
                </a:ext>
              </a:extLst>
            </p:cNvPr>
            <p:cNvSpPr txBox="1">
              <a:spLocks noChangeArrowheads="1"/>
            </p:cNvSpPr>
            <p:nvPr/>
          </p:nvSpPr>
          <p:spPr bwMode="auto">
            <a:xfrm>
              <a:off x="4032" y="244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184" name="Rectangle 86">
              <a:extLst>
                <a:ext uri="{FF2B5EF4-FFF2-40B4-BE49-F238E27FC236}">
                  <a16:creationId xmlns:a16="http://schemas.microsoft.com/office/drawing/2014/main" id="{1CA75E0A-C24C-2DCD-C2F4-976A7E085D01}"/>
                </a:ext>
              </a:extLst>
            </p:cNvPr>
            <p:cNvSpPr>
              <a:spLocks noChangeArrowheads="1"/>
            </p:cNvSpPr>
            <p:nvPr/>
          </p:nvSpPr>
          <p:spPr bwMode="auto">
            <a:xfrm>
              <a:off x="3984"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185" name="Rectangle 87">
              <a:extLst>
                <a:ext uri="{FF2B5EF4-FFF2-40B4-BE49-F238E27FC236}">
                  <a16:creationId xmlns:a16="http://schemas.microsoft.com/office/drawing/2014/main" id="{3BF56FEB-8F12-A9D9-D076-9065DE15810F}"/>
                </a:ext>
              </a:extLst>
            </p:cNvPr>
            <p:cNvSpPr>
              <a:spLocks noChangeArrowheads="1"/>
            </p:cNvSpPr>
            <p:nvPr/>
          </p:nvSpPr>
          <p:spPr bwMode="auto">
            <a:xfrm>
              <a:off x="3744" y="2602"/>
              <a:ext cx="240"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186" name="Line 88">
              <a:extLst>
                <a:ext uri="{FF2B5EF4-FFF2-40B4-BE49-F238E27FC236}">
                  <a16:creationId xmlns:a16="http://schemas.microsoft.com/office/drawing/2014/main" id="{78745551-DCC2-0E9D-11C0-2B3BC18EC017}"/>
                </a:ext>
              </a:extLst>
            </p:cNvPr>
            <p:cNvSpPr>
              <a:spLocks noChangeShapeType="1"/>
            </p:cNvSpPr>
            <p:nvPr/>
          </p:nvSpPr>
          <p:spPr bwMode="auto">
            <a:xfrm flipH="1">
              <a:off x="1536" y="2928"/>
              <a:ext cx="144" cy="3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7" name="Line 89">
              <a:extLst>
                <a:ext uri="{FF2B5EF4-FFF2-40B4-BE49-F238E27FC236}">
                  <a16:creationId xmlns:a16="http://schemas.microsoft.com/office/drawing/2014/main" id="{8ADC2D07-7A5B-71D0-E930-A9773D5D1E27}"/>
                </a:ext>
              </a:extLst>
            </p:cNvPr>
            <p:cNvSpPr>
              <a:spLocks noChangeShapeType="1"/>
            </p:cNvSpPr>
            <p:nvPr/>
          </p:nvSpPr>
          <p:spPr bwMode="auto">
            <a:xfrm>
              <a:off x="1680" y="2928"/>
              <a:ext cx="144" cy="3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8" name="Line 90">
              <a:extLst>
                <a:ext uri="{FF2B5EF4-FFF2-40B4-BE49-F238E27FC236}">
                  <a16:creationId xmlns:a16="http://schemas.microsoft.com/office/drawing/2014/main" id="{3797429E-BD9B-E64F-EDAC-7C5FEE26CE31}"/>
                </a:ext>
              </a:extLst>
            </p:cNvPr>
            <p:cNvSpPr>
              <a:spLocks noChangeShapeType="1"/>
            </p:cNvSpPr>
            <p:nvPr/>
          </p:nvSpPr>
          <p:spPr bwMode="auto">
            <a:xfrm flipH="1">
              <a:off x="2304" y="2928"/>
              <a:ext cx="144" cy="3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9" name="Line 91">
              <a:extLst>
                <a:ext uri="{FF2B5EF4-FFF2-40B4-BE49-F238E27FC236}">
                  <a16:creationId xmlns:a16="http://schemas.microsoft.com/office/drawing/2014/main" id="{5DAADE4D-F028-92D4-1D71-E500A92E794C}"/>
                </a:ext>
              </a:extLst>
            </p:cNvPr>
            <p:cNvSpPr>
              <a:spLocks noChangeShapeType="1"/>
            </p:cNvSpPr>
            <p:nvPr/>
          </p:nvSpPr>
          <p:spPr bwMode="auto">
            <a:xfrm>
              <a:off x="2448" y="2928"/>
              <a:ext cx="144" cy="3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0" name="Line 92">
              <a:extLst>
                <a:ext uri="{FF2B5EF4-FFF2-40B4-BE49-F238E27FC236}">
                  <a16:creationId xmlns:a16="http://schemas.microsoft.com/office/drawing/2014/main" id="{904AE1FD-81B0-DC77-0EFD-8811046F3A18}"/>
                </a:ext>
              </a:extLst>
            </p:cNvPr>
            <p:cNvSpPr>
              <a:spLocks noChangeShapeType="1"/>
            </p:cNvSpPr>
            <p:nvPr/>
          </p:nvSpPr>
          <p:spPr bwMode="auto">
            <a:xfrm flipH="1">
              <a:off x="3072" y="2928"/>
              <a:ext cx="144" cy="3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1" name="Line 93">
              <a:extLst>
                <a:ext uri="{FF2B5EF4-FFF2-40B4-BE49-F238E27FC236}">
                  <a16:creationId xmlns:a16="http://schemas.microsoft.com/office/drawing/2014/main" id="{CCC9F2CD-8AF5-6C5F-C361-872D5713A2EC}"/>
                </a:ext>
              </a:extLst>
            </p:cNvPr>
            <p:cNvSpPr>
              <a:spLocks noChangeShapeType="1"/>
            </p:cNvSpPr>
            <p:nvPr/>
          </p:nvSpPr>
          <p:spPr bwMode="auto">
            <a:xfrm>
              <a:off x="3216" y="2928"/>
              <a:ext cx="144" cy="3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2" name="Line 94">
              <a:extLst>
                <a:ext uri="{FF2B5EF4-FFF2-40B4-BE49-F238E27FC236}">
                  <a16:creationId xmlns:a16="http://schemas.microsoft.com/office/drawing/2014/main" id="{5D97F31B-0D89-5D49-0088-3565BD9421BF}"/>
                </a:ext>
              </a:extLst>
            </p:cNvPr>
            <p:cNvSpPr>
              <a:spLocks noChangeShapeType="1"/>
            </p:cNvSpPr>
            <p:nvPr/>
          </p:nvSpPr>
          <p:spPr bwMode="auto">
            <a:xfrm flipH="1">
              <a:off x="3840" y="2928"/>
              <a:ext cx="144" cy="3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3" name="Line 95">
              <a:extLst>
                <a:ext uri="{FF2B5EF4-FFF2-40B4-BE49-F238E27FC236}">
                  <a16:creationId xmlns:a16="http://schemas.microsoft.com/office/drawing/2014/main" id="{6E6B38A7-DB22-1993-D12D-E16138089693}"/>
                </a:ext>
              </a:extLst>
            </p:cNvPr>
            <p:cNvSpPr>
              <a:spLocks noChangeShapeType="1"/>
            </p:cNvSpPr>
            <p:nvPr/>
          </p:nvSpPr>
          <p:spPr bwMode="auto">
            <a:xfrm>
              <a:off x="3984" y="2928"/>
              <a:ext cx="144" cy="3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94" name="Text Box 96">
            <a:extLst>
              <a:ext uri="{FF2B5EF4-FFF2-40B4-BE49-F238E27FC236}">
                <a16:creationId xmlns:a16="http://schemas.microsoft.com/office/drawing/2014/main" id="{FB1BB79D-F549-882E-0ED2-412E3E0FC470}"/>
              </a:ext>
            </a:extLst>
          </p:cNvPr>
          <p:cNvSpPr txBox="1">
            <a:spLocks noChangeArrowheads="1"/>
          </p:cNvSpPr>
          <p:nvPr/>
        </p:nvSpPr>
        <p:spPr bwMode="auto">
          <a:xfrm>
            <a:off x="2184400" y="1878013"/>
            <a:ext cx="1552575"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solidFill>
                  <a:srgbClr val="DD0111"/>
                </a:solidFill>
              </a:rPr>
              <a:t>Conquer</a:t>
            </a:r>
          </a:p>
          <a:p>
            <a:r>
              <a:rPr lang="en-US" altLang="en-US" sz="2800">
                <a:solidFill>
                  <a:srgbClr val="DD0111"/>
                </a:solidFill>
              </a:rPr>
              <a:t>and</a:t>
            </a:r>
          </a:p>
          <a:p>
            <a:r>
              <a:rPr lang="en-US" altLang="en-US" sz="2800">
                <a:solidFill>
                  <a:srgbClr val="DD0111"/>
                </a:solidFill>
              </a:rPr>
              <a:t>Merge</a:t>
            </a:r>
          </a:p>
        </p:txBody>
      </p:sp>
    </p:spTree>
    <p:extLst>
      <p:ext uri="{BB962C8B-B14F-4D97-AF65-F5344CB8AC3E}">
        <p14:creationId xmlns:p14="http://schemas.microsoft.com/office/powerpoint/2010/main" val="1247262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F567CEB-1218-D4A0-BF22-299C96B8B2B8}"/>
              </a:ext>
            </a:extLst>
          </p:cNvPr>
          <p:cNvSpPr>
            <a:spLocks noGrp="1"/>
          </p:cNvSpPr>
          <p:nvPr>
            <p:ph type="title"/>
          </p:nvPr>
        </p:nvSpPr>
        <p:spPr/>
        <p:txBody>
          <a:bodyPr>
            <a:normAutofit/>
          </a:bodyPr>
          <a:lstStyle/>
          <a:p>
            <a:r>
              <a:rPr lang="en-US" sz="3200" b="1" dirty="0">
                <a:solidFill>
                  <a:srgbClr val="004200"/>
                </a:solidFill>
                <a:latin typeface="Arial"/>
                <a:ea typeface="+mn-ea"/>
                <a:cs typeface="Arial"/>
              </a:rPr>
              <a:t>Merge Sort: Example – n Not a Power of 2</a:t>
            </a:r>
            <a:endParaRPr lang="en-GB" sz="3200" b="1" dirty="0">
              <a:solidFill>
                <a:srgbClr val="004200"/>
              </a:solidFill>
              <a:latin typeface="Arial"/>
              <a:ea typeface="+mn-ea"/>
              <a:cs typeface="Arial"/>
            </a:endParaRPr>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smtClean="0">
                <a:cs typeface="+mj-cs"/>
              </a:rPr>
              <a:pPr/>
              <a:t>11</a:t>
            </a:fld>
            <a:endParaRPr lang="ur-PK" sz="1600" dirty="0">
              <a:cs typeface="+mj-cs"/>
            </a:endParaRPr>
          </a:p>
        </p:txBody>
      </p:sp>
      <p:grpSp>
        <p:nvGrpSpPr>
          <p:cNvPr id="2" name="Group 3">
            <a:extLst>
              <a:ext uri="{FF2B5EF4-FFF2-40B4-BE49-F238E27FC236}">
                <a16:creationId xmlns:a16="http://schemas.microsoft.com/office/drawing/2014/main" id="{2C9E1C76-DAA8-7439-10A5-C57E763B5EE7}"/>
              </a:ext>
            </a:extLst>
          </p:cNvPr>
          <p:cNvGrpSpPr>
            <a:grpSpLocks/>
          </p:cNvGrpSpPr>
          <p:nvPr/>
        </p:nvGrpSpPr>
        <p:grpSpPr bwMode="auto">
          <a:xfrm>
            <a:off x="4648200" y="1676400"/>
            <a:ext cx="5638800" cy="609600"/>
            <a:chOff x="1536" y="768"/>
            <a:chExt cx="3552" cy="384"/>
          </a:xfrm>
        </p:grpSpPr>
        <p:sp>
          <p:nvSpPr>
            <p:cNvPr id="4" name="Rectangle 4">
              <a:extLst>
                <a:ext uri="{FF2B5EF4-FFF2-40B4-BE49-F238E27FC236}">
                  <a16:creationId xmlns:a16="http://schemas.microsoft.com/office/drawing/2014/main" id="{06A729A5-DB39-5A49-DB9E-E1DC1C4EC981}"/>
                </a:ext>
              </a:extLst>
            </p:cNvPr>
            <p:cNvSpPr>
              <a:spLocks noChangeArrowheads="1"/>
            </p:cNvSpPr>
            <p:nvPr/>
          </p:nvSpPr>
          <p:spPr bwMode="auto">
            <a:xfrm>
              <a:off x="3953"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5" name="Rectangle 5">
              <a:extLst>
                <a:ext uri="{FF2B5EF4-FFF2-40B4-BE49-F238E27FC236}">
                  <a16:creationId xmlns:a16="http://schemas.microsoft.com/office/drawing/2014/main" id="{56BF043A-04B1-E0C2-3558-D41FAFDB7907}"/>
                </a:ext>
              </a:extLst>
            </p:cNvPr>
            <p:cNvSpPr>
              <a:spLocks noChangeArrowheads="1"/>
            </p:cNvSpPr>
            <p:nvPr/>
          </p:nvSpPr>
          <p:spPr bwMode="auto">
            <a:xfrm>
              <a:off x="3712" y="922"/>
              <a:ext cx="24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7" name="Rectangle 6">
              <a:extLst>
                <a:ext uri="{FF2B5EF4-FFF2-40B4-BE49-F238E27FC236}">
                  <a16:creationId xmlns:a16="http://schemas.microsoft.com/office/drawing/2014/main" id="{D701F4D2-5BBA-4C62-26B9-C6FD7E0F87F4}"/>
                </a:ext>
              </a:extLst>
            </p:cNvPr>
            <p:cNvSpPr>
              <a:spLocks noChangeArrowheads="1"/>
            </p:cNvSpPr>
            <p:nvPr/>
          </p:nvSpPr>
          <p:spPr bwMode="auto">
            <a:xfrm>
              <a:off x="3470"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9" name="Rectangle 7">
              <a:extLst>
                <a:ext uri="{FF2B5EF4-FFF2-40B4-BE49-F238E27FC236}">
                  <a16:creationId xmlns:a16="http://schemas.microsoft.com/office/drawing/2014/main" id="{13AB2EE9-091B-D639-801D-5135AA571733}"/>
                </a:ext>
              </a:extLst>
            </p:cNvPr>
            <p:cNvSpPr>
              <a:spLocks noChangeArrowheads="1"/>
            </p:cNvSpPr>
            <p:nvPr/>
          </p:nvSpPr>
          <p:spPr bwMode="auto">
            <a:xfrm>
              <a:off x="3228"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10" name="Rectangle 8">
              <a:extLst>
                <a:ext uri="{FF2B5EF4-FFF2-40B4-BE49-F238E27FC236}">
                  <a16:creationId xmlns:a16="http://schemas.microsoft.com/office/drawing/2014/main" id="{40696304-84FA-78CB-45FB-5761DA8D03DE}"/>
                </a:ext>
              </a:extLst>
            </p:cNvPr>
            <p:cNvSpPr>
              <a:spLocks noChangeArrowheads="1"/>
            </p:cNvSpPr>
            <p:nvPr/>
          </p:nvSpPr>
          <p:spPr bwMode="auto">
            <a:xfrm>
              <a:off x="2987" y="922"/>
              <a:ext cx="24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50" name="Rectangle 9">
              <a:extLst>
                <a:ext uri="{FF2B5EF4-FFF2-40B4-BE49-F238E27FC236}">
                  <a16:creationId xmlns:a16="http://schemas.microsoft.com/office/drawing/2014/main" id="{14AA1993-581B-5950-E6AD-D5AE2591A25D}"/>
                </a:ext>
              </a:extLst>
            </p:cNvPr>
            <p:cNvSpPr>
              <a:spLocks noChangeArrowheads="1"/>
            </p:cNvSpPr>
            <p:nvPr/>
          </p:nvSpPr>
          <p:spPr bwMode="auto">
            <a:xfrm>
              <a:off x="2744" y="922"/>
              <a:ext cx="243" cy="23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51" name="Rectangle 10">
              <a:extLst>
                <a:ext uri="{FF2B5EF4-FFF2-40B4-BE49-F238E27FC236}">
                  <a16:creationId xmlns:a16="http://schemas.microsoft.com/office/drawing/2014/main" id="{6BF99722-8609-747A-68B9-0378ECE9AB70}"/>
                </a:ext>
              </a:extLst>
            </p:cNvPr>
            <p:cNvSpPr>
              <a:spLocks noChangeArrowheads="1"/>
            </p:cNvSpPr>
            <p:nvPr/>
          </p:nvSpPr>
          <p:spPr bwMode="auto">
            <a:xfrm>
              <a:off x="2503" y="922"/>
              <a:ext cx="24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52" name="Rectangle 11">
              <a:extLst>
                <a:ext uri="{FF2B5EF4-FFF2-40B4-BE49-F238E27FC236}">
                  <a16:creationId xmlns:a16="http://schemas.microsoft.com/office/drawing/2014/main" id="{D752D057-56D2-FEFF-9BB0-F6CC46C3C937}"/>
                </a:ext>
              </a:extLst>
            </p:cNvPr>
            <p:cNvSpPr>
              <a:spLocks noChangeArrowheads="1"/>
            </p:cNvSpPr>
            <p:nvPr/>
          </p:nvSpPr>
          <p:spPr bwMode="auto">
            <a:xfrm>
              <a:off x="2261"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53" name="Rectangle 12">
              <a:extLst>
                <a:ext uri="{FF2B5EF4-FFF2-40B4-BE49-F238E27FC236}">
                  <a16:creationId xmlns:a16="http://schemas.microsoft.com/office/drawing/2014/main" id="{6EDFB973-6147-6A53-A5F0-2575C05C6867}"/>
                </a:ext>
              </a:extLst>
            </p:cNvPr>
            <p:cNvSpPr>
              <a:spLocks noChangeArrowheads="1"/>
            </p:cNvSpPr>
            <p:nvPr/>
          </p:nvSpPr>
          <p:spPr bwMode="auto">
            <a:xfrm>
              <a:off x="2019"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54" name="Rectangle 13">
              <a:extLst>
                <a:ext uri="{FF2B5EF4-FFF2-40B4-BE49-F238E27FC236}">
                  <a16:creationId xmlns:a16="http://schemas.microsoft.com/office/drawing/2014/main" id="{46B5833A-8089-926E-2F5F-E14A68A0CBDA}"/>
                </a:ext>
              </a:extLst>
            </p:cNvPr>
            <p:cNvSpPr>
              <a:spLocks noChangeArrowheads="1"/>
            </p:cNvSpPr>
            <p:nvPr/>
          </p:nvSpPr>
          <p:spPr bwMode="auto">
            <a:xfrm>
              <a:off x="1778" y="922"/>
              <a:ext cx="24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55" name="Rectangle 14">
              <a:extLst>
                <a:ext uri="{FF2B5EF4-FFF2-40B4-BE49-F238E27FC236}">
                  <a16:creationId xmlns:a16="http://schemas.microsoft.com/office/drawing/2014/main" id="{5844834B-53A7-14F0-7B9A-15833A69B50B}"/>
                </a:ext>
              </a:extLst>
            </p:cNvPr>
            <p:cNvSpPr>
              <a:spLocks noChangeArrowheads="1"/>
            </p:cNvSpPr>
            <p:nvPr/>
          </p:nvSpPr>
          <p:spPr bwMode="auto">
            <a:xfrm>
              <a:off x="1536"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56" name="Line 15">
              <a:extLst>
                <a:ext uri="{FF2B5EF4-FFF2-40B4-BE49-F238E27FC236}">
                  <a16:creationId xmlns:a16="http://schemas.microsoft.com/office/drawing/2014/main" id="{8AD8D993-9204-7A78-ADC4-561E0513733B}"/>
                </a:ext>
              </a:extLst>
            </p:cNvPr>
            <p:cNvSpPr>
              <a:spLocks noChangeShapeType="1"/>
            </p:cNvSpPr>
            <p:nvPr/>
          </p:nvSpPr>
          <p:spPr bwMode="auto">
            <a:xfrm>
              <a:off x="1536" y="922"/>
              <a:ext cx="265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57" name="Line 16">
              <a:extLst>
                <a:ext uri="{FF2B5EF4-FFF2-40B4-BE49-F238E27FC236}">
                  <a16:creationId xmlns:a16="http://schemas.microsoft.com/office/drawing/2014/main" id="{99BFDF99-77DB-7BA5-D81C-AFFED74614FD}"/>
                </a:ext>
              </a:extLst>
            </p:cNvPr>
            <p:cNvSpPr>
              <a:spLocks noChangeShapeType="1"/>
            </p:cNvSpPr>
            <p:nvPr/>
          </p:nvSpPr>
          <p:spPr bwMode="auto">
            <a:xfrm>
              <a:off x="1536" y="1152"/>
              <a:ext cx="265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58" name="Line 17">
              <a:extLst>
                <a:ext uri="{FF2B5EF4-FFF2-40B4-BE49-F238E27FC236}">
                  <a16:creationId xmlns:a16="http://schemas.microsoft.com/office/drawing/2014/main" id="{B5FB2877-AC53-E2A4-4114-77CDF504666A}"/>
                </a:ext>
              </a:extLst>
            </p:cNvPr>
            <p:cNvSpPr>
              <a:spLocks noChangeShapeType="1"/>
            </p:cNvSpPr>
            <p:nvPr/>
          </p:nvSpPr>
          <p:spPr bwMode="auto">
            <a:xfrm>
              <a:off x="1536" y="922"/>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59" name="Line 18">
              <a:extLst>
                <a:ext uri="{FF2B5EF4-FFF2-40B4-BE49-F238E27FC236}">
                  <a16:creationId xmlns:a16="http://schemas.microsoft.com/office/drawing/2014/main" id="{59485E7F-856F-F203-5D4F-D41410DC1C61}"/>
                </a:ext>
              </a:extLst>
            </p:cNvPr>
            <p:cNvSpPr>
              <a:spLocks noChangeShapeType="1"/>
            </p:cNvSpPr>
            <p:nvPr/>
          </p:nvSpPr>
          <p:spPr bwMode="auto">
            <a:xfrm>
              <a:off x="1778"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60" name="Line 19">
              <a:extLst>
                <a:ext uri="{FF2B5EF4-FFF2-40B4-BE49-F238E27FC236}">
                  <a16:creationId xmlns:a16="http://schemas.microsoft.com/office/drawing/2014/main" id="{07632BE5-9675-F89E-10D1-02A7CE7D0624}"/>
                </a:ext>
              </a:extLst>
            </p:cNvPr>
            <p:cNvSpPr>
              <a:spLocks noChangeShapeType="1"/>
            </p:cNvSpPr>
            <p:nvPr/>
          </p:nvSpPr>
          <p:spPr bwMode="auto">
            <a:xfrm>
              <a:off x="2019"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61" name="Line 20">
              <a:extLst>
                <a:ext uri="{FF2B5EF4-FFF2-40B4-BE49-F238E27FC236}">
                  <a16:creationId xmlns:a16="http://schemas.microsoft.com/office/drawing/2014/main" id="{D6C4AAF1-330B-F22A-48DD-541DAEF293A7}"/>
                </a:ext>
              </a:extLst>
            </p:cNvPr>
            <p:cNvSpPr>
              <a:spLocks noChangeShapeType="1"/>
            </p:cNvSpPr>
            <p:nvPr/>
          </p:nvSpPr>
          <p:spPr bwMode="auto">
            <a:xfrm>
              <a:off x="2261"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62" name="Line 21">
              <a:extLst>
                <a:ext uri="{FF2B5EF4-FFF2-40B4-BE49-F238E27FC236}">
                  <a16:creationId xmlns:a16="http://schemas.microsoft.com/office/drawing/2014/main" id="{D859BD51-1478-0BCD-09E9-02EC91D9CB2A}"/>
                </a:ext>
              </a:extLst>
            </p:cNvPr>
            <p:cNvSpPr>
              <a:spLocks noChangeShapeType="1"/>
            </p:cNvSpPr>
            <p:nvPr/>
          </p:nvSpPr>
          <p:spPr bwMode="auto">
            <a:xfrm>
              <a:off x="2503"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63" name="Line 22">
              <a:extLst>
                <a:ext uri="{FF2B5EF4-FFF2-40B4-BE49-F238E27FC236}">
                  <a16:creationId xmlns:a16="http://schemas.microsoft.com/office/drawing/2014/main" id="{827799D6-2C95-54CD-18B0-D733F072EB4B}"/>
                </a:ext>
              </a:extLst>
            </p:cNvPr>
            <p:cNvSpPr>
              <a:spLocks noChangeShapeType="1"/>
            </p:cNvSpPr>
            <p:nvPr/>
          </p:nvSpPr>
          <p:spPr bwMode="auto">
            <a:xfrm>
              <a:off x="2744"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28" name="Line 23">
              <a:extLst>
                <a:ext uri="{FF2B5EF4-FFF2-40B4-BE49-F238E27FC236}">
                  <a16:creationId xmlns:a16="http://schemas.microsoft.com/office/drawing/2014/main" id="{11F7C4A7-6A26-D3FF-7D95-0A339AF7783D}"/>
                </a:ext>
              </a:extLst>
            </p:cNvPr>
            <p:cNvSpPr>
              <a:spLocks noChangeShapeType="1"/>
            </p:cNvSpPr>
            <p:nvPr/>
          </p:nvSpPr>
          <p:spPr bwMode="auto">
            <a:xfrm>
              <a:off x="2987"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29" name="Line 24">
              <a:extLst>
                <a:ext uri="{FF2B5EF4-FFF2-40B4-BE49-F238E27FC236}">
                  <a16:creationId xmlns:a16="http://schemas.microsoft.com/office/drawing/2014/main" id="{09F3E813-7A89-123B-0ECE-E16EA03BA3BC}"/>
                </a:ext>
              </a:extLst>
            </p:cNvPr>
            <p:cNvSpPr>
              <a:spLocks noChangeShapeType="1"/>
            </p:cNvSpPr>
            <p:nvPr/>
          </p:nvSpPr>
          <p:spPr bwMode="auto">
            <a:xfrm>
              <a:off x="3228"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30" name="Line 25">
              <a:extLst>
                <a:ext uri="{FF2B5EF4-FFF2-40B4-BE49-F238E27FC236}">
                  <a16:creationId xmlns:a16="http://schemas.microsoft.com/office/drawing/2014/main" id="{F188706A-D1E6-AC77-D4E3-971571A35B9C}"/>
                </a:ext>
              </a:extLst>
            </p:cNvPr>
            <p:cNvSpPr>
              <a:spLocks noChangeShapeType="1"/>
            </p:cNvSpPr>
            <p:nvPr/>
          </p:nvSpPr>
          <p:spPr bwMode="auto">
            <a:xfrm>
              <a:off x="3470"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31" name="Line 26">
              <a:extLst>
                <a:ext uri="{FF2B5EF4-FFF2-40B4-BE49-F238E27FC236}">
                  <a16:creationId xmlns:a16="http://schemas.microsoft.com/office/drawing/2014/main" id="{24D06848-9A16-1C40-67D1-37A33F5AA39F}"/>
                </a:ext>
              </a:extLst>
            </p:cNvPr>
            <p:cNvSpPr>
              <a:spLocks noChangeShapeType="1"/>
            </p:cNvSpPr>
            <p:nvPr/>
          </p:nvSpPr>
          <p:spPr bwMode="auto">
            <a:xfrm>
              <a:off x="3712"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32" name="Line 27">
              <a:extLst>
                <a:ext uri="{FF2B5EF4-FFF2-40B4-BE49-F238E27FC236}">
                  <a16:creationId xmlns:a16="http://schemas.microsoft.com/office/drawing/2014/main" id="{5BB0EB40-F7D1-C0CF-6F69-229AE1315F3A}"/>
                </a:ext>
              </a:extLst>
            </p:cNvPr>
            <p:cNvSpPr>
              <a:spLocks noChangeShapeType="1"/>
            </p:cNvSpPr>
            <p:nvPr/>
          </p:nvSpPr>
          <p:spPr bwMode="auto">
            <a:xfrm>
              <a:off x="3953"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33" name="Line 28">
              <a:extLst>
                <a:ext uri="{FF2B5EF4-FFF2-40B4-BE49-F238E27FC236}">
                  <a16:creationId xmlns:a16="http://schemas.microsoft.com/office/drawing/2014/main" id="{698DCA1A-AA56-312B-1CD7-A1593274868A}"/>
                </a:ext>
              </a:extLst>
            </p:cNvPr>
            <p:cNvSpPr>
              <a:spLocks noChangeShapeType="1"/>
            </p:cNvSpPr>
            <p:nvPr/>
          </p:nvSpPr>
          <p:spPr bwMode="auto">
            <a:xfrm>
              <a:off x="4195" y="922"/>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34" name="Text Box 29">
              <a:extLst>
                <a:ext uri="{FF2B5EF4-FFF2-40B4-BE49-F238E27FC236}">
                  <a16:creationId xmlns:a16="http://schemas.microsoft.com/office/drawing/2014/main" id="{C18EAE32-23D2-572B-9D84-8F1658EEF052}"/>
                </a:ext>
              </a:extLst>
            </p:cNvPr>
            <p:cNvSpPr txBox="1">
              <a:spLocks noChangeArrowheads="1"/>
            </p:cNvSpPr>
            <p:nvPr/>
          </p:nvSpPr>
          <p:spPr bwMode="auto">
            <a:xfrm>
              <a:off x="158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135" name="Text Box 30">
              <a:extLst>
                <a:ext uri="{FF2B5EF4-FFF2-40B4-BE49-F238E27FC236}">
                  <a16:creationId xmlns:a16="http://schemas.microsoft.com/office/drawing/2014/main" id="{41A7D8E1-27F6-EA8D-3004-9D2ECFCD009E}"/>
                </a:ext>
              </a:extLst>
            </p:cNvPr>
            <p:cNvSpPr txBox="1">
              <a:spLocks noChangeArrowheads="1"/>
            </p:cNvSpPr>
            <p:nvPr/>
          </p:nvSpPr>
          <p:spPr bwMode="auto">
            <a:xfrm>
              <a:off x="182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136" name="Text Box 31">
              <a:extLst>
                <a:ext uri="{FF2B5EF4-FFF2-40B4-BE49-F238E27FC236}">
                  <a16:creationId xmlns:a16="http://schemas.microsoft.com/office/drawing/2014/main" id="{3AC0C680-A09B-F3F8-45AC-6A2758335E2C}"/>
                </a:ext>
              </a:extLst>
            </p:cNvPr>
            <p:cNvSpPr txBox="1">
              <a:spLocks noChangeArrowheads="1"/>
            </p:cNvSpPr>
            <p:nvPr/>
          </p:nvSpPr>
          <p:spPr bwMode="auto">
            <a:xfrm>
              <a:off x="206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137" name="Text Box 32">
              <a:extLst>
                <a:ext uri="{FF2B5EF4-FFF2-40B4-BE49-F238E27FC236}">
                  <a16:creationId xmlns:a16="http://schemas.microsoft.com/office/drawing/2014/main" id="{C12AFB82-2DA1-9479-B0BC-3C72334E2223}"/>
                </a:ext>
              </a:extLst>
            </p:cNvPr>
            <p:cNvSpPr txBox="1">
              <a:spLocks noChangeArrowheads="1"/>
            </p:cNvSpPr>
            <p:nvPr/>
          </p:nvSpPr>
          <p:spPr bwMode="auto">
            <a:xfrm>
              <a:off x="230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138" name="Text Box 33">
              <a:extLst>
                <a:ext uri="{FF2B5EF4-FFF2-40B4-BE49-F238E27FC236}">
                  <a16:creationId xmlns:a16="http://schemas.microsoft.com/office/drawing/2014/main" id="{A5395ED1-4561-F1B5-C649-787B1191229A}"/>
                </a:ext>
              </a:extLst>
            </p:cNvPr>
            <p:cNvSpPr txBox="1">
              <a:spLocks noChangeArrowheads="1"/>
            </p:cNvSpPr>
            <p:nvPr/>
          </p:nvSpPr>
          <p:spPr bwMode="auto">
            <a:xfrm>
              <a:off x="254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139" name="Text Box 34">
              <a:extLst>
                <a:ext uri="{FF2B5EF4-FFF2-40B4-BE49-F238E27FC236}">
                  <a16:creationId xmlns:a16="http://schemas.microsoft.com/office/drawing/2014/main" id="{AB158117-E385-8F79-A7D9-989A9875F2B8}"/>
                </a:ext>
              </a:extLst>
            </p:cNvPr>
            <p:cNvSpPr txBox="1">
              <a:spLocks noChangeArrowheads="1"/>
            </p:cNvSpPr>
            <p:nvPr/>
          </p:nvSpPr>
          <p:spPr bwMode="auto">
            <a:xfrm>
              <a:off x="278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195" name="Text Box 35">
              <a:extLst>
                <a:ext uri="{FF2B5EF4-FFF2-40B4-BE49-F238E27FC236}">
                  <a16:creationId xmlns:a16="http://schemas.microsoft.com/office/drawing/2014/main" id="{A1E13EA3-616C-1C13-14DE-CE5DA52D3E35}"/>
                </a:ext>
              </a:extLst>
            </p:cNvPr>
            <p:cNvSpPr txBox="1">
              <a:spLocks noChangeArrowheads="1"/>
            </p:cNvSpPr>
            <p:nvPr/>
          </p:nvSpPr>
          <p:spPr bwMode="auto">
            <a:xfrm>
              <a:off x="302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196" name="Text Box 36">
              <a:extLst>
                <a:ext uri="{FF2B5EF4-FFF2-40B4-BE49-F238E27FC236}">
                  <a16:creationId xmlns:a16="http://schemas.microsoft.com/office/drawing/2014/main" id="{7C138D93-7FF0-E5B4-F0E4-B0897F3EF7CF}"/>
                </a:ext>
              </a:extLst>
            </p:cNvPr>
            <p:cNvSpPr txBox="1">
              <a:spLocks noChangeArrowheads="1"/>
            </p:cNvSpPr>
            <p:nvPr/>
          </p:nvSpPr>
          <p:spPr bwMode="auto">
            <a:xfrm>
              <a:off x="326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197" name="Text Box 37">
              <a:extLst>
                <a:ext uri="{FF2B5EF4-FFF2-40B4-BE49-F238E27FC236}">
                  <a16:creationId xmlns:a16="http://schemas.microsoft.com/office/drawing/2014/main" id="{D8FD5455-920C-DDAB-5807-9D2435992E75}"/>
                </a:ext>
              </a:extLst>
            </p:cNvPr>
            <p:cNvSpPr txBox="1">
              <a:spLocks noChangeArrowheads="1"/>
            </p:cNvSpPr>
            <p:nvPr/>
          </p:nvSpPr>
          <p:spPr bwMode="auto">
            <a:xfrm>
              <a:off x="350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9</a:t>
              </a:r>
            </a:p>
          </p:txBody>
        </p:sp>
        <p:sp>
          <p:nvSpPr>
            <p:cNvPr id="198" name="Text Box 38">
              <a:extLst>
                <a:ext uri="{FF2B5EF4-FFF2-40B4-BE49-F238E27FC236}">
                  <a16:creationId xmlns:a16="http://schemas.microsoft.com/office/drawing/2014/main" id="{349C26D7-6B0E-7AEC-9422-5CAD078A57BB}"/>
                </a:ext>
              </a:extLst>
            </p:cNvPr>
            <p:cNvSpPr txBox="1">
              <a:spLocks noChangeArrowheads="1"/>
            </p:cNvSpPr>
            <p:nvPr/>
          </p:nvSpPr>
          <p:spPr bwMode="auto">
            <a:xfrm>
              <a:off x="3696" y="768"/>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10</a:t>
              </a:r>
            </a:p>
          </p:txBody>
        </p:sp>
        <p:sp>
          <p:nvSpPr>
            <p:cNvPr id="199" name="Text Box 39">
              <a:extLst>
                <a:ext uri="{FF2B5EF4-FFF2-40B4-BE49-F238E27FC236}">
                  <a16:creationId xmlns:a16="http://schemas.microsoft.com/office/drawing/2014/main" id="{BFE7A4EA-FB0C-E416-DE6B-B6C449B7C188}"/>
                </a:ext>
              </a:extLst>
            </p:cNvPr>
            <p:cNvSpPr txBox="1">
              <a:spLocks noChangeArrowheads="1"/>
            </p:cNvSpPr>
            <p:nvPr/>
          </p:nvSpPr>
          <p:spPr bwMode="auto">
            <a:xfrm>
              <a:off x="3936" y="768"/>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11</a:t>
              </a:r>
            </a:p>
          </p:txBody>
        </p:sp>
        <p:sp>
          <p:nvSpPr>
            <p:cNvPr id="200" name="Text Box 40">
              <a:extLst>
                <a:ext uri="{FF2B5EF4-FFF2-40B4-BE49-F238E27FC236}">
                  <a16:creationId xmlns:a16="http://schemas.microsoft.com/office/drawing/2014/main" id="{3D510520-0700-B895-817E-758F0B1212FB}"/>
                </a:ext>
              </a:extLst>
            </p:cNvPr>
            <p:cNvSpPr txBox="1">
              <a:spLocks noChangeArrowheads="1"/>
            </p:cNvSpPr>
            <p:nvPr/>
          </p:nvSpPr>
          <p:spPr bwMode="auto">
            <a:xfrm>
              <a:off x="4464" y="912"/>
              <a:ext cx="62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t>q = 6</a:t>
              </a:r>
            </a:p>
          </p:txBody>
        </p:sp>
      </p:grpSp>
      <p:grpSp>
        <p:nvGrpSpPr>
          <p:cNvPr id="201" name="Group 41">
            <a:extLst>
              <a:ext uri="{FF2B5EF4-FFF2-40B4-BE49-F238E27FC236}">
                <a16:creationId xmlns:a16="http://schemas.microsoft.com/office/drawing/2014/main" id="{A0FE674D-A289-FB79-2B7D-11DC7880062E}"/>
              </a:ext>
            </a:extLst>
          </p:cNvPr>
          <p:cNvGrpSpPr>
            <a:grpSpLocks/>
          </p:cNvGrpSpPr>
          <p:nvPr/>
        </p:nvGrpSpPr>
        <p:grpSpPr bwMode="auto">
          <a:xfrm>
            <a:off x="2971800" y="2362200"/>
            <a:ext cx="7315200" cy="914400"/>
            <a:chOff x="480" y="1200"/>
            <a:chExt cx="4608" cy="576"/>
          </a:xfrm>
        </p:grpSpPr>
        <p:sp>
          <p:nvSpPr>
            <p:cNvPr id="202" name="Rectangle 42">
              <a:extLst>
                <a:ext uri="{FF2B5EF4-FFF2-40B4-BE49-F238E27FC236}">
                  <a16:creationId xmlns:a16="http://schemas.microsoft.com/office/drawing/2014/main" id="{CD610982-A0C7-F48C-5CF0-F6BAD07CAC4E}"/>
                </a:ext>
              </a:extLst>
            </p:cNvPr>
            <p:cNvSpPr>
              <a:spLocks noChangeArrowheads="1"/>
            </p:cNvSpPr>
            <p:nvPr/>
          </p:nvSpPr>
          <p:spPr bwMode="auto">
            <a:xfrm>
              <a:off x="2360" y="1546"/>
              <a:ext cx="243"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203" name="Rectangle 43">
              <a:extLst>
                <a:ext uri="{FF2B5EF4-FFF2-40B4-BE49-F238E27FC236}">
                  <a16:creationId xmlns:a16="http://schemas.microsoft.com/office/drawing/2014/main" id="{E491AEEE-1D3C-D40F-D190-BB8A3C4E702D}"/>
                </a:ext>
              </a:extLst>
            </p:cNvPr>
            <p:cNvSpPr>
              <a:spLocks noChangeArrowheads="1"/>
            </p:cNvSpPr>
            <p:nvPr/>
          </p:nvSpPr>
          <p:spPr bwMode="auto">
            <a:xfrm>
              <a:off x="2119" y="1546"/>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204" name="Rectangle 44">
              <a:extLst>
                <a:ext uri="{FF2B5EF4-FFF2-40B4-BE49-F238E27FC236}">
                  <a16:creationId xmlns:a16="http://schemas.microsoft.com/office/drawing/2014/main" id="{A1E4A9FE-8572-BC0A-69A0-678AF8F7ECFE}"/>
                </a:ext>
              </a:extLst>
            </p:cNvPr>
            <p:cNvSpPr>
              <a:spLocks noChangeArrowheads="1"/>
            </p:cNvSpPr>
            <p:nvPr/>
          </p:nvSpPr>
          <p:spPr bwMode="auto">
            <a:xfrm>
              <a:off x="1877"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205" name="Rectangle 45">
              <a:extLst>
                <a:ext uri="{FF2B5EF4-FFF2-40B4-BE49-F238E27FC236}">
                  <a16:creationId xmlns:a16="http://schemas.microsoft.com/office/drawing/2014/main" id="{C752EA9A-CF03-9C66-6130-F45975FC6A76}"/>
                </a:ext>
              </a:extLst>
            </p:cNvPr>
            <p:cNvSpPr>
              <a:spLocks noChangeArrowheads="1"/>
            </p:cNvSpPr>
            <p:nvPr/>
          </p:nvSpPr>
          <p:spPr bwMode="auto">
            <a:xfrm>
              <a:off x="1635" y="1546"/>
              <a:ext cx="242"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206" name="Rectangle 46">
              <a:extLst>
                <a:ext uri="{FF2B5EF4-FFF2-40B4-BE49-F238E27FC236}">
                  <a16:creationId xmlns:a16="http://schemas.microsoft.com/office/drawing/2014/main" id="{32A94ECA-EB59-0E1C-A08E-0368FE1B4463}"/>
                </a:ext>
              </a:extLst>
            </p:cNvPr>
            <p:cNvSpPr>
              <a:spLocks noChangeArrowheads="1"/>
            </p:cNvSpPr>
            <p:nvPr/>
          </p:nvSpPr>
          <p:spPr bwMode="auto">
            <a:xfrm>
              <a:off x="1394" y="1546"/>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207" name="Rectangle 47">
              <a:extLst>
                <a:ext uri="{FF2B5EF4-FFF2-40B4-BE49-F238E27FC236}">
                  <a16:creationId xmlns:a16="http://schemas.microsoft.com/office/drawing/2014/main" id="{D880E521-C386-9AEC-C917-4EEC08A1D059}"/>
                </a:ext>
              </a:extLst>
            </p:cNvPr>
            <p:cNvSpPr>
              <a:spLocks noChangeArrowheads="1"/>
            </p:cNvSpPr>
            <p:nvPr/>
          </p:nvSpPr>
          <p:spPr bwMode="auto">
            <a:xfrm>
              <a:off x="1152"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208" name="Line 48">
              <a:extLst>
                <a:ext uri="{FF2B5EF4-FFF2-40B4-BE49-F238E27FC236}">
                  <a16:creationId xmlns:a16="http://schemas.microsoft.com/office/drawing/2014/main" id="{C5BAF04E-2548-D8EC-3C6E-923D7B09C38B}"/>
                </a:ext>
              </a:extLst>
            </p:cNvPr>
            <p:cNvSpPr>
              <a:spLocks noChangeShapeType="1"/>
            </p:cNvSpPr>
            <p:nvPr/>
          </p:nvSpPr>
          <p:spPr bwMode="auto">
            <a:xfrm>
              <a:off x="1394"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09" name="Line 49">
              <a:extLst>
                <a:ext uri="{FF2B5EF4-FFF2-40B4-BE49-F238E27FC236}">
                  <a16:creationId xmlns:a16="http://schemas.microsoft.com/office/drawing/2014/main" id="{550FAC7E-C7AB-678C-B108-491CD4E6487B}"/>
                </a:ext>
              </a:extLst>
            </p:cNvPr>
            <p:cNvSpPr>
              <a:spLocks noChangeShapeType="1"/>
            </p:cNvSpPr>
            <p:nvPr/>
          </p:nvSpPr>
          <p:spPr bwMode="auto">
            <a:xfrm>
              <a:off x="1635"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10" name="Line 50">
              <a:extLst>
                <a:ext uri="{FF2B5EF4-FFF2-40B4-BE49-F238E27FC236}">
                  <a16:creationId xmlns:a16="http://schemas.microsoft.com/office/drawing/2014/main" id="{0300A7EC-1A50-2BB8-916D-2547AB011627}"/>
                </a:ext>
              </a:extLst>
            </p:cNvPr>
            <p:cNvSpPr>
              <a:spLocks noChangeShapeType="1"/>
            </p:cNvSpPr>
            <p:nvPr/>
          </p:nvSpPr>
          <p:spPr bwMode="auto">
            <a:xfrm>
              <a:off x="1877"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11" name="Line 51">
              <a:extLst>
                <a:ext uri="{FF2B5EF4-FFF2-40B4-BE49-F238E27FC236}">
                  <a16:creationId xmlns:a16="http://schemas.microsoft.com/office/drawing/2014/main" id="{31AC82D3-E37E-A8F0-B3CF-2BF3E0327F6B}"/>
                </a:ext>
              </a:extLst>
            </p:cNvPr>
            <p:cNvSpPr>
              <a:spLocks noChangeShapeType="1"/>
            </p:cNvSpPr>
            <p:nvPr/>
          </p:nvSpPr>
          <p:spPr bwMode="auto">
            <a:xfrm>
              <a:off x="2119"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12" name="Line 52">
              <a:extLst>
                <a:ext uri="{FF2B5EF4-FFF2-40B4-BE49-F238E27FC236}">
                  <a16:creationId xmlns:a16="http://schemas.microsoft.com/office/drawing/2014/main" id="{02BF8835-09BB-F133-9A93-15114FB17932}"/>
                </a:ext>
              </a:extLst>
            </p:cNvPr>
            <p:cNvSpPr>
              <a:spLocks noChangeShapeType="1"/>
            </p:cNvSpPr>
            <p:nvPr/>
          </p:nvSpPr>
          <p:spPr bwMode="auto">
            <a:xfrm>
              <a:off x="2360"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13" name="Line 53">
              <a:extLst>
                <a:ext uri="{FF2B5EF4-FFF2-40B4-BE49-F238E27FC236}">
                  <a16:creationId xmlns:a16="http://schemas.microsoft.com/office/drawing/2014/main" id="{88944E83-9D34-C346-5D8D-7CF846A83985}"/>
                </a:ext>
              </a:extLst>
            </p:cNvPr>
            <p:cNvSpPr>
              <a:spLocks noChangeShapeType="1"/>
            </p:cNvSpPr>
            <p:nvPr/>
          </p:nvSpPr>
          <p:spPr bwMode="auto">
            <a:xfrm>
              <a:off x="2603"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14" name="Text Box 54">
              <a:extLst>
                <a:ext uri="{FF2B5EF4-FFF2-40B4-BE49-F238E27FC236}">
                  <a16:creationId xmlns:a16="http://schemas.microsoft.com/office/drawing/2014/main" id="{D882E732-E028-201B-2EB6-5A91AD8EBB90}"/>
                </a:ext>
              </a:extLst>
            </p:cNvPr>
            <p:cNvSpPr txBox="1">
              <a:spLocks noChangeArrowheads="1"/>
            </p:cNvSpPr>
            <p:nvPr/>
          </p:nvSpPr>
          <p:spPr bwMode="auto">
            <a:xfrm>
              <a:off x="120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15" name="Text Box 55">
              <a:extLst>
                <a:ext uri="{FF2B5EF4-FFF2-40B4-BE49-F238E27FC236}">
                  <a16:creationId xmlns:a16="http://schemas.microsoft.com/office/drawing/2014/main" id="{2B4F66C6-53D7-B468-05FF-C27C806C179E}"/>
                </a:ext>
              </a:extLst>
            </p:cNvPr>
            <p:cNvSpPr txBox="1">
              <a:spLocks noChangeArrowheads="1"/>
            </p:cNvSpPr>
            <p:nvPr/>
          </p:nvSpPr>
          <p:spPr bwMode="auto">
            <a:xfrm>
              <a:off x="144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16" name="Text Box 56">
              <a:extLst>
                <a:ext uri="{FF2B5EF4-FFF2-40B4-BE49-F238E27FC236}">
                  <a16:creationId xmlns:a16="http://schemas.microsoft.com/office/drawing/2014/main" id="{2BCB10EB-2910-AAD2-BD3D-99BE3720C675}"/>
                </a:ext>
              </a:extLst>
            </p:cNvPr>
            <p:cNvSpPr txBox="1">
              <a:spLocks noChangeArrowheads="1"/>
            </p:cNvSpPr>
            <p:nvPr/>
          </p:nvSpPr>
          <p:spPr bwMode="auto">
            <a:xfrm>
              <a:off x="168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17" name="Text Box 57">
              <a:extLst>
                <a:ext uri="{FF2B5EF4-FFF2-40B4-BE49-F238E27FC236}">
                  <a16:creationId xmlns:a16="http://schemas.microsoft.com/office/drawing/2014/main" id="{1A749408-3265-885D-6CFE-67263134DAFE}"/>
                </a:ext>
              </a:extLst>
            </p:cNvPr>
            <p:cNvSpPr txBox="1">
              <a:spLocks noChangeArrowheads="1"/>
            </p:cNvSpPr>
            <p:nvPr/>
          </p:nvSpPr>
          <p:spPr bwMode="auto">
            <a:xfrm>
              <a:off x="192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18" name="Text Box 58">
              <a:extLst>
                <a:ext uri="{FF2B5EF4-FFF2-40B4-BE49-F238E27FC236}">
                  <a16:creationId xmlns:a16="http://schemas.microsoft.com/office/drawing/2014/main" id="{8E8A17E4-3672-8543-9F39-8BCE6E5CF7DE}"/>
                </a:ext>
              </a:extLst>
            </p:cNvPr>
            <p:cNvSpPr txBox="1">
              <a:spLocks noChangeArrowheads="1"/>
            </p:cNvSpPr>
            <p:nvPr/>
          </p:nvSpPr>
          <p:spPr bwMode="auto">
            <a:xfrm>
              <a:off x="216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19" name="Text Box 59">
              <a:extLst>
                <a:ext uri="{FF2B5EF4-FFF2-40B4-BE49-F238E27FC236}">
                  <a16:creationId xmlns:a16="http://schemas.microsoft.com/office/drawing/2014/main" id="{920E114D-E7AD-B2B9-D34E-D8185EB55B6B}"/>
                </a:ext>
              </a:extLst>
            </p:cNvPr>
            <p:cNvSpPr txBox="1">
              <a:spLocks noChangeArrowheads="1"/>
            </p:cNvSpPr>
            <p:nvPr/>
          </p:nvSpPr>
          <p:spPr bwMode="auto">
            <a:xfrm>
              <a:off x="240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20" name="Rectangle 60">
              <a:extLst>
                <a:ext uri="{FF2B5EF4-FFF2-40B4-BE49-F238E27FC236}">
                  <a16:creationId xmlns:a16="http://schemas.microsoft.com/office/drawing/2014/main" id="{FAA669E6-1755-3454-2BF9-00741A5CB778}"/>
                </a:ext>
              </a:extLst>
            </p:cNvPr>
            <p:cNvSpPr>
              <a:spLocks noChangeArrowheads="1"/>
            </p:cNvSpPr>
            <p:nvPr/>
          </p:nvSpPr>
          <p:spPr bwMode="auto">
            <a:xfrm>
              <a:off x="4134"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221" name="Rectangle 61">
              <a:extLst>
                <a:ext uri="{FF2B5EF4-FFF2-40B4-BE49-F238E27FC236}">
                  <a16:creationId xmlns:a16="http://schemas.microsoft.com/office/drawing/2014/main" id="{8296AA40-98C0-0365-79CD-AAB344DC3814}"/>
                </a:ext>
              </a:extLst>
            </p:cNvPr>
            <p:cNvSpPr>
              <a:spLocks noChangeArrowheads="1"/>
            </p:cNvSpPr>
            <p:nvPr/>
          </p:nvSpPr>
          <p:spPr bwMode="auto">
            <a:xfrm>
              <a:off x="3893" y="1546"/>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222" name="Rectangle 62">
              <a:extLst>
                <a:ext uri="{FF2B5EF4-FFF2-40B4-BE49-F238E27FC236}">
                  <a16:creationId xmlns:a16="http://schemas.microsoft.com/office/drawing/2014/main" id="{AD7C737E-4A5A-5A2F-D46D-968C924DBCFB}"/>
                </a:ext>
              </a:extLst>
            </p:cNvPr>
            <p:cNvSpPr>
              <a:spLocks noChangeArrowheads="1"/>
            </p:cNvSpPr>
            <p:nvPr/>
          </p:nvSpPr>
          <p:spPr bwMode="auto">
            <a:xfrm>
              <a:off x="3651" y="1546"/>
              <a:ext cx="242"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223" name="Rectangle 63">
              <a:extLst>
                <a:ext uri="{FF2B5EF4-FFF2-40B4-BE49-F238E27FC236}">
                  <a16:creationId xmlns:a16="http://schemas.microsoft.com/office/drawing/2014/main" id="{31F4A72E-32B1-6FDE-2F92-D7EE51010DD3}"/>
                </a:ext>
              </a:extLst>
            </p:cNvPr>
            <p:cNvSpPr>
              <a:spLocks noChangeArrowheads="1"/>
            </p:cNvSpPr>
            <p:nvPr/>
          </p:nvSpPr>
          <p:spPr bwMode="auto">
            <a:xfrm>
              <a:off x="3409"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224" name="Rectangle 64">
              <a:extLst>
                <a:ext uri="{FF2B5EF4-FFF2-40B4-BE49-F238E27FC236}">
                  <a16:creationId xmlns:a16="http://schemas.microsoft.com/office/drawing/2014/main" id="{681FA267-92D2-57D6-C483-0516CCA87616}"/>
                </a:ext>
              </a:extLst>
            </p:cNvPr>
            <p:cNvSpPr>
              <a:spLocks noChangeArrowheads="1"/>
            </p:cNvSpPr>
            <p:nvPr/>
          </p:nvSpPr>
          <p:spPr bwMode="auto">
            <a:xfrm>
              <a:off x="3168" y="1546"/>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225" name="Line 65">
              <a:extLst>
                <a:ext uri="{FF2B5EF4-FFF2-40B4-BE49-F238E27FC236}">
                  <a16:creationId xmlns:a16="http://schemas.microsoft.com/office/drawing/2014/main" id="{142A7D61-BAE5-2FB5-7AE5-331C8B3AE59D}"/>
                </a:ext>
              </a:extLst>
            </p:cNvPr>
            <p:cNvSpPr>
              <a:spLocks noChangeShapeType="1"/>
            </p:cNvSpPr>
            <p:nvPr/>
          </p:nvSpPr>
          <p:spPr bwMode="auto">
            <a:xfrm>
              <a:off x="3168"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26" name="Line 66">
              <a:extLst>
                <a:ext uri="{FF2B5EF4-FFF2-40B4-BE49-F238E27FC236}">
                  <a16:creationId xmlns:a16="http://schemas.microsoft.com/office/drawing/2014/main" id="{79E90ABE-5689-3D65-38AD-F16E38EA3D19}"/>
                </a:ext>
              </a:extLst>
            </p:cNvPr>
            <p:cNvSpPr>
              <a:spLocks noChangeShapeType="1"/>
            </p:cNvSpPr>
            <p:nvPr/>
          </p:nvSpPr>
          <p:spPr bwMode="auto">
            <a:xfrm>
              <a:off x="3409"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27" name="Line 67">
              <a:extLst>
                <a:ext uri="{FF2B5EF4-FFF2-40B4-BE49-F238E27FC236}">
                  <a16:creationId xmlns:a16="http://schemas.microsoft.com/office/drawing/2014/main" id="{E1C2D58C-A20A-C1AA-0423-65492992A119}"/>
                </a:ext>
              </a:extLst>
            </p:cNvPr>
            <p:cNvSpPr>
              <a:spLocks noChangeShapeType="1"/>
            </p:cNvSpPr>
            <p:nvPr/>
          </p:nvSpPr>
          <p:spPr bwMode="auto">
            <a:xfrm>
              <a:off x="4134" y="1546"/>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28" name="Text Box 68">
              <a:extLst>
                <a:ext uri="{FF2B5EF4-FFF2-40B4-BE49-F238E27FC236}">
                  <a16:creationId xmlns:a16="http://schemas.microsoft.com/office/drawing/2014/main" id="{40547F97-5DBE-6700-8420-326C29B13479}"/>
                </a:ext>
              </a:extLst>
            </p:cNvPr>
            <p:cNvSpPr txBox="1">
              <a:spLocks noChangeArrowheads="1"/>
            </p:cNvSpPr>
            <p:nvPr/>
          </p:nvSpPr>
          <p:spPr bwMode="auto">
            <a:xfrm>
              <a:off x="3205"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29" name="Text Box 69">
              <a:extLst>
                <a:ext uri="{FF2B5EF4-FFF2-40B4-BE49-F238E27FC236}">
                  <a16:creationId xmlns:a16="http://schemas.microsoft.com/office/drawing/2014/main" id="{E6D4118A-1E1F-03B3-C3F7-AD5113FADBA2}"/>
                </a:ext>
              </a:extLst>
            </p:cNvPr>
            <p:cNvSpPr txBox="1">
              <a:spLocks noChangeArrowheads="1"/>
            </p:cNvSpPr>
            <p:nvPr/>
          </p:nvSpPr>
          <p:spPr bwMode="auto">
            <a:xfrm>
              <a:off x="3445"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30" name="Text Box 70">
              <a:extLst>
                <a:ext uri="{FF2B5EF4-FFF2-40B4-BE49-F238E27FC236}">
                  <a16:creationId xmlns:a16="http://schemas.microsoft.com/office/drawing/2014/main" id="{6410369D-9F86-094B-59A8-D1BE2375CD75}"/>
                </a:ext>
              </a:extLst>
            </p:cNvPr>
            <p:cNvSpPr txBox="1">
              <a:spLocks noChangeArrowheads="1"/>
            </p:cNvSpPr>
            <p:nvPr/>
          </p:nvSpPr>
          <p:spPr bwMode="auto">
            <a:xfrm>
              <a:off x="3685"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9</a:t>
              </a:r>
            </a:p>
          </p:txBody>
        </p:sp>
        <p:sp>
          <p:nvSpPr>
            <p:cNvPr id="231" name="Text Box 71">
              <a:extLst>
                <a:ext uri="{FF2B5EF4-FFF2-40B4-BE49-F238E27FC236}">
                  <a16:creationId xmlns:a16="http://schemas.microsoft.com/office/drawing/2014/main" id="{50F2761A-FFCC-2B2A-B7D1-83F87EF2553C}"/>
                </a:ext>
              </a:extLst>
            </p:cNvPr>
            <p:cNvSpPr txBox="1">
              <a:spLocks noChangeArrowheads="1"/>
            </p:cNvSpPr>
            <p:nvPr/>
          </p:nvSpPr>
          <p:spPr bwMode="auto">
            <a:xfrm>
              <a:off x="3877" y="1392"/>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10</a:t>
              </a:r>
            </a:p>
          </p:txBody>
        </p:sp>
        <p:sp>
          <p:nvSpPr>
            <p:cNvPr id="232" name="Text Box 72">
              <a:extLst>
                <a:ext uri="{FF2B5EF4-FFF2-40B4-BE49-F238E27FC236}">
                  <a16:creationId xmlns:a16="http://schemas.microsoft.com/office/drawing/2014/main" id="{00E5C53E-C9DD-4451-0542-00ADADF0E014}"/>
                </a:ext>
              </a:extLst>
            </p:cNvPr>
            <p:cNvSpPr txBox="1">
              <a:spLocks noChangeArrowheads="1"/>
            </p:cNvSpPr>
            <p:nvPr/>
          </p:nvSpPr>
          <p:spPr bwMode="auto">
            <a:xfrm>
              <a:off x="4117" y="1392"/>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11</a:t>
              </a:r>
            </a:p>
          </p:txBody>
        </p:sp>
        <p:sp>
          <p:nvSpPr>
            <p:cNvPr id="233" name="Text Box 73">
              <a:extLst>
                <a:ext uri="{FF2B5EF4-FFF2-40B4-BE49-F238E27FC236}">
                  <a16:creationId xmlns:a16="http://schemas.microsoft.com/office/drawing/2014/main" id="{5827CA9D-0346-3BEA-09FA-DB8F5772C92D}"/>
                </a:ext>
              </a:extLst>
            </p:cNvPr>
            <p:cNvSpPr txBox="1">
              <a:spLocks noChangeArrowheads="1"/>
            </p:cNvSpPr>
            <p:nvPr/>
          </p:nvSpPr>
          <p:spPr bwMode="auto">
            <a:xfrm>
              <a:off x="4464" y="1564"/>
              <a:ext cx="62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t>q = 9</a:t>
              </a:r>
            </a:p>
          </p:txBody>
        </p:sp>
        <p:sp>
          <p:nvSpPr>
            <p:cNvPr id="234" name="Text Box 74">
              <a:extLst>
                <a:ext uri="{FF2B5EF4-FFF2-40B4-BE49-F238E27FC236}">
                  <a16:creationId xmlns:a16="http://schemas.microsoft.com/office/drawing/2014/main" id="{877DB26D-2B9B-197C-BB05-2A8CF3ACC60B}"/>
                </a:ext>
              </a:extLst>
            </p:cNvPr>
            <p:cNvSpPr txBox="1">
              <a:spLocks noChangeArrowheads="1"/>
            </p:cNvSpPr>
            <p:nvPr/>
          </p:nvSpPr>
          <p:spPr bwMode="auto">
            <a:xfrm>
              <a:off x="480" y="1536"/>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t>q = 3</a:t>
              </a:r>
            </a:p>
          </p:txBody>
        </p:sp>
        <p:sp>
          <p:nvSpPr>
            <p:cNvPr id="235" name="Line 75">
              <a:extLst>
                <a:ext uri="{FF2B5EF4-FFF2-40B4-BE49-F238E27FC236}">
                  <a16:creationId xmlns:a16="http://schemas.microsoft.com/office/drawing/2014/main" id="{AC3EBFD5-FA6B-4111-53B5-E50C1B5822E5}"/>
                </a:ext>
              </a:extLst>
            </p:cNvPr>
            <p:cNvSpPr>
              <a:spLocks noChangeShapeType="1"/>
            </p:cNvSpPr>
            <p:nvPr/>
          </p:nvSpPr>
          <p:spPr bwMode="auto">
            <a:xfrm flipH="1">
              <a:off x="2112" y="1200"/>
              <a:ext cx="72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 name="Line 76">
              <a:extLst>
                <a:ext uri="{FF2B5EF4-FFF2-40B4-BE49-F238E27FC236}">
                  <a16:creationId xmlns:a16="http://schemas.microsoft.com/office/drawing/2014/main" id="{9DAF3276-1FCE-C2A9-BC30-9D879FB4048A}"/>
                </a:ext>
              </a:extLst>
            </p:cNvPr>
            <p:cNvSpPr>
              <a:spLocks noChangeShapeType="1"/>
            </p:cNvSpPr>
            <p:nvPr/>
          </p:nvSpPr>
          <p:spPr bwMode="auto">
            <a:xfrm>
              <a:off x="2832" y="1200"/>
              <a:ext cx="72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37" name="Group 77">
            <a:extLst>
              <a:ext uri="{FF2B5EF4-FFF2-40B4-BE49-F238E27FC236}">
                <a16:creationId xmlns:a16="http://schemas.microsoft.com/office/drawing/2014/main" id="{41FA9755-44DE-DD5C-D15F-6D84B717628D}"/>
              </a:ext>
            </a:extLst>
          </p:cNvPr>
          <p:cNvGrpSpPr>
            <a:grpSpLocks/>
          </p:cNvGrpSpPr>
          <p:nvPr/>
        </p:nvGrpSpPr>
        <p:grpSpPr bwMode="auto">
          <a:xfrm>
            <a:off x="3725863" y="3352800"/>
            <a:ext cx="5583237" cy="914400"/>
            <a:chOff x="955" y="1824"/>
            <a:chExt cx="3517" cy="576"/>
          </a:xfrm>
        </p:grpSpPr>
        <p:sp>
          <p:nvSpPr>
            <p:cNvPr id="238" name="Rectangle 78">
              <a:extLst>
                <a:ext uri="{FF2B5EF4-FFF2-40B4-BE49-F238E27FC236}">
                  <a16:creationId xmlns:a16="http://schemas.microsoft.com/office/drawing/2014/main" id="{5BCBAE2D-52E2-E746-C2DD-8B78134F7204}"/>
                </a:ext>
              </a:extLst>
            </p:cNvPr>
            <p:cNvSpPr>
              <a:spLocks noChangeArrowheads="1"/>
            </p:cNvSpPr>
            <p:nvPr/>
          </p:nvSpPr>
          <p:spPr bwMode="auto">
            <a:xfrm>
              <a:off x="1438"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239" name="Rectangle 79">
              <a:extLst>
                <a:ext uri="{FF2B5EF4-FFF2-40B4-BE49-F238E27FC236}">
                  <a16:creationId xmlns:a16="http://schemas.microsoft.com/office/drawing/2014/main" id="{747532DC-A2EF-1B18-6FF7-2A17995806E2}"/>
                </a:ext>
              </a:extLst>
            </p:cNvPr>
            <p:cNvSpPr>
              <a:spLocks noChangeArrowheads="1"/>
            </p:cNvSpPr>
            <p:nvPr/>
          </p:nvSpPr>
          <p:spPr bwMode="auto">
            <a:xfrm>
              <a:off x="1197" y="2170"/>
              <a:ext cx="241"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240" name="Rectangle 80">
              <a:extLst>
                <a:ext uri="{FF2B5EF4-FFF2-40B4-BE49-F238E27FC236}">
                  <a16:creationId xmlns:a16="http://schemas.microsoft.com/office/drawing/2014/main" id="{9AEDDD97-B405-2797-2649-083B82C458E1}"/>
                </a:ext>
              </a:extLst>
            </p:cNvPr>
            <p:cNvSpPr>
              <a:spLocks noChangeArrowheads="1"/>
            </p:cNvSpPr>
            <p:nvPr/>
          </p:nvSpPr>
          <p:spPr bwMode="auto">
            <a:xfrm>
              <a:off x="955"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241" name="Line 81">
              <a:extLst>
                <a:ext uri="{FF2B5EF4-FFF2-40B4-BE49-F238E27FC236}">
                  <a16:creationId xmlns:a16="http://schemas.microsoft.com/office/drawing/2014/main" id="{80D3FF3B-CA2E-7A78-9617-B81780D4645F}"/>
                </a:ext>
              </a:extLst>
            </p:cNvPr>
            <p:cNvSpPr>
              <a:spLocks noChangeShapeType="1"/>
            </p:cNvSpPr>
            <p:nvPr/>
          </p:nvSpPr>
          <p:spPr bwMode="auto">
            <a:xfrm>
              <a:off x="1197"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2" name="Line 82">
              <a:extLst>
                <a:ext uri="{FF2B5EF4-FFF2-40B4-BE49-F238E27FC236}">
                  <a16:creationId xmlns:a16="http://schemas.microsoft.com/office/drawing/2014/main" id="{5C4CDEDD-E0D8-0E86-AA8F-49EDBF1FD701}"/>
                </a:ext>
              </a:extLst>
            </p:cNvPr>
            <p:cNvSpPr>
              <a:spLocks noChangeShapeType="1"/>
            </p:cNvSpPr>
            <p:nvPr/>
          </p:nvSpPr>
          <p:spPr bwMode="auto">
            <a:xfrm>
              <a:off x="1438"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3" name="Line 83">
              <a:extLst>
                <a:ext uri="{FF2B5EF4-FFF2-40B4-BE49-F238E27FC236}">
                  <a16:creationId xmlns:a16="http://schemas.microsoft.com/office/drawing/2014/main" id="{19EE00BA-2B5A-95B5-2315-C96DCCE76D0C}"/>
                </a:ext>
              </a:extLst>
            </p:cNvPr>
            <p:cNvSpPr>
              <a:spLocks noChangeShapeType="1"/>
            </p:cNvSpPr>
            <p:nvPr/>
          </p:nvSpPr>
          <p:spPr bwMode="auto">
            <a:xfrm>
              <a:off x="1680"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4" name="Text Box 84">
              <a:extLst>
                <a:ext uri="{FF2B5EF4-FFF2-40B4-BE49-F238E27FC236}">
                  <a16:creationId xmlns:a16="http://schemas.microsoft.com/office/drawing/2014/main" id="{2B62BE1E-D8CD-72B3-3A68-53F640A4354C}"/>
                </a:ext>
              </a:extLst>
            </p:cNvPr>
            <p:cNvSpPr txBox="1">
              <a:spLocks noChangeArrowheads="1"/>
            </p:cNvSpPr>
            <p:nvPr/>
          </p:nvSpPr>
          <p:spPr bwMode="auto">
            <a:xfrm>
              <a:off x="1003"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45" name="Text Box 85">
              <a:extLst>
                <a:ext uri="{FF2B5EF4-FFF2-40B4-BE49-F238E27FC236}">
                  <a16:creationId xmlns:a16="http://schemas.microsoft.com/office/drawing/2014/main" id="{92F13F93-270C-AA6C-74CF-98421CE7B623}"/>
                </a:ext>
              </a:extLst>
            </p:cNvPr>
            <p:cNvSpPr txBox="1">
              <a:spLocks noChangeArrowheads="1"/>
            </p:cNvSpPr>
            <p:nvPr/>
          </p:nvSpPr>
          <p:spPr bwMode="auto">
            <a:xfrm>
              <a:off x="1243"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46" name="Text Box 86">
              <a:extLst>
                <a:ext uri="{FF2B5EF4-FFF2-40B4-BE49-F238E27FC236}">
                  <a16:creationId xmlns:a16="http://schemas.microsoft.com/office/drawing/2014/main" id="{BDD10057-1CB5-8FB8-2BB5-9B2EE49C9392}"/>
                </a:ext>
              </a:extLst>
            </p:cNvPr>
            <p:cNvSpPr txBox="1">
              <a:spLocks noChangeArrowheads="1"/>
            </p:cNvSpPr>
            <p:nvPr/>
          </p:nvSpPr>
          <p:spPr bwMode="auto">
            <a:xfrm>
              <a:off x="1483"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47" name="Rectangle 87">
              <a:extLst>
                <a:ext uri="{FF2B5EF4-FFF2-40B4-BE49-F238E27FC236}">
                  <a16:creationId xmlns:a16="http://schemas.microsoft.com/office/drawing/2014/main" id="{B33CBB10-387E-19A6-7B40-656762A88CF7}"/>
                </a:ext>
              </a:extLst>
            </p:cNvPr>
            <p:cNvSpPr>
              <a:spLocks noChangeArrowheads="1"/>
            </p:cNvSpPr>
            <p:nvPr/>
          </p:nvSpPr>
          <p:spPr bwMode="auto">
            <a:xfrm>
              <a:off x="2499" y="2170"/>
              <a:ext cx="243"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248" name="Rectangle 88">
              <a:extLst>
                <a:ext uri="{FF2B5EF4-FFF2-40B4-BE49-F238E27FC236}">
                  <a16:creationId xmlns:a16="http://schemas.microsoft.com/office/drawing/2014/main" id="{8A759D55-77EC-7652-6183-9861ADE7E7F6}"/>
                </a:ext>
              </a:extLst>
            </p:cNvPr>
            <p:cNvSpPr>
              <a:spLocks noChangeArrowheads="1"/>
            </p:cNvSpPr>
            <p:nvPr/>
          </p:nvSpPr>
          <p:spPr bwMode="auto">
            <a:xfrm>
              <a:off x="2258" y="2170"/>
              <a:ext cx="241"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249" name="Rectangle 89">
              <a:extLst>
                <a:ext uri="{FF2B5EF4-FFF2-40B4-BE49-F238E27FC236}">
                  <a16:creationId xmlns:a16="http://schemas.microsoft.com/office/drawing/2014/main" id="{2FD00FB1-77B3-17AA-7F2B-7F85BAA142E1}"/>
                </a:ext>
              </a:extLst>
            </p:cNvPr>
            <p:cNvSpPr>
              <a:spLocks noChangeArrowheads="1"/>
            </p:cNvSpPr>
            <p:nvPr/>
          </p:nvSpPr>
          <p:spPr bwMode="auto">
            <a:xfrm>
              <a:off x="2016"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250" name="Line 90">
              <a:extLst>
                <a:ext uri="{FF2B5EF4-FFF2-40B4-BE49-F238E27FC236}">
                  <a16:creationId xmlns:a16="http://schemas.microsoft.com/office/drawing/2014/main" id="{09F8D441-D600-67C6-42CB-EC13FDE65622}"/>
                </a:ext>
              </a:extLst>
            </p:cNvPr>
            <p:cNvSpPr>
              <a:spLocks noChangeShapeType="1"/>
            </p:cNvSpPr>
            <p:nvPr/>
          </p:nvSpPr>
          <p:spPr bwMode="auto">
            <a:xfrm>
              <a:off x="2016"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51" name="Line 91">
              <a:extLst>
                <a:ext uri="{FF2B5EF4-FFF2-40B4-BE49-F238E27FC236}">
                  <a16:creationId xmlns:a16="http://schemas.microsoft.com/office/drawing/2014/main" id="{B87FBDD9-4EC2-62C3-22F5-67B1E0AE66AE}"/>
                </a:ext>
              </a:extLst>
            </p:cNvPr>
            <p:cNvSpPr>
              <a:spLocks noChangeShapeType="1"/>
            </p:cNvSpPr>
            <p:nvPr/>
          </p:nvSpPr>
          <p:spPr bwMode="auto">
            <a:xfrm>
              <a:off x="2258"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52" name="Line 92">
              <a:extLst>
                <a:ext uri="{FF2B5EF4-FFF2-40B4-BE49-F238E27FC236}">
                  <a16:creationId xmlns:a16="http://schemas.microsoft.com/office/drawing/2014/main" id="{FDD85EEB-C8B5-0579-CA3F-F0CE1AB636B0}"/>
                </a:ext>
              </a:extLst>
            </p:cNvPr>
            <p:cNvSpPr>
              <a:spLocks noChangeShapeType="1"/>
            </p:cNvSpPr>
            <p:nvPr/>
          </p:nvSpPr>
          <p:spPr bwMode="auto">
            <a:xfrm>
              <a:off x="2499"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53" name="Line 93">
              <a:extLst>
                <a:ext uri="{FF2B5EF4-FFF2-40B4-BE49-F238E27FC236}">
                  <a16:creationId xmlns:a16="http://schemas.microsoft.com/office/drawing/2014/main" id="{9818BEDE-4199-16CC-5565-2E3001A2E294}"/>
                </a:ext>
              </a:extLst>
            </p:cNvPr>
            <p:cNvSpPr>
              <a:spLocks noChangeShapeType="1"/>
            </p:cNvSpPr>
            <p:nvPr/>
          </p:nvSpPr>
          <p:spPr bwMode="auto">
            <a:xfrm>
              <a:off x="2742"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54" name="Text Box 94">
              <a:extLst>
                <a:ext uri="{FF2B5EF4-FFF2-40B4-BE49-F238E27FC236}">
                  <a16:creationId xmlns:a16="http://schemas.microsoft.com/office/drawing/2014/main" id="{79C2E6CD-24CC-102C-B051-45F057C994B7}"/>
                </a:ext>
              </a:extLst>
            </p:cNvPr>
            <p:cNvSpPr txBox="1">
              <a:spLocks noChangeArrowheads="1"/>
            </p:cNvSpPr>
            <p:nvPr/>
          </p:nvSpPr>
          <p:spPr bwMode="auto">
            <a:xfrm>
              <a:off x="2059"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55" name="Text Box 95">
              <a:extLst>
                <a:ext uri="{FF2B5EF4-FFF2-40B4-BE49-F238E27FC236}">
                  <a16:creationId xmlns:a16="http://schemas.microsoft.com/office/drawing/2014/main" id="{9D157FB7-1D8E-AB84-FE69-36221ECD24E4}"/>
                </a:ext>
              </a:extLst>
            </p:cNvPr>
            <p:cNvSpPr txBox="1">
              <a:spLocks noChangeArrowheads="1"/>
            </p:cNvSpPr>
            <p:nvPr/>
          </p:nvSpPr>
          <p:spPr bwMode="auto">
            <a:xfrm>
              <a:off x="2299"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56" name="Text Box 96">
              <a:extLst>
                <a:ext uri="{FF2B5EF4-FFF2-40B4-BE49-F238E27FC236}">
                  <a16:creationId xmlns:a16="http://schemas.microsoft.com/office/drawing/2014/main" id="{D004D3F6-212C-EFE0-BD04-0D5275525A51}"/>
                </a:ext>
              </a:extLst>
            </p:cNvPr>
            <p:cNvSpPr txBox="1">
              <a:spLocks noChangeArrowheads="1"/>
            </p:cNvSpPr>
            <p:nvPr/>
          </p:nvSpPr>
          <p:spPr bwMode="auto">
            <a:xfrm>
              <a:off x="2539"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57" name="Rectangle 97">
              <a:extLst>
                <a:ext uri="{FF2B5EF4-FFF2-40B4-BE49-F238E27FC236}">
                  <a16:creationId xmlns:a16="http://schemas.microsoft.com/office/drawing/2014/main" id="{83302E3E-AED0-E33A-BD7D-2BE7466A53EB}"/>
                </a:ext>
              </a:extLst>
            </p:cNvPr>
            <p:cNvSpPr>
              <a:spLocks noChangeArrowheads="1"/>
            </p:cNvSpPr>
            <p:nvPr/>
          </p:nvSpPr>
          <p:spPr bwMode="auto">
            <a:xfrm>
              <a:off x="3507"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258" name="Rectangle 98">
              <a:extLst>
                <a:ext uri="{FF2B5EF4-FFF2-40B4-BE49-F238E27FC236}">
                  <a16:creationId xmlns:a16="http://schemas.microsoft.com/office/drawing/2014/main" id="{37E8A3E3-20C1-2F73-DDE0-C3C546AA47B3}"/>
                </a:ext>
              </a:extLst>
            </p:cNvPr>
            <p:cNvSpPr>
              <a:spLocks noChangeArrowheads="1"/>
            </p:cNvSpPr>
            <p:nvPr/>
          </p:nvSpPr>
          <p:spPr bwMode="auto">
            <a:xfrm>
              <a:off x="3265" y="2170"/>
              <a:ext cx="242"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259" name="Rectangle 99">
              <a:extLst>
                <a:ext uri="{FF2B5EF4-FFF2-40B4-BE49-F238E27FC236}">
                  <a16:creationId xmlns:a16="http://schemas.microsoft.com/office/drawing/2014/main" id="{D3DF5458-802C-A5F4-2237-F631F07EB7F5}"/>
                </a:ext>
              </a:extLst>
            </p:cNvPr>
            <p:cNvSpPr>
              <a:spLocks noChangeArrowheads="1"/>
            </p:cNvSpPr>
            <p:nvPr/>
          </p:nvSpPr>
          <p:spPr bwMode="auto">
            <a:xfrm>
              <a:off x="3024" y="2170"/>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260" name="Line 100">
              <a:extLst>
                <a:ext uri="{FF2B5EF4-FFF2-40B4-BE49-F238E27FC236}">
                  <a16:creationId xmlns:a16="http://schemas.microsoft.com/office/drawing/2014/main" id="{EC11DFE0-5DD9-9228-B1A7-28449DCD9626}"/>
                </a:ext>
              </a:extLst>
            </p:cNvPr>
            <p:cNvSpPr>
              <a:spLocks noChangeShapeType="1"/>
            </p:cNvSpPr>
            <p:nvPr/>
          </p:nvSpPr>
          <p:spPr bwMode="auto">
            <a:xfrm>
              <a:off x="3265"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61" name="Text Box 101">
              <a:extLst>
                <a:ext uri="{FF2B5EF4-FFF2-40B4-BE49-F238E27FC236}">
                  <a16:creationId xmlns:a16="http://schemas.microsoft.com/office/drawing/2014/main" id="{6EF6E87F-CA2A-C4B3-9305-8C27A885CB76}"/>
                </a:ext>
              </a:extLst>
            </p:cNvPr>
            <p:cNvSpPr txBox="1">
              <a:spLocks noChangeArrowheads="1"/>
            </p:cNvSpPr>
            <p:nvPr/>
          </p:nvSpPr>
          <p:spPr bwMode="auto">
            <a:xfrm>
              <a:off x="3061"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62" name="Text Box 102">
              <a:extLst>
                <a:ext uri="{FF2B5EF4-FFF2-40B4-BE49-F238E27FC236}">
                  <a16:creationId xmlns:a16="http://schemas.microsoft.com/office/drawing/2014/main" id="{A19F1800-4DCF-12AB-874E-732738C177C8}"/>
                </a:ext>
              </a:extLst>
            </p:cNvPr>
            <p:cNvSpPr txBox="1">
              <a:spLocks noChangeArrowheads="1"/>
            </p:cNvSpPr>
            <p:nvPr/>
          </p:nvSpPr>
          <p:spPr bwMode="auto">
            <a:xfrm>
              <a:off x="3301"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63" name="Text Box 103">
              <a:extLst>
                <a:ext uri="{FF2B5EF4-FFF2-40B4-BE49-F238E27FC236}">
                  <a16:creationId xmlns:a16="http://schemas.microsoft.com/office/drawing/2014/main" id="{522706ED-D1BC-3BA2-ECAF-BD869EF1279F}"/>
                </a:ext>
              </a:extLst>
            </p:cNvPr>
            <p:cNvSpPr txBox="1">
              <a:spLocks noChangeArrowheads="1"/>
            </p:cNvSpPr>
            <p:nvPr/>
          </p:nvSpPr>
          <p:spPr bwMode="auto">
            <a:xfrm>
              <a:off x="3541"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9</a:t>
              </a:r>
            </a:p>
          </p:txBody>
        </p:sp>
        <p:sp>
          <p:nvSpPr>
            <p:cNvPr id="264" name="Rectangle 104">
              <a:extLst>
                <a:ext uri="{FF2B5EF4-FFF2-40B4-BE49-F238E27FC236}">
                  <a16:creationId xmlns:a16="http://schemas.microsoft.com/office/drawing/2014/main" id="{6FA93181-EF6D-0482-2BC2-E7FBC7C341E6}"/>
                </a:ext>
              </a:extLst>
            </p:cNvPr>
            <p:cNvSpPr>
              <a:spLocks noChangeArrowheads="1"/>
            </p:cNvSpPr>
            <p:nvPr/>
          </p:nvSpPr>
          <p:spPr bwMode="auto">
            <a:xfrm>
              <a:off x="4230"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265" name="Rectangle 105">
              <a:extLst>
                <a:ext uri="{FF2B5EF4-FFF2-40B4-BE49-F238E27FC236}">
                  <a16:creationId xmlns:a16="http://schemas.microsoft.com/office/drawing/2014/main" id="{A4F96292-0300-4058-E60F-45E30ECF21CB}"/>
                </a:ext>
              </a:extLst>
            </p:cNvPr>
            <p:cNvSpPr>
              <a:spLocks noChangeArrowheads="1"/>
            </p:cNvSpPr>
            <p:nvPr/>
          </p:nvSpPr>
          <p:spPr bwMode="auto">
            <a:xfrm>
              <a:off x="3989" y="2170"/>
              <a:ext cx="241"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266" name="Line 106">
              <a:extLst>
                <a:ext uri="{FF2B5EF4-FFF2-40B4-BE49-F238E27FC236}">
                  <a16:creationId xmlns:a16="http://schemas.microsoft.com/office/drawing/2014/main" id="{BDFD982D-0A48-4816-DD25-24F26F264934}"/>
                </a:ext>
              </a:extLst>
            </p:cNvPr>
            <p:cNvSpPr>
              <a:spLocks noChangeShapeType="1"/>
            </p:cNvSpPr>
            <p:nvPr/>
          </p:nvSpPr>
          <p:spPr bwMode="auto">
            <a:xfrm>
              <a:off x="3989"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67" name="Line 107">
              <a:extLst>
                <a:ext uri="{FF2B5EF4-FFF2-40B4-BE49-F238E27FC236}">
                  <a16:creationId xmlns:a16="http://schemas.microsoft.com/office/drawing/2014/main" id="{C72CD922-9A15-2958-55F5-EE67A32CF961}"/>
                </a:ext>
              </a:extLst>
            </p:cNvPr>
            <p:cNvSpPr>
              <a:spLocks noChangeShapeType="1"/>
            </p:cNvSpPr>
            <p:nvPr/>
          </p:nvSpPr>
          <p:spPr bwMode="auto">
            <a:xfrm>
              <a:off x="4230"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68" name="Text Box 108">
              <a:extLst>
                <a:ext uri="{FF2B5EF4-FFF2-40B4-BE49-F238E27FC236}">
                  <a16:creationId xmlns:a16="http://schemas.microsoft.com/office/drawing/2014/main" id="{BC0E5EC3-1C19-6027-BF2D-5B28A4289126}"/>
                </a:ext>
              </a:extLst>
            </p:cNvPr>
            <p:cNvSpPr txBox="1">
              <a:spLocks noChangeArrowheads="1"/>
            </p:cNvSpPr>
            <p:nvPr/>
          </p:nvSpPr>
          <p:spPr bwMode="auto">
            <a:xfrm>
              <a:off x="3973" y="2016"/>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10</a:t>
              </a:r>
            </a:p>
          </p:txBody>
        </p:sp>
        <p:sp>
          <p:nvSpPr>
            <p:cNvPr id="269" name="Text Box 109">
              <a:extLst>
                <a:ext uri="{FF2B5EF4-FFF2-40B4-BE49-F238E27FC236}">
                  <a16:creationId xmlns:a16="http://schemas.microsoft.com/office/drawing/2014/main" id="{52A728FD-7D62-A530-A743-F6973DA600AC}"/>
                </a:ext>
              </a:extLst>
            </p:cNvPr>
            <p:cNvSpPr txBox="1">
              <a:spLocks noChangeArrowheads="1"/>
            </p:cNvSpPr>
            <p:nvPr/>
          </p:nvSpPr>
          <p:spPr bwMode="auto">
            <a:xfrm>
              <a:off x="4213" y="2016"/>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11</a:t>
              </a:r>
            </a:p>
          </p:txBody>
        </p:sp>
        <p:sp>
          <p:nvSpPr>
            <p:cNvPr id="270" name="Line 110">
              <a:extLst>
                <a:ext uri="{FF2B5EF4-FFF2-40B4-BE49-F238E27FC236}">
                  <a16:creationId xmlns:a16="http://schemas.microsoft.com/office/drawing/2014/main" id="{D2E80DC6-CC7F-6666-398C-8E2DE084FED0}"/>
                </a:ext>
              </a:extLst>
            </p:cNvPr>
            <p:cNvSpPr>
              <a:spLocks noChangeShapeType="1"/>
            </p:cNvSpPr>
            <p:nvPr/>
          </p:nvSpPr>
          <p:spPr bwMode="auto">
            <a:xfrm flipH="1">
              <a:off x="1344" y="1824"/>
              <a:ext cx="384"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1" name="Line 111">
              <a:extLst>
                <a:ext uri="{FF2B5EF4-FFF2-40B4-BE49-F238E27FC236}">
                  <a16:creationId xmlns:a16="http://schemas.microsoft.com/office/drawing/2014/main" id="{DC9F6185-6B5D-0621-FDFC-ABBE323E595E}"/>
                </a:ext>
              </a:extLst>
            </p:cNvPr>
            <p:cNvSpPr>
              <a:spLocks noChangeShapeType="1"/>
            </p:cNvSpPr>
            <p:nvPr/>
          </p:nvSpPr>
          <p:spPr bwMode="auto">
            <a:xfrm>
              <a:off x="1728" y="1824"/>
              <a:ext cx="384"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2" name="Line 112">
              <a:extLst>
                <a:ext uri="{FF2B5EF4-FFF2-40B4-BE49-F238E27FC236}">
                  <a16:creationId xmlns:a16="http://schemas.microsoft.com/office/drawing/2014/main" id="{00D78EE0-4C5A-5697-DDEE-6F175AEA0ABE}"/>
                </a:ext>
              </a:extLst>
            </p:cNvPr>
            <p:cNvSpPr>
              <a:spLocks noChangeShapeType="1"/>
            </p:cNvSpPr>
            <p:nvPr/>
          </p:nvSpPr>
          <p:spPr bwMode="auto">
            <a:xfrm flipH="1">
              <a:off x="3360" y="1824"/>
              <a:ext cx="384"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3" name="Line 113">
              <a:extLst>
                <a:ext uri="{FF2B5EF4-FFF2-40B4-BE49-F238E27FC236}">
                  <a16:creationId xmlns:a16="http://schemas.microsoft.com/office/drawing/2014/main" id="{61A0203B-11EF-6BC2-2A32-A8C6282B3383}"/>
                </a:ext>
              </a:extLst>
            </p:cNvPr>
            <p:cNvSpPr>
              <a:spLocks noChangeShapeType="1"/>
            </p:cNvSpPr>
            <p:nvPr/>
          </p:nvSpPr>
          <p:spPr bwMode="auto">
            <a:xfrm>
              <a:off x="3744" y="1824"/>
              <a:ext cx="384"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74" name="Group 114">
            <a:extLst>
              <a:ext uri="{FF2B5EF4-FFF2-40B4-BE49-F238E27FC236}">
                <a16:creationId xmlns:a16="http://schemas.microsoft.com/office/drawing/2014/main" id="{7EE080B5-762E-FD18-E89E-535210E5FF67}"/>
              </a:ext>
            </a:extLst>
          </p:cNvPr>
          <p:cNvGrpSpPr>
            <a:grpSpLocks/>
          </p:cNvGrpSpPr>
          <p:nvPr/>
        </p:nvGrpSpPr>
        <p:grpSpPr bwMode="auto">
          <a:xfrm>
            <a:off x="3352800" y="4343400"/>
            <a:ext cx="6108700" cy="914400"/>
            <a:chOff x="720" y="2448"/>
            <a:chExt cx="3848" cy="576"/>
          </a:xfrm>
        </p:grpSpPr>
        <p:sp>
          <p:nvSpPr>
            <p:cNvPr id="275" name="Rectangle 115">
              <a:extLst>
                <a:ext uri="{FF2B5EF4-FFF2-40B4-BE49-F238E27FC236}">
                  <a16:creationId xmlns:a16="http://schemas.microsoft.com/office/drawing/2014/main" id="{A22BFADB-D8EA-1008-ACA3-F984B2086C8F}"/>
                </a:ext>
              </a:extLst>
            </p:cNvPr>
            <p:cNvSpPr>
              <a:spLocks noChangeArrowheads="1"/>
            </p:cNvSpPr>
            <p:nvPr/>
          </p:nvSpPr>
          <p:spPr bwMode="auto">
            <a:xfrm>
              <a:off x="959" y="2794"/>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276" name="Rectangle 116">
              <a:extLst>
                <a:ext uri="{FF2B5EF4-FFF2-40B4-BE49-F238E27FC236}">
                  <a16:creationId xmlns:a16="http://schemas.microsoft.com/office/drawing/2014/main" id="{40B50E85-FCA6-C94B-7488-4DB2C4D43DB4}"/>
                </a:ext>
              </a:extLst>
            </p:cNvPr>
            <p:cNvSpPr>
              <a:spLocks noChangeArrowheads="1"/>
            </p:cNvSpPr>
            <p:nvPr/>
          </p:nvSpPr>
          <p:spPr bwMode="auto">
            <a:xfrm>
              <a:off x="720" y="2794"/>
              <a:ext cx="242"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277" name="Line 117">
              <a:extLst>
                <a:ext uri="{FF2B5EF4-FFF2-40B4-BE49-F238E27FC236}">
                  <a16:creationId xmlns:a16="http://schemas.microsoft.com/office/drawing/2014/main" id="{BB33D901-C607-66D4-7DAA-78653C12AFE9}"/>
                </a:ext>
              </a:extLst>
            </p:cNvPr>
            <p:cNvSpPr>
              <a:spLocks noChangeShapeType="1"/>
            </p:cNvSpPr>
            <p:nvPr/>
          </p:nvSpPr>
          <p:spPr bwMode="auto">
            <a:xfrm>
              <a:off x="959"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78" name="Line 118">
              <a:extLst>
                <a:ext uri="{FF2B5EF4-FFF2-40B4-BE49-F238E27FC236}">
                  <a16:creationId xmlns:a16="http://schemas.microsoft.com/office/drawing/2014/main" id="{9A0BF9F2-7618-3337-66B4-034F0C46D998}"/>
                </a:ext>
              </a:extLst>
            </p:cNvPr>
            <p:cNvSpPr>
              <a:spLocks noChangeShapeType="1"/>
            </p:cNvSpPr>
            <p:nvPr/>
          </p:nvSpPr>
          <p:spPr bwMode="auto">
            <a:xfrm>
              <a:off x="1200"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79" name="Text Box 119">
              <a:extLst>
                <a:ext uri="{FF2B5EF4-FFF2-40B4-BE49-F238E27FC236}">
                  <a16:creationId xmlns:a16="http://schemas.microsoft.com/office/drawing/2014/main" id="{89D7538A-CBCF-0A54-B8D2-A9872D08E8B2}"/>
                </a:ext>
              </a:extLst>
            </p:cNvPr>
            <p:cNvSpPr txBox="1">
              <a:spLocks noChangeArrowheads="1"/>
            </p:cNvSpPr>
            <p:nvPr/>
          </p:nvSpPr>
          <p:spPr bwMode="auto">
            <a:xfrm>
              <a:off x="768"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280" name="Text Box 120">
              <a:extLst>
                <a:ext uri="{FF2B5EF4-FFF2-40B4-BE49-F238E27FC236}">
                  <a16:creationId xmlns:a16="http://schemas.microsoft.com/office/drawing/2014/main" id="{2C312ECF-FA7F-DE50-4B61-783FF6A3875B}"/>
                </a:ext>
              </a:extLst>
            </p:cNvPr>
            <p:cNvSpPr txBox="1">
              <a:spLocks noChangeArrowheads="1"/>
            </p:cNvSpPr>
            <p:nvPr/>
          </p:nvSpPr>
          <p:spPr bwMode="auto">
            <a:xfrm>
              <a:off x="1005"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281" name="Rectangle 121">
              <a:extLst>
                <a:ext uri="{FF2B5EF4-FFF2-40B4-BE49-F238E27FC236}">
                  <a16:creationId xmlns:a16="http://schemas.microsoft.com/office/drawing/2014/main" id="{D8DEE6F4-A91B-2624-0ACE-D4C0F2A00C13}"/>
                </a:ext>
              </a:extLst>
            </p:cNvPr>
            <p:cNvSpPr>
              <a:spLocks noChangeArrowheads="1"/>
            </p:cNvSpPr>
            <p:nvPr/>
          </p:nvSpPr>
          <p:spPr bwMode="auto">
            <a:xfrm>
              <a:off x="1440"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282" name="Line 122">
              <a:extLst>
                <a:ext uri="{FF2B5EF4-FFF2-40B4-BE49-F238E27FC236}">
                  <a16:creationId xmlns:a16="http://schemas.microsoft.com/office/drawing/2014/main" id="{D01701D8-802D-A52F-DECF-5E7FCCEBB66E}"/>
                </a:ext>
              </a:extLst>
            </p:cNvPr>
            <p:cNvSpPr>
              <a:spLocks noChangeShapeType="1"/>
            </p:cNvSpPr>
            <p:nvPr/>
          </p:nvSpPr>
          <p:spPr bwMode="auto">
            <a:xfrm>
              <a:off x="1440"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83" name="Line 123">
              <a:extLst>
                <a:ext uri="{FF2B5EF4-FFF2-40B4-BE49-F238E27FC236}">
                  <a16:creationId xmlns:a16="http://schemas.microsoft.com/office/drawing/2014/main" id="{ACF4154F-671B-BCA4-3A2A-2819C4E09F5B}"/>
                </a:ext>
              </a:extLst>
            </p:cNvPr>
            <p:cNvSpPr>
              <a:spLocks noChangeShapeType="1"/>
            </p:cNvSpPr>
            <p:nvPr/>
          </p:nvSpPr>
          <p:spPr bwMode="auto">
            <a:xfrm>
              <a:off x="1682"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84" name="Text Box 124">
              <a:extLst>
                <a:ext uri="{FF2B5EF4-FFF2-40B4-BE49-F238E27FC236}">
                  <a16:creationId xmlns:a16="http://schemas.microsoft.com/office/drawing/2014/main" id="{56A751A6-012D-86B8-1ABA-09E28DCD4B68}"/>
                </a:ext>
              </a:extLst>
            </p:cNvPr>
            <p:cNvSpPr txBox="1">
              <a:spLocks noChangeArrowheads="1"/>
            </p:cNvSpPr>
            <p:nvPr/>
          </p:nvSpPr>
          <p:spPr bwMode="auto">
            <a:xfrm>
              <a:off x="1485"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285" name="Rectangle 125">
              <a:extLst>
                <a:ext uri="{FF2B5EF4-FFF2-40B4-BE49-F238E27FC236}">
                  <a16:creationId xmlns:a16="http://schemas.microsoft.com/office/drawing/2014/main" id="{F98DE5A0-764C-54F0-9220-AA72A854FC4C}"/>
                </a:ext>
              </a:extLst>
            </p:cNvPr>
            <p:cNvSpPr>
              <a:spLocks noChangeArrowheads="1"/>
            </p:cNvSpPr>
            <p:nvPr/>
          </p:nvSpPr>
          <p:spPr bwMode="auto">
            <a:xfrm>
              <a:off x="2114" y="2794"/>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286" name="Rectangle 126">
              <a:extLst>
                <a:ext uri="{FF2B5EF4-FFF2-40B4-BE49-F238E27FC236}">
                  <a16:creationId xmlns:a16="http://schemas.microsoft.com/office/drawing/2014/main" id="{2D27632F-7A76-F40D-FCA9-E71DA9639661}"/>
                </a:ext>
              </a:extLst>
            </p:cNvPr>
            <p:cNvSpPr>
              <a:spLocks noChangeArrowheads="1"/>
            </p:cNvSpPr>
            <p:nvPr/>
          </p:nvSpPr>
          <p:spPr bwMode="auto">
            <a:xfrm>
              <a:off x="1872" y="2794"/>
              <a:ext cx="242"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287" name="Line 127">
              <a:extLst>
                <a:ext uri="{FF2B5EF4-FFF2-40B4-BE49-F238E27FC236}">
                  <a16:creationId xmlns:a16="http://schemas.microsoft.com/office/drawing/2014/main" id="{97D765AF-E859-C882-075A-911D7E0267E5}"/>
                </a:ext>
              </a:extLst>
            </p:cNvPr>
            <p:cNvSpPr>
              <a:spLocks noChangeShapeType="1"/>
            </p:cNvSpPr>
            <p:nvPr/>
          </p:nvSpPr>
          <p:spPr bwMode="auto">
            <a:xfrm>
              <a:off x="1872"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88" name="Line 128">
              <a:extLst>
                <a:ext uri="{FF2B5EF4-FFF2-40B4-BE49-F238E27FC236}">
                  <a16:creationId xmlns:a16="http://schemas.microsoft.com/office/drawing/2014/main" id="{F2607E73-B097-49C5-33B9-8D5E45395A35}"/>
                </a:ext>
              </a:extLst>
            </p:cNvPr>
            <p:cNvSpPr>
              <a:spLocks noChangeShapeType="1"/>
            </p:cNvSpPr>
            <p:nvPr/>
          </p:nvSpPr>
          <p:spPr bwMode="auto">
            <a:xfrm>
              <a:off x="2114"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89" name="Line 129">
              <a:extLst>
                <a:ext uri="{FF2B5EF4-FFF2-40B4-BE49-F238E27FC236}">
                  <a16:creationId xmlns:a16="http://schemas.microsoft.com/office/drawing/2014/main" id="{CE852CDB-D332-5557-8E6D-1E1559C85845}"/>
                </a:ext>
              </a:extLst>
            </p:cNvPr>
            <p:cNvSpPr>
              <a:spLocks noChangeShapeType="1"/>
            </p:cNvSpPr>
            <p:nvPr/>
          </p:nvSpPr>
          <p:spPr bwMode="auto">
            <a:xfrm>
              <a:off x="2355"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90" name="Text Box 130">
              <a:extLst>
                <a:ext uri="{FF2B5EF4-FFF2-40B4-BE49-F238E27FC236}">
                  <a16:creationId xmlns:a16="http://schemas.microsoft.com/office/drawing/2014/main" id="{165C3316-35FF-A846-6749-01D7FE44C016}"/>
                </a:ext>
              </a:extLst>
            </p:cNvPr>
            <p:cNvSpPr txBox="1">
              <a:spLocks noChangeArrowheads="1"/>
            </p:cNvSpPr>
            <p:nvPr/>
          </p:nvSpPr>
          <p:spPr bwMode="auto">
            <a:xfrm>
              <a:off x="1915"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291" name="Text Box 131">
              <a:extLst>
                <a:ext uri="{FF2B5EF4-FFF2-40B4-BE49-F238E27FC236}">
                  <a16:creationId xmlns:a16="http://schemas.microsoft.com/office/drawing/2014/main" id="{2D7775AE-358A-614C-2276-444E39F9D0BD}"/>
                </a:ext>
              </a:extLst>
            </p:cNvPr>
            <p:cNvSpPr txBox="1">
              <a:spLocks noChangeArrowheads="1"/>
            </p:cNvSpPr>
            <p:nvPr/>
          </p:nvSpPr>
          <p:spPr bwMode="auto">
            <a:xfrm>
              <a:off x="2155"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292" name="Rectangle 132">
              <a:extLst>
                <a:ext uri="{FF2B5EF4-FFF2-40B4-BE49-F238E27FC236}">
                  <a16:creationId xmlns:a16="http://schemas.microsoft.com/office/drawing/2014/main" id="{C94C56D4-9996-3EA3-5CF7-3DE74DA6D682}"/>
                </a:ext>
              </a:extLst>
            </p:cNvPr>
            <p:cNvSpPr>
              <a:spLocks noChangeArrowheads="1"/>
            </p:cNvSpPr>
            <p:nvPr/>
          </p:nvSpPr>
          <p:spPr bwMode="auto">
            <a:xfrm>
              <a:off x="2496" y="2794"/>
              <a:ext cx="243"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293" name="Line 133">
              <a:extLst>
                <a:ext uri="{FF2B5EF4-FFF2-40B4-BE49-F238E27FC236}">
                  <a16:creationId xmlns:a16="http://schemas.microsoft.com/office/drawing/2014/main" id="{7A3B96E0-F92F-E817-8C9E-868392CE2F4B}"/>
                </a:ext>
              </a:extLst>
            </p:cNvPr>
            <p:cNvSpPr>
              <a:spLocks noChangeShapeType="1"/>
            </p:cNvSpPr>
            <p:nvPr/>
          </p:nvSpPr>
          <p:spPr bwMode="auto">
            <a:xfrm>
              <a:off x="2496"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94" name="Line 134">
              <a:extLst>
                <a:ext uri="{FF2B5EF4-FFF2-40B4-BE49-F238E27FC236}">
                  <a16:creationId xmlns:a16="http://schemas.microsoft.com/office/drawing/2014/main" id="{9DCD78FA-CF6E-E9E3-184B-E90E9C5D73F9}"/>
                </a:ext>
              </a:extLst>
            </p:cNvPr>
            <p:cNvSpPr>
              <a:spLocks noChangeShapeType="1"/>
            </p:cNvSpPr>
            <p:nvPr/>
          </p:nvSpPr>
          <p:spPr bwMode="auto">
            <a:xfrm>
              <a:off x="2739"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95" name="Text Box 135">
              <a:extLst>
                <a:ext uri="{FF2B5EF4-FFF2-40B4-BE49-F238E27FC236}">
                  <a16:creationId xmlns:a16="http://schemas.microsoft.com/office/drawing/2014/main" id="{2B4A385B-19F1-5BB7-7F30-668F5676BE0A}"/>
                </a:ext>
              </a:extLst>
            </p:cNvPr>
            <p:cNvSpPr txBox="1">
              <a:spLocks noChangeArrowheads="1"/>
            </p:cNvSpPr>
            <p:nvPr/>
          </p:nvSpPr>
          <p:spPr bwMode="auto">
            <a:xfrm>
              <a:off x="2536"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296" name="Rectangle 136">
              <a:extLst>
                <a:ext uri="{FF2B5EF4-FFF2-40B4-BE49-F238E27FC236}">
                  <a16:creationId xmlns:a16="http://schemas.microsoft.com/office/drawing/2014/main" id="{883E397C-6280-CF44-9380-B1E270CB7011}"/>
                </a:ext>
              </a:extLst>
            </p:cNvPr>
            <p:cNvSpPr>
              <a:spLocks noChangeArrowheads="1"/>
            </p:cNvSpPr>
            <p:nvPr/>
          </p:nvSpPr>
          <p:spPr bwMode="auto">
            <a:xfrm>
              <a:off x="3121"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297" name="Rectangle 137">
              <a:extLst>
                <a:ext uri="{FF2B5EF4-FFF2-40B4-BE49-F238E27FC236}">
                  <a16:creationId xmlns:a16="http://schemas.microsoft.com/office/drawing/2014/main" id="{E9EBC07A-2F84-5AC4-94BB-A0CEF077A726}"/>
                </a:ext>
              </a:extLst>
            </p:cNvPr>
            <p:cNvSpPr>
              <a:spLocks noChangeArrowheads="1"/>
            </p:cNvSpPr>
            <p:nvPr/>
          </p:nvSpPr>
          <p:spPr bwMode="auto">
            <a:xfrm>
              <a:off x="2880" y="2794"/>
              <a:ext cx="241" cy="230"/>
            </a:xfrm>
            <a:prstGeom prst="rect">
              <a:avLst/>
            </a:prstGeom>
            <a:solidFill>
              <a:srgbClr val="C0C0C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298" name="Line 138">
              <a:extLst>
                <a:ext uri="{FF2B5EF4-FFF2-40B4-BE49-F238E27FC236}">
                  <a16:creationId xmlns:a16="http://schemas.microsoft.com/office/drawing/2014/main" id="{0AB4C180-683B-132C-7490-5C36A479ED2E}"/>
                </a:ext>
              </a:extLst>
            </p:cNvPr>
            <p:cNvSpPr>
              <a:spLocks noChangeShapeType="1"/>
            </p:cNvSpPr>
            <p:nvPr/>
          </p:nvSpPr>
          <p:spPr bwMode="auto">
            <a:xfrm>
              <a:off x="3121"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99" name="Line 139">
              <a:extLst>
                <a:ext uri="{FF2B5EF4-FFF2-40B4-BE49-F238E27FC236}">
                  <a16:creationId xmlns:a16="http://schemas.microsoft.com/office/drawing/2014/main" id="{28142438-2AC3-7D0C-7D39-C1ED1C6CBDC7}"/>
                </a:ext>
              </a:extLst>
            </p:cNvPr>
            <p:cNvSpPr>
              <a:spLocks noChangeShapeType="1"/>
            </p:cNvSpPr>
            <p:nvPr/>
          </p:nvSpPr>
          <p:spPr bwMode="auto">
            <a:xfrm>
              <a:off x="3363"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00" name="Text Box 140">
              <a:extLst>
                <a:ext uri="{FF2B5EF4-FFF2-40B4-BE49-F238E27FC236}">
                  <a16:creationId xmlns:a16="http://schemas.microsoft.com/office/drawing/2014/main" id="{EA33C1F2-8D4B-6E0C-0B4A-48C02EB54048}"/>
                </a:ext>
              </a:extLst>
            </p:cNvPr>
            <p:cNvSpPr txBox="1">
              <a:spLocks noChangeArrowheads="1"/>
            </p:cNvSpPr>
            <p:nvPr/>
          </p:nvSpPr>
          <p:spPr bwMode="auto">
            <a:xfrm>
              <a:off x="2917"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301" name="Text Box 141">
              <a:extLst>
                <a:ext uri="{FF2B5EF4-FFF2-40B4-BE49-F238E27FC236}">
                  <a16:creationId xmlns:a16="http://schemas.microsoft.com/office/drawing/2014/main" id="{D9DF3840-C2AD-E60D-F966-38A4042C52FE}"/>
                </a:ext>
              </a:extLst>
            </p:cNvPr>
            <p:cNvSpPr txBox="1">
              <a:spLocks noChangeArrowheads="1"/>
            </p:cNvSpPr>
            <p:nvPr/>
          </p:nvSpPr>
          <p:spPr bwMode="auto">
            <a:xfrm>
              <a:off x="3157"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302" name="Rectangle 142">
              <a:extLst>
                <a:ext uri="{FF2B5EF4-FFF2-40B4-BE49-F238E27FC236}">
                  <a16:creationId xmlns:a16="http://schemas.microsoft.com/office/drawing/2014/main" id="{B5AC6656-41C6-A50F-74ED-2E2AB0CA4943}"/>
                </a:ext>
              </a:extLst>
            </p:cNvPr>
            <p:cNvSpPr>
              <a:spLocks noChangeArrowheads="1"/>
            </p:cNvSpPr>
            <p:nvPr/>
          </p:nvSpPr>
          <p:spPr bwMode="auto">
            <a:xfrm>
              <a:off x="3502"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303" name="Text Box 143">
              <a:extLst>
                <a:ext uri="{FF2B5EF4-FFF2-40B4-BE49-F238E27FC236}">
                  <a16:creationId xmlns:a16="http://schemas.microsoft.com/office/drawing/2014/main" id="{BEF57D98-E7F4-DC3C-52E2-64D6211804BB}"/>
                </a:ext>
              </a:extLst>
            </p:cNvPr>
            <p:cNvSpPr txBox="1">
              <a:spLocks noChangeArrowheads="1"/>
            </p:cNvSpPr>
            <p:nvPr/>
          </p:nvSpPr>
          <p:spPr bwMode="auto">
            <a:xfrm>
              <a:off x="3536"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9</a:t>
              </a:r>
            </a:p>
          </p:txBody>
        </p:sp>
        <p:sp>
          <p:nvSpPr>
            <p:cNvPr id="304" name="Rectangle 144">
              <a:extLst>
                <a:ext uri="{FF2B5EF4-FFF2-40B4-BE49-F238E27FC236}">
                  <a16:creationId xmlns:a16="http://schemas.microsoft.com/office/drawing/2014/main" id="{4FB76BA4-3D21-91C5-D9A4-C4E436C581BD}"/>
                </a:ext>
              </a:extLst>
            </p:cNvPr>
            <p:cNvSpPr>
              <a:spLocks noChangeArrowheads="1"/>
            </p:cNvSpPr>
            <p:nvPr/>
          </p:nvSpPr>
          <p:spPr bwMode="auto">
            <a:xfrm>
              <a:off x="3904" y="2794"/>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305" name="Line 145">
              <a:extLst>
                <a:ext uri="{FF2B5EF4-FFF2-40B4-BE49-F238E27FC236}">
                  <a16:creationId xmlns:a16="http://schemas.microsoft.com/office/drawing/2014/main" id="{644E8445-8011-416E-874D-9E23A3FED6A4}"/>
                </a:ext>
              </a:extLst>
            </p:cNvPr>
            <p:cNvSpPr>
              <a:spLocks noChangeShapeType="1"/>
            </p:cNvSpPr>
            <p:nvPr/>
          </p:nvSpPr>
          <p:spPr bwMode="auto">
            <a:xfrm>
              <a:off x="3904"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06" name="Line 146">
              <a:extLst>
                <a:ext uri="{FF2B5EF4-FFF2-40B4-BE49-F238E27FC236}">
                  <a16:creationId xmlns:a16="http://schemas.microsoft.com/office/drawing/2014/main" id="{7900D308-A0C1-2A8B-D023-E38644ED3800}"/>
                </a:ext>
              </a:extLst>
            </p:cNvPr>
            <p:cNvSpPr>
              <a:spLocks noChangeShapeType="1"/>
            </p:cNvSpPr>
            <p:nvPr/>
          </p:nvSpPr>
          <p:spPr bwMode="auto">
            <a:xfrm>
              <a:off x="4145"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07" name="Text Box 147">
              <a:extLst>
                <a:ext uri="{FF2B5EF4-FFF2-40B4-BE49-F238E27FC236}">
                  <a16:creationId xmlns:a16="http://schemas.microsoft.com/office/drawing/2014/main" id="{3D3FF885-8AE1-EC5B-9B35-43640BEA8984}"/>
                </a:ext>
              </a:extLst>
            </p:cNvPr>
            <p:cNvSpPr txBox="1">
              <a:spLocks noChangeArrowheads="1"/>
            </p:cNvSpPr>
            <p:nvPr/>
          </p:nvSpPr>
          <p:spPr bwMode="auto">
            <a:xfrm>
              <a:off x="3888" y="2640"/>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10</a:t>
              </a:r>
            </a:p>
          </p:txBody>
        </p:sp>
        <p:sp>
          <p:nvSpPr>
            <p:cNvPr id="308" name="Rectangle 148">
              <a:extLst>
                <a:ext uri="{FF2B5EF4-FFF2-40B4-BE49-F238E27FC236}">
                  <a16:creationId xmlns:a16="http://schemas.microsoft.com/office/drawing/2014/main" id="{7086CB76-A8B0-94F5-68E4-EFA96098117D}"/>
                </a:ext>
              </a:extLst>
            </p:cNvPr>
            <p:cNvSpPr>
              <a:spLocks noChangeArrowheads="1"/>
            </p:cNvSpPr>
            <p:nvPr/>
          </p:nvSpPr>
          <p:spPr bwMode="auto">
            <a:xfrm>
              <a:off x="4326"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309" name="Line 149">
              <a:extLst>
                <a:ext uri="{FF2B5EF4-FFF2-40B4-BE49-F238E27FC236}">
                  <a16:creationId xmlns:a16="http://schemas.microsoft.com/office/drawing/2014/main" id="{F8116F91-326B-D156-50E5-DFA6D6F8A6D2}"/>
                </a:ext>
              </a:extLst>
            </p:cNvPr>
            <p:cNvSpPr>
              <a:spLocks noChangeShapeType="1"/>
            </p:cNvSpPr>
            <p:nvPr/>
          </p:nvSpPr>
          <p:spPr bwMode="auto">
            <a:xfrm>
              <a:off x="4326"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10" name="Text Box 150">
              <a:extLst>
                <a:ext uri="{FF2B5EF4-FFF2-40B4-BE49-F238E27FC236}">
                  <a16:creationId xmlns:a16="http://schemas.microsoft.com/office/drawing/2014/main" id="{3AAFBF4D-4C0B-177F-E82D-A909AE34D673}"/>
                </a:ext>
              </a:extLst>
            </p:cNvPr>
            <p:cNvSpPr txBox="1">
              <a:spLocks noChangeArrowheads="1"/>
            </p:cNvSpPr>
            <p:nvPr/>
          </p:nvSpPr>
          <p:spPr bwMode="auto">
            <a:xfrm>
              <a:off x="4309" y="2640"/>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11</a:t>
              </a:r>
            </a:p>
          </p:txBody>
        </p:sp>
        <p:sp>
          <p:nvSpPr>
            <p:cNvPr id="311" name="Line 151">
              <a:extLst>
                <a:ext uri="{FF2B5EF4-FFF2-40B4-BE49-F238E27FC236}">
                  <a16:creationId xmlns:a16="http://schemas.microsoft.com/office/drawing/2014/main" id="{FD496A61-5873-5B64-B670-48961D3610CD}"/>
                </a:ext>
              </a:extLst>
            </p:cNvPr>
            <p:cNvSpPr>
              <a:spLocks noChangeShapeType="1"/>
            </p:cNvSpPr>
            <p:nvPr/>
          </p:nvSpPr>
          <p:spPr bwMode="auto">
            <a:xfrm flipH="1">
              <a:off x="1008" y="2448"/>
              <a:ext cx="2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2" name="Line 152">
              <a:extLst>
                <a:ext uri="{FF2B5EF4-FFF2-40B4-BE49-F238E27FC236}">
                  <a16:creationId xmlns:a16="http://schemas.microsoft.com/office/drawing/2014/main" id="{36F9B528-C83F-47A3-E93B-E2925B60A54F}"/>
                </a:ext>
              </a:extLst>
            </p:cNvPr>
            <p:cNvSpPr>
              <a:spLocks noChangeShapeType="1"/>
            </p:cNvSpPr>
            <p:nvPr/>
          </p:nvSpPr>
          <p:spPr bwMode="auto">
            <a:xfrm>
              <a:off x="1296" y="2448"/>
              <a:ext cx="2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3" name="Line 153">
              <a:extLst>
                <a:ext uri="{FF2B5EF4-FFF2-40B4-BE49-F238E27FC236}">
                  <a16:creationId xmlns:a16="http://schemas.microsoft.com/office/drawing/2014/main" id="{C7C44C6D-B857-97D2-639D-36516E38369D}"/>
                </a:ext>
              </a:extLst>
            </p:cNvPr>
            <p:cNvSpPr>
              <a:spLocks noChangeShapeType="1"/>
            </p:cNvSpPr>
            <p:nvPr/>
          </p:nvSpPr>
          <p:spPr bwMode="auto">
            <a:xfrm flipH="1">
              <a:off x="2064" y="2448"/>
              <a:ext cx="2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4" name="Line 154">
              <a:extLst>
                <a:ext uri="{FF2B5EF4-FFF2-40B4-BE49-F238E27FC236}">
                  <a16:creationId xmlns:a16="http://schemas.microsoft.com/office/drawing/2014/main" id="{F3C4A7C1-F961-83C0-E6FC-705214239FFC}"/>
                </a:ext>
              </a:extLst>
            </p:cNvPr>
            <p:cNvSpPr>
              <a:spLocks noChangeShapeType="1"/>
            </p:cNvSpPr>
            <p:nvPr/>
          </p:nvSpPr>
          <p:spPr bwMode="auto">
            <a:xfrm>
              <a:off x="2352" y="2448"/>
              <a:ext cx="2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5" name="Line 155">
              <a:extLst>
                <a:ext uri="{FF2B5EF4-FFF2-40B4-BE49-F238E27FC236}">
                  <a16:creationId xmlns:a16="http://schemas.microsoft.com/office/drawing/2014/main" id="{79910D15-8893-9782-B3B8-3D641EF37229}"/>
                </a:ext>
              </a:extLst>
            </p:cNvPr>
            <p:cNvSpPr>
              <a:spLocks noChangeShapeType="1"/>
            </p:cNvSpPr>
            <p:nvPr/>
          </p:nvSpPr>
          <p:spPr bwMode="auto">
            <a:xfrm flipH="1">
              <a:off x="3072" y="2448"/>
              <a:ext cx="2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6" name="Line 156">
              <a:extLst>
                <a:ext uri="{FF2B5EF4-FFF2-40B4-BE49-F238E27FC236}">
                  <a16:creationId xmlns:a16="http://schemas.microsoft.com/office/drawing/2014/main" id="{FB7984DE-4438-3792-BCC8-CCF6A0F32B3D}"/>
                </a:ext>
              </a:extLst>
            </p:cNvPr>
            <p:cNvSpPr>
              <a:spLocks noChangeShapeType="1"/>
            </p:cNvSpPr>
            <p:nvPr/>
          </p:nvSpPr>
          <p:spPr bwMode="auto">
            <a:xfrm>
              <a:off x="3360" y="2448"/>
              <a:ext cx="2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 name="Line 157">
              <a:extLst>
                <a:ext uri="{FF2B5EF4-FFF2-40B4-BE49-F238E27FC236}">
                  <a16:creationId xmlns:a16="http://schemas.microsoft.com/office/drawing/2014/main" id="{2DF235B8-674B-CB9E-C429-B590E69181E1}"/>
                </a:ext>
              </a:extLst>
            </p:cNvPr>
            <p:cNvSpPr>
              <a:spLocks noChangeShapeType="1"/>
            </p:cNvSpPr>
            <p:nvPr/>
          </p:nvSpPr>
          <p:spPr bwMode="auto">
            <a:xfrm flipH="1">
              <a:off x="3936" y="2448"/>
              <a:ext cx="2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8" name="Line 158">
              <a:extLst>
                <a:ext uri="{FF2B5EF4-FFF2-40B4-BE49-F238E27FC236}">
                  <a16:creationId xmlns:a16="http://schemas.microsoft.com/office/drawing/2014/main" id="{57445DED-F732-AE7F-B6E3-D16CA945822D}"/>
                </a:ext>
              </a:extLst>
            </p:cNvPr>
            <p:cNvSpPr>
              <a:spLocks noChangeShapeType="1"/>
            </p:cNvSpPr>
            <p:nvPr/>
          </p:nvSpPr>
          <p:spPr bwMode="auto">
            <a:xfrm>
              <a:off x="4224" y="2448"/>
              <a:ext cx="2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19" name="Group 159">
            <a:extLst>
              <a:ext uri="{FF2B5EF4-FFF2-40B4-BE49-F238E27FC236}">
                <a16:creationId xmlns:a16="http://schemas.microsoft.com/office/drawing/2014/main" id="{C987B19C-E839-09DB-CA52-390F310BE6AC}"/>
              </a:ext>
            </a:extLst>
          </p:cNvPr>
          <p:cNvGrpSpPr>
            <a:grpSpLocks/>
          </p:cNvGrpSpPr>
          <p:nvPr/>
        </p:nvGrpSpPr>
        <p:grpSpPr bwMode="auto">
          <a:xfrm>
            <a:off x="3200400" y="5334000"/>
            <a:ext cx="4498975" cy="914400"/>
            <a:chOff x="624" y="3072"/>
            <a:chExt cx="2834" cy="576"/>
          </a:xfrm>
        </p:grpSpPr>
        <p:sp>
          <p:nvSpPr>
            <p:cNvPr id="320" name="Rectangle 160">
              <a:extLst>
                <a:ext uri="{FF2B5EF4-FFF2-40B4-BE49-F238E27FC236}">
                  <a16:creationId xmlns:a16="http://schemas.microsoft.com/office/drawing/2014/main" id="{C55314A0-EA03-E601-44EB-E5E7DF6D1E12}"/>
                </a:ext>
              </a:extLst>
            </p:cNvPr>
            <p:cNvSpPr>
              <a:spLocks noChangeArrowheads="1"/>
            </p:cNvSpPr>
            <p:nvPr/>
          </p:nvSpPr>
          <p:spPr bwMode="auto">
            <a:xfrm>
              <a:off x="624" y="3418"/>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321" name="Line 161">
              <a:extLst>
                <a:ext uri="{FF2B5EF4-FFF2-40B4-BE49-F238E27FC236}">
                  <a16:creationId xmlns:a16="http://schemas.microsoft.com/office/drawing/2014/main" id="{2A776D17-7BA2-1D1F-8220-B22F10CC7472}"/>
                </a:ext>
              </a:extLst>
            </p:cNvPr>
            <p:cNvSpPr>
              <a:spLocks noChangeShapeType="1"/>
            </p:cNvSpPr>
            <p:nvPr/>
          </p:nvSpPr>
          <p:spPr bwMode="auto">
            <a:xfrm>
              <a:off x="866"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22" name="Text Box 162">
              <a:extLst>
                <a:ext uri="{FF2B5EF4-FFF2-40B4-BE49-F238E27FC236}">
                  <a16:creationId xmlns:a16="http://schemas.microsoft.com/office/drawing/2014/main" id="{3CB26392-1CCA-0317-F849-770BD6311086}"/>
                </a:ext>
              </a:extLst>
            </p:cNvPr>
            <p:cNvSpPr txBox="1">
              <a:spLocks noChangeArrowheads="1"/>
            </p:cNvSpPr>
            <p:nvPr/>
          </p:nvSpPr>
          <p:spPr bwMode="auto">
            <a:xfrm>
              <a:off x="672"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323" name="Rectangle 163">
              <a:extLst>
                <a:ext uri="{FF2B5EF4-FFF2-40B4-BE49-F238E27FC236}">
                  <a16:creationId xmlns:a16="http://schemas.microsoft.com/office/drawing/2014/main" id="{C94228DA-5E58-EFF7-2FBF-5F80E4103622}"/>
                </a:ext>
              </a:extLst>
            </p:cNvPr>
            <p:cNvSpPr>
              <a:spLocks noChangeArrowheads="1"/>
            </p:cNvSpPr>
            <p:nvPr/>
          </p:nvSpPr>
          <p:spPr bwMode="auto">
            <a:xfrm>
              <a:off x="1056" y="3418"/>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324" name="Line 164">
              <a:extLst>
                <a:ext uri="{FF2B5EF4-FFF2-40B4-BE49-F238E27FC236}">
                  <a16:creationId xmlns:a16="http://schemas.microsoft.com/office/drawing/2014/main" id="{3A6586C3-C72F-3336-C570-40DDA691D53D}"/>
                </a:ext>
              </a:extLst>
            </p:cNvPr>
            <p:cNvSpPr>
              <a:spLocks noChangeShapeType="1"/>
            </p:cNvSpPr>
            <p:nvPr/>
          </p:nvSpPr>
          <p:spPr bwMode="auto">
            <a:xfrm>
              <a:off x="1056"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25" name="Line 165">
              <a:extLst>
                <a:ext uri="{FF2B5EF4-FFF2-40B4-BE49-F238E27FC236}">
                  <a16:creationId xmlns:a16="http://schemas.microsoft.com/office/drawing/2014/main" id="{075EC4A4-B4F4-68E0-95C4-A77A1D6D3BD8}"/>
                </a:ext>
              </a:extLst>
            </p:cNvPr>
            <p:cNvSpPr>
              <a:spLocks noChangeShapeType="1"/>
            </p:cNvSpPr>
            <p:nvPr/>
          </p:nvSpPr>
          <p:spPr bwMode="auto">
            <a:xfrm>
              <a:off x="1297"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26" name="Text Box 166">
              <a:extLst>
                <a:ext uri="{FF2B5EF4-FFF2-40B4-BE49-F238E27FC236}">
                  <a16:creationId xmlns:a16="http://schemas.microsoft.com/office/drawing/2014/main" id="{1858BCE3-68B4-F80C-8915-7B3CE01D8F28}"/>
                </a:ext>
              </a:extLst>
            </p:cNvPr>
            <p:cNvSpPr txBox="1">
              <a:spLocks noChangeArrowheads="1"/>
            </p:cNvSpPr>
            <p:nvPr/>
          </p:nvSpPr>
          <p:spPr bwMode="auto">
            <a:xfrm>
              <a:off x="1102"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327" name="Rectangle 167">
              <a:extLst>
                <a:ext uri="{FF2B5EF4-FFF2-40B4-BE49-F238E27FC236}">
                  <a16:creationId xmlns:a16="http://schemas.microsoft.com/office/drawing/2014/main" id="{4EE8EB1E-AF4C-75D4-D19B-446BD94FF671}"/>
                </a:ext>
              </a:extLst>
            </p:cNvPr>
            <p:cNvSpPr>
              <a:spLocks noChangeArrowheads="1"/>
            </p:cNvSpPr>
            <p:nvPr/>
          </p:nvSpPr>
          <p:spPr bwMode="auto">
            <a:xfrm>
              <a:off x="1774" y="3418"/>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328" name="Line 168">
              <a:extLst>
                <a:ext uri="{FF2B5EF4-FFF2-40B4-BE49-F238E27FC236}">
                  <a16:creationId xmlns:a16="http://schemas.microsoft.com/office/drawing/2014/main" id="{128B1D2B-4B04-4971-BA4B-A74F95C70FD3}"/>
                </a:ext>
              </a:extLst>
            </p:cNvPr>
            <p:cNvSpPr>
              <a:spLocks noChangeShapeType="1"/>
            </p:cNvSpPr>
            <p:nvPr/>
          </p:nvSpPr>
          <p:spPr bwMode="auto">
            <a:xfrm>
              <a:off x="1774"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29" name="Line 169">
              <a:extLst>
                <a:ext uri="{FF2B5EF4-FFF2-40B4-BE49-F238E27FC236}">
                  <a16:creationId xmlns:a16="http://schemas.microsoft.com/office/drawing/2014/main" id="{2CF9BDDE-F3C4-C524-0FEB-2EC6A8573447}"/>
                </a:ext>
              </a:extLst>
            </p:cNvPr>
            <p:cNvSpPr>
              <a:spLocks noChangeShapeType="1"/>
            </p:cNvSpPr>
            <p:nvPr/>
          </p:nvSpPr>
          <p:spPr bwMode="auto">
            <a:xfrm>
              <a:off x="2016"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30" name="Text Box 170">
              <a:extLst>
                <a:ext uri="{FF2B5EF4-FFF2-40B4-BE49-F238E27FC236}">
                  <a16:creationId xmlns:a16="http://schemas.microsoft.com/office/drawing/2014/main" id="{AA824304-D87E-E35E-4D6B-718C3DDACC77}"/>
                </a:ext>
              </a:extLst>
            </p:cNvPr>
            <p:cNvSpPr txBox="1">
              <a:spLocks noChangeArrowheads="1"/>
            </p:cNvSpPr>
            <p:nvPr/>
          </p:nvSpPr>
          <p:spPr bwMode="auto">
            <a:xfrm>
              <a:off x="1817"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331" name="Rectangle 171">
              <a:extLst>
                <a:ext uri="{FF2B5EF4-FFF2-40B4-BE49-F238E27FC236}">
                  <a16:creationId xmlns:a16="http://schemas.microsoft.com/office/drawing/2014/main" id="{0CAB2CF7-6961-4801-1861-AA1956A4ACA3}"/>
                </a:ext>
              </a:extLst>
            </p:cNvPr>
            <p:cNvSpPr>
              <a:spLocks noChangeArrowheads="1"/>
            </p:cNvSpPr>
            <p:nvPr/>
          </p:nvSpPr>
          <p:spPr bwMode="auto">
            <a:xfrm>
              <a:off x="2208" y="3418"/>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332" name="Line 172">
              <a:extLst>
                <a:ext uri="{FF2B5EF4-FFF2-40B4-BE49-F238E27FC236}">
                  <a16:creationId xmlns:a16="http://schemas.microsoft.com/office/drawing/2014/main" id="{B5A4F413-E31D-235E-D9C4-A1339EBAB27D}"/>
                </a:ext>
              </a:extLst>
            </p:cNvPr>
            <p:cNvSpPr>
              <a:spLocks noChangeShapeType="1"/>
            </p:cNvSpPr>
            <p:nvPr/>
          </p:nvSpPr>
          <p:spPr bwMode="auto">
            <a:xfrm>
              <a:off x="2208"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33" name="Line 173">
              <a:extLst>
                <a:ext uri="{FF2B5EF4-FFF2-40B4-BE49-F238E27FC236}">
                  <a16:creationId xmlns:a16="http://schemas.microsoft.com/office/drawing/2014/main" id="{B8430DF5-3994-A540-50A0-85D2594E2691}"/>
                </a:ext>
              </a:extLst>
            </p:cNvPr>
            <p:cNvSpPr>
              <a:spLocks noChangeShapeType="1"/>
            </p:cNvSpPr>
            <p:nvPr/>
          </p:nvSpPr>
          <p:spPr bwMode="auto">
            <a:xfrm>
              <a:off x="2449"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34" name="Text Box 174">
              <a:extLst>
                <a:ext uri="{FF2B5EF4-FFF2-40B4-BE49-F238E27FC236}">
                  <a16:creationId xmlns:a16="http://schemas.microsoft.com/office/drawing/2014/main" id="{5A0BCCE1-1C0E-0165-DB69-D49258EDBE35}"/>
                </a:ext>
              </a:extLst>
            </p:cNvPr>
            <p:cNvSpPr txBox="1">
              <a:spLocks noChangeArrowheads="1"/>
            </p:cNvSpPr>
            <p:nvPr/>
          </p:nvSpPr>
          <p:spPr bwMode="auto">
            <a:xfrm>
              <a:off x="2249"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335" name="Rectangle 175">
              <a:extLst>
                <a:ext uri="{FF2B5EF4-FFF2-40B4-BE49-F238E27FC236}">
                  <a16:creationId xmlns:a16="http://schemas.microsoft.com/office/drawing/2014/main" id="{AB00F545-0FE2-48F2-8C2A-F11AB25348D0}"/>
                </a:ext>
              </a:extLst>
            </p:cNvPr>
            <p:cNvSpPr>
              <a:spLocks noChangeArrowheads="1"/>
            </p:cNvSpPr>
            <p:nvPr/>
          </p:nvSpPr>
          <p:spPr bwMode="auto">
            <a:xfrm>
              <a:off x="2783" y="3418"/>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336" name="Line 176">
              <a:extLst>
                <a:ext uri="{FF2B5EF4-FFF2-40B4-BE49-F238E27FC236}">
                  <a16:creationId xmlns:a16="http://schemas.microsoft.com/office/drawing/2014/main" id="{50B21498-5B5D-A58F-6678-DFA6B2EA6D61}"/>
                </a:ext>
              </a:extLst>
            </p:cNvPr>
            <p:cNvSpPr>
              <a:spLocks noChangeShapeType="1"/>
            </p:cNvSpPr>
            <p:nvPr/>
          </p:nvSpPr>
          <p:spPr bwMode="auto">
            <a:xfrm>
              <a:off x="3024"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37" name="Text Box 177">
              <a:extLst>
                <a:ext uri="{FF2B5EF4-FFF2-40B4-BE49-F238E27FC236}">
                  <a16:creationId xmlns:a16="http://schemas.microsoft.com/office/drawing/2014/main" id="{244713C1-5CF6-2409-EAF7-52D76438CA36}"/>
                </a:ext>
              </a:extLst>
            </p:cNvPr>
            <p:cNvSpPr txBox="1">
              <a:spLocks noChangeArrowheads="1"/>
            </p:cNvSpPr>
            <p:nvPr/>
          </p:nvSpPr>
          <p:spPr bwMode="auto">
            <a:xfrm>
              <a:off x="2820"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338" name="Rectangle 178">
              <a:extLst>
                <a:ext uri="{FF2B5EF4-FFF2-40B4-BE49-F238E27FC236}">
                  <a16:creationId xmlns:a16="http://schemas.microsoft.com/office/drawing/2014/main" id="{A2C9B402-5F75-1659-22B5-AD2773F27816}"/>
                </a:ext>
              </a:extLst>
            </p:cNvPr>
            <p:cNvSpPr>
              <a:spLocks noChangeArrowheads="1"/>
            </p:cNvSpPr>
            <p:nvPr/>
          </p:nvSpPr>
          <p:spPr bwMode="auto">
            <a:xfrm>
              <a:off x="3216" y="3418"/>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339" name="Line 179">
              <a:extLst>
                <a:ext uri="{FF2B5EF4-FFF2-40B4-BE49-F238E27FC236}">
                  <a16:creationId xmlns:a16="http://schemas.microsoft.com/office/drawing/2014/main" id="{57F1AECC-496E-F81A-4561-246F7B7C330D}"/>
                </a:ext>
              </a:extLst>
            </p:cNvPr>
            <p:cNvSpPr>
              <a:spLocks noChangeShapeType="1"/>
            </p:cNvSpPr>
            <p:nvPr/>
          </p:nvSpPr>
          <p:spPr bwMode="auto">
            <a:xfrm>
              <a:off x="3216"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40" name="Line 180">
              <a:extLst>
                <a:ext uri="{FF2B5EF4-FFF2-40B4-BE49-F238E27FC236}">
                  <a16:creationId xmlns:a16="http://schemas.microsoft.com/office/drawing/2014/main" id="{1D9FA48A-FF41-E5E0-24F8-1A40B9FC49F7}"/>
                </a:ext>
              </a:extLst>
            </p:cNvPr>
            <p:cNvSpPr>
              <a:spLocks noChangeShapeType="1"/>
            </p:cNvSpPr>
            <p:nvPr/>
          </p:nvSpPr>
          <p:spPr bwMode="auto">
            <a:xfrm>
              <a:off x="3458"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41" name="Text Box 181">
              <a:extLst>
                <a:ext uri="{FF2B5EF4-FFF2-40B4-BE49-F238E27FC236}">
                  <a16:creationId xmlns:a16="http://schemas.microsoft.com/office/drawing/2014/main" id="{4C33378F-4D78-D35A-E298-A89B7F399234}"/>
                </a:ext>
              </a:extLst>
            </p:cNvPr>
            <p:cNvSpPr txBox="1">
              <a:spLocks noChangeArrowheads="1"/>
            </p:cNvSpPr>
            <p:nvPr/>
          </p:nvSpPr>
          <p:spPr bwMode="auto">
            <a:xfrm>
              <a:off x="3252"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342" name="Line 182">
              <a:extLst>
                <a:ext uri="{FF2B5EF4-FFF2-40B4-BE49-F238E27FC236}">
                  <a16:creationId xmlns:a16="http://schemas.microsoft.com/office/drawing/2014/main" id="{15C97BD7-1C1C-BE1F-87B3-C3609035E422}"/>
                </a:ext>
              </a:extLst>
            </p:cNvPr>
            <p:cNvSpPr>
              <a:spLocks noChangeShapeType="1"/>
            </p:cNvSpPr>
            <p:nvPr/>
          </p:nvSpPr>
          <p:spPr bwMode="auto">
            <a:xfrm flipH="1">
              <a:off x="816" y="3072"/>
              <a:ext cx="14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3" name="Line 183">
              <a:extLst>
                <a:ext uri="{FF2B5EF4-FFF2-40B4-BE49-F238E27FC236}">
                  <a16:creationId xmlns:a16="http://schemas.microsoft.com/office/drawing/2014/main" id="{62DF6680-1770-13D6-196E-09BDE74D78D9}"/>
                </a:ext>
              </a:extLst>
            </p:cNvPr>
            <p:cNvSpPr>
              <a:spLocks noChangeShapeType="1"/>
            </p:cNvSpPr>
            <p:nvPr/>
          </p:nvSpPr>
          <p:spPr bwMode="auto">
            <a:xfrm>
              <a:off x="960" y="3072"/>
              <a:ext cx="14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4" name="Line 184">
              <a:extLst>
                <a:ext uri="{FF2B5EF4-FFF2-40B4-BE49-F238E27FC236}">
                  <a16:creationId xmlns:a16="http://schemas.microsoft.com/office/drawing/2014/main" id="{64004F5C-6879-15EF-1A0E-2585503F68BA}"/>
                </a:ext>
              </a:extLst>
            </p:cNvPr>
            <p:cNvSpPr>
              <a:spLocks noChangeShapeType="1"/>
            </p:cNvSpPr>
            <p:nvPr/>
          </p:nvSpPr>
          <p:spPr bwMode="auto">
            <a:xfrm flipH="1">
              <a:off x="1968" y="3072"/>
              <a:ext cx="14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5" name="Line 185">
              <a:extLst>
                <a:ext uri="{FF2B5EF4-FFF2-40B4-BE49-F238E27FC236}">
                  <a16:creationId xmlns:a16="http://schemas.microsoft.com/office/drawing/2014/main" id="{5078676B-6F2D-8A6E-653A-6F8F0F31A78E}"/>
                </a:ext>
              </a:extLst>
            </p:cNvPr>
            <p:cNvSpPr>
              <a:spLocks noChangeShapeType="1"/>
            </p:cNvSpPr>
            <p:nvPr/>
          </p:nvSpPr>
          <p:spPr bwMode="auto">
            <a:xfrm>
              <a:off x="2112" y="3072"/>
              <a:ext cx="14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 name="Line 186">
              <a:extLst>
                <a:ext uri="{FF2B5EF4-FFF2-40B4-BE49-F238E27FC236}">
                  <a16:creationId xmlns:a16="http://schemas.microsoft.com/office/drawing/2014/main" id="{AC45FB40-9C8C-AC61-BB3A-8E9711F2A788}"/>
                </a:ext>
              </a:extLst>
            </p:cNvPr>
            <p:cNvSpPr>
              <a:spLocks noChangeShapeType="1"/>
            </p:cNvSpPr>
            <p:nvPr/>
          </p:nvSpPr>
          <p:spPr bwMode="auto">
            <a:xfrm flipH="1">
              <a:off x="2976" y="3072"/>
              <a:ext cx="14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7" name="Line 187">
              <a:extLst>
                <a:ext uri="{FF2B5EF4-FFF2-40B4-BE49-F238E27FC236}">
                  <a16:creationId xmlns:a16="http://schemas.microsoft.com/office/drawing/2014/main" id="{FD22F50B-89E7-27BB-4DE9-ABF92740C8EF}"/>
                </a:ext>
              </a:extLst>
            </p:cNvPr>
            <p:cNvSpPr>
              <a:spLocks noChangeShapeType="1"/>
            </p:cNvSpPr>
            <p:nvPr/>
          </p:nvSpPr>
          <p:spPr bwMode="auto">
            <a:xfrm>
              <a:off x="3120" y="3072"/>
              <a:ext cx="14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48" name="Text Box 188">
            <a:extLst>
              <a:ext uri="{FF2B5EF4-FFF2-40B4-BE49-F238E27FC236}">
                <a16:creationId xmlns:a16="http://schemas.microsoft.com/office/drawing/2014/main" id="{CC8566F2-E106-2C17-6F03-B58D95E65A38}"/>
              </a:ext>
            </a:extLst>
          </p:cNvPr>
          <p:cNvSpPr txBox="1">
            <a:spLocks noChangeArrowheads="1"/>
          </p:cNvSpPr>
          <p:nvPr/>
        </p:nvSpPr>
        <p:spPr bwMode="auto">
          <a:xfrm>
            <a:off x="2794000" y="2030413"/>
            <a:ext cx="1174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solidFill>
                  <a:srgbClr val="DD0111"/>
                </a:solidFill>
              </a:rPr>
              <a:t>Divide</a:t>
            </a:r>
          </a:p>
        </p:txBody>
      </p:sp>
    </p:spTree>
    <p:extLst>
      <p:ext uri="{BB962C8B-B14F-4D97-AF65-F5344CB8AC3E}">
        <p14:creationId xmlns:p14="http://schemas.microsoft.com/office/powerpoint/2010/main" val="3258263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F567CEB-1218-D4A0-BF22-299C96B8B2B8}"/>
              </a:ext>
            </a:extLst>
          </p:cNvPr>
          <p:cNvSpPr>
            <a:spLocks noGrp="1"/>
          </p:cNvSpPr>
          <p:nvPr>
            <p:ph type="title"/>
          </p:nvPr>
        </p:nvSpPr>
        <p:spPr/>
        <p:txBody>
          <a:bodyPr>
            <a:normAutofit/>
          </a:bodyPr>
          <a:lstStyle/>
          <a:p>
            <a:r>
              <a:rPr lang="en-US" sz="3200" b="1" dirty="0">
                <a:solidFill>
                  <a:srgbClr val="004200"/>
                </a:solidFill>
                <a:latin typeface="Arial"/>
                <a:ea typeface="+mn-ea"/>
                <a:cs typeface="Arial"/>
              </a:rPr>
              <a:t>Merge Sort: Example – n Not a Power of 2</a:t>
            </a:r>
            <a:endParaRPr lang="en-GB" sz="3200" b="1" dirty="0">
              <a:solidFill>
                <a:srgbClr val="004200"/>
              </a:solidFill>
              <a:latin typeface="Arial"/>
              <a:ea typeface="+mn-ea"/>
              <a:cs typeface="Arial"/>
            </a:endParaRPr>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smtClean="0">
                <a:cs typeface="+mj-cs"/>
              </a:rPr>
              <a:pPr/>
              <a:t>12</a:t>
            </a:fld>
            <a:endParaRPr lang="ur-PK" sz="1600" dirty="0">
              <a:cs typeface="+mj-cs"/>
            </a:endParaRPr>
          </a:p>
        </p:txBody>
      </p:sp>
      <p:grpSp>
        <p:nvGrpSpPr>
          <p:cNvPr id="11" name="Group 3">
            <a:extLst>
              <a:ext uri="{FF2B5EF4-FFF2-40B4-BE49-F238E27FC236}">
                <a16:creationId xmlns:a16="http://schemas.microsoft.com/office/drawing/2014/main" id="{4A9266BA-815C-2F80-1046-9F4C56D70BA2}"/>
              </a:ext>
            </a:extLst>
          </p:cNvPr>
          <p:cNvGrpSpPr>
            <a:grpSpLocks/>
          </p:cNvGrpSpPr>
          <p:nvPr/>
        </p:nvGrpSpPr>
        <p:grpSpPr bwMode="auto">
          <a:xfrm>
            <a:off x="4822825" y="1676400"/>
            <a:ext cx="4221163" cy="990600"/>
            <a:chOff x="1536" y="768"/>
            <a:chExt cx="2659" cy="624"/>
          </a:xfrm>
        </p:grpSpPr>
        <p:sp>
          <p:nvSpPr>
            <p:cNvPr id="12" name="Rectangle 4">
              <a:extLst>
                <a:ext uri="{FF2B5EF4-FFF2-40B4-BE49-F238E27FC236}">
                  <a16:creationId xmlns:a16="http://schemas.microsoft.com/office/drawing/2014/main" id="{423169D2-77C1-CB66-24B3-377F843DACE1}"/>
                </a:ext>
              </a:extLst>
            </p:cNvPr>
            <p:cNvSpPr>
              <a:spLocks noChangeArrowheads="1"/>
            </p:cNvSpPr>
            <p:nvPr/>
          </p:nvSpPr>
          <p:spPr bwMode="auto">
            <a:xfrm>
              <a:off x="3953"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13" name="Rectangle 5">
              <a:extLst>
                <a:ext uri="{FF2B5EF4-FFF2-40B4-BE49-F238E27FC236}">
                  <a16:creationId xmlns:a16="http://schemas.microsoft.com/office/drawing/2014/main" id="{498E3A9F-5F65-198D-85D8-1120ACB365D5}"/>
                </a:ext>
              </a:extLst>
            </p:cNvPr>
            <p:cNvSpPr>
              <a:spLocks noChangeArrowheads="1"/>
            </p:cNvSpPr>
            <p:nvPr/>
          </p:nvSpPr>
          <p:spPr bwMode="auto">
            <a:xfrm>
              <a:off x="3712" y="922"/>
              <a:ext cx="24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14" name="Rectangle 6">
              <a:extLst>
                <a:ext uri="{FF2B5EF4-FFF2-40B4-BE49-F238E27FC236}">
                  <a16:creationId xmlns:a16="http://schemas.microsoft.com/office/drawing/2014/main" id="{BEDDF877-862C-3287-DE4F-F45DF4F86603}"/>
                </a:ext>
              </a:extLst>
            </p:cNvPr>
            <p:cNvSpPr>
              <a:spLocks noChangeArrowheads="1"/>
            </p:cNvSpPr>
            <p:nvPr/>
          </p:nvSpPr>
          <p:spPr bwMode="auto">
            <a:xfrm>
              <a:off x="3470"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15" name="Rectangle 7">
              <a:extLst>
                <a:ext uri="{FF2B5EF4-FFF2-40B4-BE49-F238E27FC236}">
                  <a16:creationId xmlns:a16="http://schemas.microsoft.com/office/drawing/2014/main" id="{70AB7071-FAC4-B9D0-1BC0-8595029A68EC}"/>
                </a:ext>
              </a:extLst>
            </p:cNvPr>
            <p:cNvSpPr>
              <a:spLocks noChangeArrowheads="1"/>
            </p:cNvSpPr>
            <p:nvPr/>
          </p:nvSpPr>
          <p:spPr bwMode="auto">
            <a:xfrm>
              <a:off x="3228"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16" name="Rectangle 8">
              <a:extLst>
                <a:ext uri="{FF2B5EF4-FFF2-40B4-BE49-F238E27FC236}">
                  <a16:creationId xmlns:a16="http://schemas.microsoft.com/office/drawing/2014/main" id="{BCC1FC48-F2D6-AD38-F0B2-5D9A8009FC6A}"/>
                </a:ext>
              </a:extLst>
            </p:cNvPr>
            <p:cNvSpPr>
              <a:spLocks noChangeArrowheads="1"/>
            </p:cNvSpPr>
            <p:nvPr/>
          </p:nvSpPr>
          <p:spPr bwMode="auto">
            <a:xfrm>
              <a:off x="2987" y="922"/>
              <a:ext cx="24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17" name="Rectangle 9">
              <a:extLst>
                <a:ext uri="{FF2B5EF4-FFF2-40B4-BE49-F238E27FC236}">
                  <a16:creationId xmlns:a16="http://schemas.microsoft.com/office/drawing/2014/main" id="{A2E64271-B117-7998-F2D4-6C21ADEACD01}"/>
                </a:ext>
              </a:extLst>
            </p:cNvPr>
            <p:cNvSpPr>
              <a:spLocks noChangeArrowheads="1"/>
            </p:cNvSpPr>
            <p:nvPr/>
          </p:nvSpPr>
          <p:spPr bwMode="auto">
            <a:xfrm>
              <a:off x="2744" y="922"/>
              <a:ext cx="243" cy="23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18" name="Rectangle 10">
              <a:extLst>
                <a:ext uri="{FF2B5EF4-FFF2-40B4-BE49-F238E27FC236}">
                  <a16:creationId xmlns:a16="http://schemas.microsoft.com/office/drawing/2014/main" id="{3E5A99BC-E497-0EE1-BEC5-BCCBE1A0B1CE}"/>
                </a:ext>
              </a:extLst>
            </p:cNvPr>
            <p:cNvSpPr>
              <a:spLocks noChangeArrowheads="1"/>
            </p:cNvSpPr>
            <p:nvPr/>
          </p:nvSpPr>
          <p:spPr bwMode="auto">
            <a:xfrm>
              <a:off x="2503" y="922"/>
              <a:ext cx="24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19" name="Rectangle 11">
              <a:extLst>
                <a:ext uri="{FF2B5EF4-FFF2-40B4-BE49-F238E27FC236}">
                  <a16:creationId xmlns:a16="http://schemas.microsoft.com/office/drawing/2014/main" id="{7FFF1B3E-D731-DBF1-08FC-E8187D44F42B}"/>
                </a:ext>
              </a:extLst>
            </p:cNvPr>
            <p:cNvSpPr>
              <a:spLocks noChangeArrowheads="1"/>
            </p:cNvSpPr>
            <p:nvPr/>
          </p:nvSpPr>
          <p:spPr bwMode="auto">
            <a:xfrm>
              <a:off x="2261"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20" name="Rectangle 12">
              <a:extLst>
                <a:ext uri="{FF2B5EF4-FFF2-40B4-BE49-F238E27FC236}">
                  <a16:creationId xmlns:a16="http://schemas.microsoft.com/office/drawing/2014/main" id="{E64E5F73-EDCD-A60A-F3F5-580C36982A9E}"/>
                </a:ext>
              </a:extLst>
            </p:cNvPr>
            <p:cNvSpPr>
              <a:spLocks noChangeArrowheads="1"/>
            </p:cNvSpPr>
            <p:nvPr/>
          </p:nvSpPr>
          <p:spPr bwMode="auto">
            <a:xfrm>
              <a:off x="2019"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21" name="Rectangle 13">
              <a:extLst>
                <a:ext uri="{FF2B5EF4-FFF2-40B4-BE49-F238E27FC236}">
                  <a16:creationId xmlns:a16="http://schemas.microsoft.com/office/drawing/2014/main" id="{81EB880F-C804-EFB2-60D1-8C8E9B6AF957}"/>
                </a:ext>
              </a:extLst>
            </p:cNvPr>
            <p:cNvSpPr>
              <a:spLocks noChangeArrowheads="1"/>
            </p:cNvSpPr>
            <p:nvPr/>
          </p:nvSpPr>
          <p:spPr bwMode="auto">
            <a:xfrm>
              <a:off x="1778" y="922"/>
              <a:ext cx="24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22" name="Rectangle 14">
              <a:extLst>
                <a:ext uri="{FF2B5EF4-FFF2-40B4-BE49-F238E27FC236}">
                  <a16:creationId xmlns:a16="http://schemas.microsoft.com/office/drawing/2014/main" id="{7C174C13-8B2F-9E4D-7726-19A84366DF81}"/>
                </a:ext>
              </a:extLst>
            </p:cNvPr>
            <p:cNvSpPr>
              <a:spLocks noChangeArrowheads="1"/>
            </p:cNvSpPr>
            <p:nvPr/>
          </p:nvSpPr>
          <p:spPr bwMode="auto">
            <a:xfrm>
              <a:off x="1536" y="922"/>
              <a:ext cx="24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23" name="Line 15">
              <a:extLst>
                <a:ext uri="{FF2B5EF4-FFF2-40B4-BE49-F238E27FC236}">
                  <a16:creationId xmlns:a16="http://schemas.microsoft.com/office/drawing/2014/main" id="{93F24466-D9C7-C32B-098C-D6B8CAA6FE39}"/>
                </a:ext>
              </a:extLst>
            </p:cNvPr>
            <p:cNvSpPr>
              <a:spLocks noChangeShapeType="1"/>
            </p:cNvSpPr>
            <p:nvPr/>
          </p:nvSpPr>
          <p:spPr bwMode="auto">
            <a:xfrm>
              <a:off x="1536" y="922"/>
              <a:ext cx="265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4" name="Line 16">
              <a:extLst>
                <a:ext uri="{FF2B5EF4-FFF2-40B4-BE49-F238E27FC236}">
                  <a16:creationId xmlns:a16="http://schemas.microsoft.com/office/drawing/2014/main" id="{BE22B91A-5B1E-AD6A-7A0F-6F26D78F3508}"/>
                </a:ext>
              </a:extLst>
            </p:cNvPr>
            <p:cNvSpPr>
              <a:spLocks noChangeShapeType="1"/>
            </p:cNvSpPr>
            <p:nvPr/>
          </p:nvSpPr>
          <p:spPr bwMode="auto">
            <a:xfrm>
              <a:off x="1536" y="1152"/>
              <a:ext cx="265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5" name="Line 17">
              <a:extLst>
                <a:ext uri="{FF2B5EF4-FFF2-40B4-BE49-F238E27FC236}">
                  <a16:creationId xmlns:a16="http://schemas.microsoft.com/office/drawing/2014/main" id="{F810EB0F-FCFF-F633-2C91-8D43860E4CB8}"/>
                </a:ext>
              </a:extLst>
            </p:cNvPr>
            <p:cNvSpPr>
              <a:spLocks noChangeShapeType="1"/>
            </p:cNvSpPr>
            <p:nvPr/>
          </p:nvSpPr>
          <p:spPr bwMode="auto">
            <a:xfrm>
              <a:off x="1536" y="922"/>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6" name="Line 18">
              <a:extLst>
                <a:ext uri="{FF2B5EF4-FFF2-40B4-BE49-F238E27FC236}">
                  <a16:creationId xmlns:a16="http://schemas.microsoft.com/office/drawing/2014/main" id="{6B7E57DE-20B7-9F4D-3A1F-648BEEFAE727}"/>
                </a:ext>
              </a:extLst>
            </p:cNvPr>
            <p:cNvSpPr>
              <a:spLocks noChangeShapeType="1"/>
            </p:cNvSpPr>
            <p:nvPr/>
          </p:nvSpPr>
          <p:spPr bwMode="auto">
            <a:xfrm>
              <a:off x="1778"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7" name="Line 19">
              <a:extLst>
                <a:ext uri="{FF2B5EF4-FFF2-40B4-BE49-F238E27FC236}">
                  <a16:creationId xmlns:a16="http://schemas.microsoft.com/office/drawing/2014/main" id="{A3C0BEA3-A565-1029-FB31-FF214BA266DF}"/>
                </a:ext>
              </a:extLst>
            </p:cNvPr>
            <p:cNvSpPr>
              <a:spLocks noChangeShapeType="1"/>
            </p:cNvSpPr>
            <p:nvPr/>
          </p:nvSpPr>
          <p:spPr bwMode="auto">
            <a:xfrm>
              <a:off x="2019"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8" name="Line 20">
              <a:extLst>
                <a:ext uri="{FF2B5EF4-FFF2-40B4-BE49-F238E27FC236}">
                  <a16:creationId xmlns:a16="http://schemas.microsoft.com/office/drawing/2014/main" id="{A17F39BC-A4A9-1D13-9BB9-8DD00F868FBB}"/>
                </a:ext>
              </a:extLst>
            </p:cNvPr>
            <p:cNvSpPr>
              <a:spLocks noChangeShapeType="1"/>
            </p:cNvSpPr>
            <p:nvPr/>
          </p:nvSpPr>
          <p:spPr bwMode="auto">
            <a:xfrm>
              <a:off x="2261"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29" name="Line 21">
              <a:extLst>
                <a:ext uri="{FF2B5EF4-FFF2-40B4-BE49-F238E27FC236}">
                  <a16:creationId xmlns:a16="http://schemas.microsoft.com/office/drawing/2014/main" id="{F08F0F29-B583-6C38-5B18-E4AF1630DA12}"/>
                </a:ext>
              </a:extLst>
            </p:cNvPr>
            <p:cNvSpPr>
              <a:spLocks noChangeShapeType="1"/>
            </p:cNvSpPr>
            <p:nvPr/>
          </p:nvSpPr>
          <p:spPr bwMode="auto">
            <a:xfrm>
              <a:off x="2503"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0" name="Line 22">
              <a:extLst>
                <a:ext uri="{FF2B5EF4-FFF2-40B4-BE49-F238E27FC236}">
                  <a16:creationId xmlns:a16="http://schemas.microsoft.com/office/drawing/2014/main" id="{088C2547-9CBC-2155-831D-30C6310D1DDC}"/>
                </a:ext>
              </a:extLst>
            </p:cNvPr>
            <p:cNvSpPr>
              <a:spLocks noChangeShapeType="1"/>
            </p:cNvSpPr>
            <p:nvPr/>
          </p:nvSpPr>
          <p:spPr bwMode="auto">
            <a:xfrm>
              <a:off x="2744"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1" name="Line 23">
              <a:extLst>
                <a:ext uri="{FF2B5EF4-FFF2-40B4-BE49-F238E27FC236}">
                  <a16:creationId xmlns:a16="http://schemas.microsoft.com/office/drawing/2014/main" id="{A1C27A59-0A90-F0E9-2CA7-405D866D19D6}"/>
                </a:ext>
              </a:extLst>
            </p:cNvPr>
            <p:cNvSpPr>
              <a:spLocks noChangeShapeType="1"/>
            </p:cNvSpPr>
            <p:nvPr/>
          </p:nvSpPr>
          <p:spPr bwMode="auto">
            <a:xfrm>
              <a:off x="2987"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2" name="Line 24">
              <a:extLst>
                <a:ext uri="{FF2B5EF4-FFF2-40B4-BE49-F238E27FC236}">
                  <a16:creationId xmlns:a16="http://schemas.microsoft.com/office/drawing/2014/main" id="{B126D35A-2DAC-D703-7957-43E50598D64B}"/>
                </a:ext>
              </a:extLst>
            </p:cNvPr>
            <p:cNvSpPr>
              <a:spLocks noChangeShapeType="1"/>
            </p:cNvSpPr>
            <p:nvPr/>
          </p:nvSpPr>
          <p:spPr bwMode="auto">
            <a:xfrm>
              <a:off x="3228"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3" name="Line 25">
              <a:extLst>
                <a:ext uri="{FF2B5EF4-FFF2-40B4-BE49-F238E27FC236}">
                  <a16:creationId xmlns:a16="http://schemas.microsoft.com/office/drawing/2014/main" id="{11E45E72-970E-78C0-81E8-41F3D3DE1421}"/>
                </a:ext>
              </a:extLst>
            </p:cNvPr>
            <p:cNvSpPr>
              <a:spLocks noChangeShapeType="1"/>
            </p:cNvSpPr>
            <p:nvPr/>
          </p:nvSpPr>
          <p:spPr bwMode="auto">
            <a:xfrm>
              <a:off x="3470"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4" name="Line 26">
              <a:extLst>
                <a:ext uri="{FF2B5EF4-FFF2-40B4-BE49-F238E27FC236}">
                  <a16:creationId xmlns:a16="http://schemas.microsoft.com/office/drawing/2014/main" id="{8977C2D8-350E-C8F1-1AD9-B73FB059DE28}"/>
                </a:ext>
              </a:extLst>
            </p:cNvPr>
            <p:cNvSpPr>
              <a:spLocks noChangeShapeType="1"/>
            </p:cNvSpPr>
            <p:nvPr/>
          </p:nvSpPr>
          <p:spPr bwMode="auto">
            <a:xfrm>
              <a:off x="3712"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5" name="Line 27">
              <a:extLst>
                <a:ext uri="{FF2B5EF4-FFF2-40B4-BE49-F238E27FC236}">
                  <a16:creationId xmlns:a16="http://schemas.microsoft.com/office/drawing/2014/main" id="{CA72CB7B-4E80-816A-A034-5AEEDE85CB12}"/>
                </a:ext>
              </a:extLst>
            </p:cNvPr>
            <p:cNvSpPr>
              <a:spLocks noChangeShapeType="1"/>
            </p:cNvSpPr>
            <p:nvPr/>
          </p:nvSpPr>
          <p:spPr bwMode="auto">
            <a:xfrm>
              <a:off x="3953" y="922"/>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6" name="Line 28">
              <a:extLst>
                <a:ext uri="{FF2B5EF4-FFF2-40B4-BE49-F238E27FC236}">
                  <a16:creationId xmlns:a16="http://schemas.microsoft.com/office/drawing/2014/main" id="{45EFC019-3BE7-8811-052C-A07605A0D047}"/>
                </a:ext>
              </a:extLst>
            </p:cNvPr>
            <p:cNvSpPr>
              <a:spLocks noChangeShapeType="1"/>
            </p:cNvSpPr>
            <p:nvPr/>
          </p:nvSpPr>
          <p:spPr bwMode="auto">
            <a:xfrm>
              <a:off x="4195" y="922"/>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7" name="Text Box 29">
              <a:extLst>
                <a:ext uri="{FF2B5EF4-FFF2-40B4-BE49-F238E27FC236}">
                  <a16:creationId xmlns:a16="http://schemas.microsoft.com/office/drawing/2014/main" id="{73DB9BDB-1788-3574-2389-957C77EB6ECE}"/>
                </a:ext>
              </a:extLst>
            </p:cNvPr>
            <p:cNvSpPr txBox="1">
              <a:spLocks noChangeArrowheads="1"/>
            </p:cNvSpPr>
            <p:nvPr/>
          </p:nvSpPr>
          <p:spPr bwMode="auto">
            <a:xfrm>
              <a:off x="158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38" name="Text Box 30">
              <a:extLst>
                <a:ext uri="{FF2B5EF4-FFF2-40B4-BE49-F238E27FC236}">
                  <a16:creationId xmlns:a16="http://schemas.microsoft.com/office/drawing/2014/main" id="{28DE7B8E-A9E4-53C7-EF63-4099B9B2FD84}"/>
                </a:ext>
              </a:extLst>
            </p:cNvPr>
            <p:cNvSpPr txBox="1">
              <a:spLocks noChangeArrowheads="1"/>
            </p:cNvSpPr>
            <p:nvPr/>
          </p:nvSpPr>
          <p:spPr bwMode="auto">
            <a:xfrm>
              <a:off x="182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39" name="Text Box 31">
              <a:extLst>
                <a:ext uri="{FF2B5EF4-FFF2-40B4-BE49-F238E27FC236}">
                  <a16:creationId xmlns:a16="http://schemas.microsoft.com/office/drawing/2014/main" id="{1145262D-0255-8B84-E944-413FCE68FA6D}"/>
                </a:ext>
              </a:extLst>
            </p:cNvPr>
            <p:cNvSpPr txBox="1">
              <a:spLocks noChangeArrowheads="1"/>
            </p:cNvSpPr>
            <p:nvPr/>
          </p:nvSpPr>
          <p:spPr bwMode="auto">
            <a:xfrm>
              <a:off x="206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40" name="Text Box 32">
              <a:extLst>
                <a:ext uri="{FF2B5EF4-FFF2-40B4-BE49-F238E27FC236}">
                  <a16:creationId xmlns:a16="http://schemas.microsoft.com/office/drawing/2014/main" id="{B720A524-8F58-BA92-6749-924996861821}"/>
                </a:ext>
              </a:extLst>
            </p:cNvPr>
            <p:cNvSpPr txBox="1">
              <a:spLocks noChangeArrowheads="1"/>
            </p:cNvSpPr>
            <p:nvPr/>
          </p:nvSpPr>
          <p:spPr bwMode="auto">
            <a:xfrm>
              <a:off x="230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41" name="Text Box 33">
              <a:extLst>
                <a:ext uri="{FF2B5EF4-FFF2-40B4-BE49-F238E27FC236}">
                  <a16:creationId xmlns:a16="http://schemas.microsoft.com/office/drawing/2014/main" id="{EC0D9859-2FD7-16FA-B5E1-FA45C44F559F}"/>
                </a:ext>
              </a:extLst>
            </p:cNvPr>
            <p:cNvSpPr txBox="1">
              <a:spLocks noChangeArrowheads="1"/>
            </p:cNvSpPr>
            <p:nvPr/>
          </p:nvSpPr>
          <p:spPr bwMode="auto">
            <a:xfrm>
              <a:off x="254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42" name="Text Box 34">
              <a:extLst>
                <a:ext uri="{FF2B5EF4-FFF2-40B4-BE49-F238E27FC236}">
                  <a16:creationId xmlns:a16="http://schemas.microsoft.com/office/drawing/2014/main" id="{86A64C42-1008-0318-FEE6-86C73C3ABAC5}"/>
                </a:ext>
              </a:extLst>
            </p:cNvPr>
            <p:cNvSpPr txBox="1">
              <a:spLocks noChangeArrowheads="1"/>
            </p:cNvSpPr>
            <p:nvPr/>
          </p:nvSpPr>
          <p:spPr bwMode="auto">
            <a:xfrm>
              <a:off x="278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43" name="Text Box 35">
              <a:extLst>
                <a:ext uri="{FF2B5EF4-FFF2-40B4-BE49-F238E27FC236}">
                  <a16:creationId xmlns:a16="http://schemas.microsoft.com/office/drawing/2014/main" id="{DC12556D-7172-9840-3DA8-73D8FBDEA52B}"/>
                </a:ext>
              </a:extLst>
            </p:cNvPr>
            <p:cNvSpPr txBox="1">
              <a:spLocks noChangeArrowheads="1"/>
            </p:cNvSpPr>
            <p:nvPr/>
          </p:nvSpPr>
          <p:spPr bwMode="auto">
            <a:xfrm>
              <a:off x="302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44" name="Text Box 36">
              <a:extLst>
                <a:ext uri="{FF2B5EF4-FFF2-40B4-BE49-F238E27FC236}">
                  <a16:creationId xmlns:a16="http://schemas.microsoft.com/office/drawing/2014/main" id="{153A3047-BAA6-5B95-31B9-8F84182BF7AD}"/>
                </a:ext>
              </a:extLst>
            </p:cNvPr>
            <p:cNvSpPr txBox="1">
              <a:spLocks noChangeArrowheads="1"/>
            </p:cNvSpPr>
            <p:nvPr/>
          </p:nvSpPr>
          <p:spPr bwMode="auto">
            <a:xfrm>
              <a:off x="326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45" name="Text Box 37">
              <a:extLst>
                <a:ext uri="{FF2B5EF4-FFF2-40B4-BE49-F238E27FC236}">
                  <a16:creationId xmlns:a16="http://schemas.microsoft.com/office/drawing/2014/main" id="{0875D87C-B3B6-3F85-B71F-DE40C88657D8}"/>
                </a:ext>
              </a:extLst>
            </p:cNvPr>
            <p:cNvSpPr txBox="1">
              <a:spLocks noChangeArrowheads="1"/>
            </p:cNvSpPr>
            <p:nvPr/>
          </p:nvSpPr>
          <p:spPr bwMode="auto">
            <a:xfrm>
              <a:off x="3504" y="76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9</a:t>
              </a:r>
            </a:p>
          </p:txBody>
        </p:sp>
        <p:sp>
          <p:nvSpPr>
            <p:cNvPr id="46" name="Text Box 38">
              <a:extLst>
                <a:ext uri="{FF2B5EF4-FFF2-40B4-BE49-F238E27FC236}">
                  <a16:creationId xmlns:a16="http://schemas.microsoft.com/office/drawing/2014/main" id="{F880DFBC-7691-0717-237C-D29CB5A6AF23}"/>
                </a:ext>
              </a:extLst>
            </p:cNvPr>
            <p:cNvSpPr txBox="1">
              <a:spLocks noChangeArrowheads="1"/>
            </p:cNvSpPr>
            <p:nvPr/>
          </p:nvSpPr>
          <p:spPr bwMode="auto">
            <a:xfrm>
              <a:off x="3696" y="768"/>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10</a:t>
              </a:r>
            </a:p>
          </p:txBody>
        </p:sp>
        <p:sp>
          <p:nvSpPr>
            <p:cNvPr id="47" name="Text Box 39">
              <a:extLst>
                <a:ext uri="{FF2B5EF4-FFF2-40B4-BE49-F238E27FC236}">
                  <a16:creationId xmlns:a16="http://schemas.microsoft.com/office/drawing/2014/main" id="{3BDCF3FC-9A3C-4BF7-44AF-431C53B763A4}"/>
                </a:ext>
              </a:extLst>
            </p:cNvPr>
            <p:cNvSpPr txBox="1">
              <a:spLocks noChangeArrowheads="1"/>
            </p:cNvSpPr>
            <p:nvPr/>
          </p:nvSpPr>
          <p:spPr bwMode="auto">
            <a:xfrm>
              <a:off x="3936" y="768"/>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11</a:t>
              </a:r>
            </a:p>
          </p:txBody>
        </p:sp>
        <p:sp>
          <p:nvSpPr>
            <p:cNvPr id="48" name="Line 40">
              <a:extLst>
                <a:ext uri="{FF2B5EF4-FFF2-40B4-BE49-F238E27FC236}">
                  <a16:creationId xmlns:a16="http://schemas.microsoft.com/office/drawing/2014/main" id="{8ECCA9AE-7EBA-56AE-A604-F1CC67BAFFF1}"/>
                </a:ext>
              </a:extLst>
            </p:cNvPr>
            <p:cNvSpPr>
              <a:spLocks noChangeShapeType="1"/>
            </p:cNvSpPr>
            <p:nvPr/>
          </p:nvSpPr>
          <p:spPr bwMode="auto">
            <a:xfrm flipH="1">
              <a:off x="2112" y="1200"/>
              <a:ext cx="720"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41">
              <a:extLst>
                <a:ext uri="{FF2B5EF4-FFF2-40B4-BE49-F238E27FC236}">
                  <a16:creationId xmlns:a16="http://schemas.microsoft.com/office/drawing/2014/main" id="{48756D58-99C0-C246-E534-CA8247B936B9}"/>
                </a:ext>
              </a:extLst>
            </p:cNvPr>
            <p:cNvSpPr>
              <a:spLocks noChangeShapeType="1"/>
            </p:cNvSpPr>
            <p:nvPr/>
          </p:nvSpPr>
          <p:spPr bwMode="auto">
            <a:xfrm>
              <a:off x="2832" y="1200"/>
              <a:ext cx="720"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40" name="Group 42">
            <a:extLst>
              <a:ext uri="{FF2B5EF4-FFF2-40B4-BE49-F238E27FC236}">
                <a16:creationId xmlns:a16="http://schemas.microsoft.com/office/drawing/2014/main" id="{AB0832A6-C69A-DD4C-D21D-279EE2B8F98D}"/>
              </a:ext>
            </a:extLst>
          </p:cNvPr>
          <p:cNvGrpSpPr>
            <a:grpSpLocks/>
          </p:cNvGrpSpPr>
          <p:nvPr/>
        </p:nvGrpSpPr>
        <p:grpSpPr bwMode="auto">
          <a:xfrm>
            <a:off x="4213225" y="2667000"/>
            <a:ext cx="5118100" cy="914400"/>
            <a:chOff x="1152" y="1392"/>
            <a:chExt cx="3224" cy="576"/>
          </a:xfrm>
        </p:grpSpPr>
        <p:sp>
          <p:nvSpPr>
            <p:cNvPr id="141" name="Rectangle 43">
              <a:extLst>
                <a:ext uri="{FF2B5EF4-FFF2-40B4-BE49-F238E27FC236}">
                  <a16:creationId xmlns:a16="http://schemas.microsoft.com/office/drawing/2014/main" id="{CC0A737D-60D7-014C-87C0-D86F21800059}"/>
                </a:ext>
              </a:extLst>
            </p:cNvPr>
            <p:cNvSpPr>
              <a:spLocks noChangeArrowheads="1"/>
            </p:cNvSpPr>
            <p:nvPr/>
          </p:nvSpPr>
          <p:spPr bwMode="auto">
            <a:xfrm>
              <a:off x="2360" y="1546"/>
              <a:ext cx="243"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142" name="Rectangle 44">
              <a:extLst>
                <a:ext uri="{FF2B5EF4-FFF2-40B4-BE49-F238E27FC236}">
                  <a16:creationId xmlns:a16="http://schemas.microsoft.com/office/drawing/2014/main" id="{C5FBC61F-5833-3224-4F76-9BADAD29C2DB}"/>
                </a:ext>
              </a:extLst>
            </p:cNvPr>
            <p:cNvSpPr>
              <a:spLocks noChangeArrowheads="1"/>
            </p:cNvSpPr>
            <p:nvPr/>
          </p:nvSpPr>
          <p:spPr bwMode="auto">
            <a:xfrm>
              <a:off x="2119" y="1546"/>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143" name="Rectangle 45">
              <a:extLst>
                <a:ext uri="{FF2B5EF4-FFF2-40B4-BE49-F238E27FC236}">
                  <a16:creationId xmlns:a16="http://schemas.microsoft.com/office/drawing/2014/main" id="{FC8BA86F-1BB3-0A66-671B-2BBB2E949C9B}"/>
                </a:ext>
              </a:extLst>
            </p:cNvPr>
            <p:cNvSpPr>
              <a:spLocks noChangeArrowheads="1"/>
            </p:cNvSpPr>
            <p:nvPr/>
          </p:nvSpPr>
          <p:spPr bwMode="auto">
            <a:xfrm>
              <a:off x="1877"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144" name="Rectangle 46">
              <a:extLst>
                <a:ext uri="{FF2B5EF4-FFF2-40B4-BE49-F238E27FC236}">
                  <a16:creationId xmlns:a16="http://schemas.microsoft.com/office/drawing/2014/main" id="{F2A13F44-9B06-FBEC-458A-A14B31405DBB}"/>
                </a:ext>
              </a:extLst>
            </p:cNvPr>
            <p:cNvSpPr>
              <a:spLocks noChangeArrowheads="1"/>
            </p:cNvSpPr>
            <p:nvPr/>
          </p:nvSpPr>
          <p:spPr bwMode="auto">
            <a:xfrm>
              <a:off x="1635"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145" name="Rectangle 47">
              <a:extLst>
                <a:ext uri="{FF2B5EF4-FFF2-40B4-BE49-F238E27FC236}">
                  <a16:creationId xmlns:a16="http://schemas.microsoft.com/office/drawing/2014/main" id="{18C387E2-80ED-5104-7A99-695D56379F95}"/>
                </a:ext>
              </a:extLst>
            </p:cNvPr>
            <p:cNvSpPr>
              <a:spLocks noChangeArrowheads="1"/>
            </p:cNvSpPr>
            <p:nvPr/>
          </p:nvSpPr>
          <p:spPr bwMode="auto">
            <a:xfrm>
              <a:off x="1394" y="1546"/>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146" name="Rectangle 48">
              <a:extLst>
                <a:ext uri="{FF2B5EF4-FFF2-40B4-BE49-F238E27FC236}">
                  <a16:creationId xmlns:a16="http://schemas.microsoft.com/office/drawing/2014/main" id="{0215C6ED-802F-6B30-04B3-413A334E42AD}"/>
                </a:ext>
              </a:extLst>
            </p:cNvPr>
            <p:cNvSpPr>
              <a:spLocks noChangeArrowheads="1"/>
            </p:cNvSpPr>
            <p:nvPr/>
          </p:nvSpPr>
          <p:spPr bwMode="auto">
            <a:xfrm>
              <a:off x="1152"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147" name="Line 49">
              <a:extLst>
                <a:ext uri="{FF2B5EF4-FFF2-40B4-BE49-F238E27FC236}">
                  <a16:creationId xmlns:a16="http://schemas.microsoft.com/office/drawing/2014/main" id="{B2945C9E-1B00-988D-CD14-A9677AC69060}"/>
                </a:ext>
              </a:extLst>
            </p:cNvPr>
            <p:cNvSpPr>
              <a:spLocks noChangeShapeType="1"/>
            </p:cNvSpPr>
            <p:nvPr/>
          </p:nvSpPr>
          <p:spPr bwMode="auto">
            <a:xfrm>
              <a:off x="1394"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48" name="Line 50">
              <a:extLst>
                <a:ext uri="{FF2B5EF4-FFF2-40B4-BE49-F238E27FC236}">
                  <a16:creationId xmlns:a16="http://schemas.microsoft.com/office/drawing/2014/main" id="{291096BE-6435-3CED-24B7-9BFE22910664}"/>
                </a:ext>
              </a:extLst>
            </p:cNvPr>
            <p:cNvSpPr>
              <a:spLocks noChangeShapeType="1"/>
            </p:cNvSpPr>
            <p:nvPr/>
          </p:nvSpPr>
          <p:spPr bwMode="auto">
            <a:xfrm>
              <a:off x="1635"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49" name="Line 51">
              <a:extLst>
                <a:ext uri="{FF2B5EF4-FFF2-40B4-BE49-F238E27FC236}">
                  <a16:creationId xmlns:a16="http://schemas.microsoft.com/office/drawing/2014/main" id="{04CF1E6C-F515-53A3-C33D-BA8442D029E3}"/>
                </a:ext>
              </a:extLst>
            </p:cNvPr>
            <p:cNvSpPr>
              <a:spLocks noChangeShapeType="1"/>
            </p:cNvSpPr>
            <p:nvPr/>
          </p:nvSpPr>
          <p:spPr bwMode="auto">
            <a:xfrm>
              <a:off x="1877"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50" name="Line 52">
              <a:extLst>
                <a:ext uri="{FF2B5EF4-FFF2-40B4-BE49-F238E27FC236}">
                  <a16:creationId xmlns:a16="http://schemas.microsoft.com/office/drawing/2014/main" id="{B91DFBAE-FF23-EF01-8153-905370BC83CE}"/>
                </a:ext>
              </a:extLst>
            </p:cNvPr>
            <p:cNvSpPr>
              <a:spLocks noChangeShapeType="1"/>
            </p:cNvSpPr>
            <p:nvPr/>
          </p:nvSpPr>
          <p:spPr bwMode="auto">
            <a:xfrm>
              <a:off x="2119"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51" name="Line 53">
              <a:extLst>
                <a:ext uri="{FF2B5EF4-FFF2-40B4-BE49-F238E27FC236}">
                  <a16:creationId xmlns:a16="http://schemas.microsoft.com/office/drawing/2014/main" id="{FE547E1A-45DE-5AA6-F80F-B206FB27AD92}"/>
                </a:ext>
              </a:extLst>
            </p:cNvPr>
            <p:cNvSpPr>
              <a:spLocks noChangeShapeType="1"/>
            </p:cNvSpPr>
            <p:nvPr/>
          </p:nvSpPr>
          <p:spPr bwMode="auto">
            <a:xfrm>
              <a:off x="2360"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52" name="Line 54">
              <a:extLst>
                <a:ext uri="{FF2B5EF4-FFF2-40B4-BE49-F238E27FC236}">
                  <a16:creationId xmlns:a16="http://schemas.microsoft.com/office/drawing/2014/main" id="{9951B413-4AB0-A1ED-242B-8F8F7CB15298}"/>
                </a:ext>
              </a:extLst>
            </p:cNvPr>
            <p:cNvSpPr>
              <a:spLocks noChangeShapeType="1"/>
            </p:cNvSpPr>
            <p:nvPr/>
          </p:nvSpPr>
          <p:spPr bwMode="auto">
            <a:xfrm>
              <a:off x="2603"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53" name="Text Box 55">
              <a:extLst>
                <a:ext uri="{FF2B5EF4-FFF2-40B4-BE49-F238E27FC236}">
                  <a16:creationId xmlns:a16="http://schemas.microsoft.com/office/drawing/2014/main" id="{72DCA0D0-C650-A518-A643-A67A29073155}"/>
                </a:ext>
              </a:extLst>
            </p:cNvPr>
            <p:cNvSpPr txBox="1">
              <a:spLocks noChangeArrowheads="1"/>
            </p:cNvSpPr>
            <p:nvPr/>
          </p:nvSpPr>
          <p:spPr bwMode="auto">
            <a:xfrm>
              <a:off x="120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154" name="Text Box 56">
              <a:extLst>
                <a:ext uri="{FF2B5EF4-FFF2-40B4-BE49-F238E27FC236}">
                  <a16:creationId xmlns:a16="http://schemas.microsoft.com/office/drawing/2014/main" id="{D633FF92-7775-20A6-FC07-B2C1613CB3DD}"/>
                </a:ext>
              </a:extLst>
            </p:cNvPr>
            <p:cNvSpPr txBox="1">
              <a:spLocks noChangeArrowheads="1"/>
            </p:cNvSpPr>
            <p:nvPr/>
          </p:nvSpPr>
          <p:spPr bwMode="auto">
            <a:xfrm>
              <a:off x="144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155" name="Text Box 57">
              <a:extLst>
                <a:ext uri="{FF2B5EF4-FFF2-40B4-BE49-F238E27FC236}">
                  <a16:creationId xmlns:a16="http://schemas.microsoft.com/office/drawing/2014/main" id="{2A64C33F-D159-99DA-7804-A7EA6596FB26}"/>
                </a:ext>
              </a:extLst>
            </p:cNvPr>
            <p:cNvSpPr txBox="1">
              <a:spLocks noChangeArrowheads="1"/>
            </p:cNvSpPr>
            <p:nvPr/>
          </p:nvSpPr>
          <p:spPr bwMode="auto">
            <a:xfrm>
              <a:off x="168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156" name="Text Box 58">
              <a:extLst>
                <a:ext uri="{FF2B5EF4-FFF2-40B4-BE49-F238E27FC236}">
                  <a16:creationId xmlns:a16="http://schemas.microsoft.com/office/drawing/2014/main" id="{C052520C-310B-0A7B-4083-4F336EDC6600}"/>
                </a:ext>
              </a:extLst>
            </p:cNvPr>
            <p:cNvSpPr txBox="1">
              <a:spLocks noChangeArrowheads="1"/>
            </p:cNvSpPr>
            <p:nvPr/>
          </p:nvSpPr>
          <p:spPr bwMode="auto">
            <a:xfrm>
              <a:off x="192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157" name="Text Box 59">
              <a:extLst>
                <a:ext uri="{FF2B5EF4-FFF2-40B4-BE49-F238E27FC236}">
                  <a16:creationId xmlns:a16="http://schemas.microsoft.com/office/drawing/2014/main" id="{068CF390-7C9E-D7ED-17C4-126BD2BDF7AE}"/>
                </a:ext>
              </a:extLst>
            </p:cNvPr>
            <p:cNvSpPr txBox="1">
              <a:spLocks noChangeArrowheads="1"/>
            </p:cNvSpPr>
            <p:nvPr/>
          </p:nvSpPr>
          <p:spPr bwMode="auto">
            <a:xfrm>
              <a:off x="216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158" name="Text Box 60">
              <a:extLst>
                <a:ext uri="{FF2B5EF4-FFF2-40B4-BE49-F238E27FC236}">
                  <a16:creationId xmlns:a16="http://schemas.microsoft.com/office/drawing/2014/main" id="{A056992F-203C-0854-7129-159014FC5E8C}"/>
                </a:ext>
              </a:extLst>
            </p:cNvPr>
            <p:cNvSpPr txBox="1">
              <a:spLocks noChangeArrowheads="1"/>
            </p:cNvSpPr>
            <p:nvPr/>
          </p:nvSpPr>
          <p:spPr bwMode="auto">
            <a:xfrm>
              <a:off x="2400"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159" name="Rectangle 61">
              <a:extLst>
                <a:ext uri="{FF2B5EF4-FFF2-40B4-BE49-F238E27FC236}">
                  <a16:creationId xmlns:a16="http://schemas.microsoft.com/office/drawing/2014/main" id="{247658EF-2C76-BB46-72BF-363AA012E7EA}"/>
                </a:ext>
              </a:extLst>
            </p:cNvPr>
            <p:cNvSpPr>
              <a:spLocks noChangeArrowheads="1"/>
            </p:cNvSpPr>
            <p:nvPr/>
          </p:nvSpPr>
          <p:spPr bwMode="auto">
            <a:xfrm>
              <a:off x="4134"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160" name="Rectangle 62">
              <a:extLst>
                <a:ext uri="{FF2B5EF4-FFF2-40B4-BE49-F238E27FC236}">
                  <a16:creationId xmlns:a16="http://schemas.microsoft.com/office/drawing/2014/main" id="{FAA45065-51F5-2331-BE06-B5F744607D5F}"/>
                </a:ext>
              </a:extLst>
            </p:cNvPr>
            <p:cNvSpPr>
              <a:spLocks noChangeArrowheads="1"/>
            </p:cNvSpPr>
            <p:nvPr/>
          </p:nvSpPr>
          <p:spPr bwMode="auto">
            <a:xfrm>
              <a:off x="3893" y="1546"/>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161" name="Rectangle 63">
              <a:extLst>
                <a:ext uri="{FF2B5EF4-FFF2-40B4-BE49-F238E27FC236}">
                  <a16:creationId xmlns:a16="http://schemas.microsoft.com/office/drawing/2014/main" id="{137D868D-BCCD-A46F-2D62-78E3E00DD2BA}"/>
                </a:ext>
              </a:extLst>
            </p:cNvPr>
            <p:cNvSpPr>
              <a:spLocks noChangeArrowheads="1"/>
            </p:cNvSpPr>
            <p:nvPr/>
          </p:nvSpPr>
          <p:spPr bwMode="auto">
            <a:xfrm>
              <a:off x="3651"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162" name="Rectangle 64">
              <a:extLst>
                <a:ext uri="{FF2B5EF4-FFF2-40B4-BE49-F238E27FC236}">
                  <a16:creationId xmlns:a16="http://schemas.microsoft.com/office/drawing/2014/main" id="{7092D239-8482-D5E8-3C05-CF38C195858E}"/>
                </a:ext>
              </a:extLst>
            </p:cNvPr>
            <p:cNvSpPr>
              <a:spLocks noChangeArrowheads="1"/>
            </p:cNvSpPr>
            <p:nvPr/>
          </p:nvSpPr>
          <p:spPr bwMode="auto">
            <a:xfrm>
              <a:off x="3409" y="1546"/>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163" name="Rectangle 65">
              <a:extLst>
                <a:ext uri="{FF2B5EF4-FFF2-40B4-BE49-F238E27FC236}">
                  <a16:creationId xmlns:a16="http://schemas.microsoft.com/office/drawing/2014/main" id="{45EB46AF-AE8B-2509-E443-688F90E0B342}"/>
                </a:ext>
              </a:extLst>
            </p:cNvPr>
            <p:cNvSpPr>
              <a:spLocks noChangeArrowheads="1"/>
            </p:cNvSpPr>
            <p:nvPr/>
          </p:nvSpPr>
          <p:spPr bwMode="auto">
            <a:xfrm>
              <a:off x="3168" y="1546"/>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164" name="Line 66">
              <a:extLst>
                <a:ext uri="{FF2B5EF4-FFF2-40B4-BE49-F238E27FC236}">
                  <a16:creationId xmlns:a16="http://schemas.microsoft.com/office/drawing/2014/main" id="{522882F0-90EB-1A32-5FF4-EA26D21889F7}"/>
                </a:ext>
              </a:extLst>
            </p:cNvPr>
            <p:cNvSpPr>
              <a:spLocks noChangeShapeType="1"/>
            </p:cNvSpPr>
            <p:nvPr/>
          </p:nvSpPr>
          <p:spPr bwMode="auto">
            <a:xfrm>
              <a:off x="3168"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65" name="Line 67">
              <a:extLst>
                <a:ext uri="{FF2B5EF4-FFF2-40B4-BE49-F238E27FC236}">
                  <a16:creationId xmlns:a16="http://schemas.microsoft.com/office/drawing/2014/main" id="{55976940-4650-A884-B798-879E9B8C934B}"/>
                </a:ext>
              </a:extLst>
            </p:cNvPr>
            <p:cNvSpPr>
              <a:spLocks noChangeShapeType="1"/>
            </p:cNvSpPr>
            <p:nvPr/>
          </p:nvSpPr>
          <p:spPr bwMode="auto">
            <a:xfrm>
              <a:off x="3409"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66" name="Line 68">
              <a:extLst>
                <a:ext uri="{FF2B5EF4-FFF2-40B4-BE49-F238E27FC236}">
                  <a16:creationId xmlns:a16="http://schemas.microsoft.com/office/drawing/2014/main" id="{3F12A8B7-C35A-90C5-D552-8296F7F35A9D}"/>
                </a:ext>
              </a:extLst>
            </p:cNvPr>
            <p:cNvSpPr>
              <a:spLocks noChangeShapeType="1"/>
            </p:cNvSpPr>
            <p:nvPr/>
          </p:nvSpPr>
          <p:spPr bwMode="auto">
            <a:xfrm>
              <a:off x="4134" y="1546"/>
              <a:ext cx="1"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67" name="Text Box 69">
              <a:extLst>
                <a:ext uri="{FF2B5EF4-FFF2-40B4-BE49-F238E27FC236}">
                  <a16:creationId xmlns:a16="http://schemas.microsoft.com/office/drawing/2014/main" id="{0633589C-8CC2-CB97-80DD-FE8E67E45437}"/>
                </a:ext>
              </a:extLst>
            </p:cNvPr>
            <p:cNvSpPr txBox="1">
              <a:spLocks noChangeArrowheads="1"/>
            </p:cNvSpPr>
            <p:nvPr/>
          </p:nvSpPr>
          <p:spPr bwMode="auto">
            <a:xfrm>
              <a:off x="3205"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168" name="Text Box 70">
              <a:extLst>
                <a:ext uri="{FF2B5EF4-FFF2-40B4-BE49-F238E27FC236}">
                  <a16:creationId xmlns:a16="http://schemas.microsoft.com/office/drawing/2014/main" id="{CEFD6101-10F7-38E0-070B-7A827677DF9C}"/>
                </a:ext>
              </a:extLst>
            </p:cNvPr>
            <p:cNvSpPr txBox="1">
              <a:spLocks noChangeArrowheads="1"/>
            </p:cNvSpPr>
            <p:nvPr/>
          </p:nvSpPr>
          <p:spPr bwMode="auto">
            <a:xfrm>
              <a:off x="3445"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169" name="Text Box 71">
              <a:extLst>
                <a:ext uri="{FF2B5EF4-FFF2-40B4-BE49-F238E27FC236}">
                  <a16:creationId xmlns:a16="http://schemas.microsoft.com/office/drawing/2014/main" id="{30E6230E-3465-A267-2134-A7BE94DAE573}"/>
                </a:ext>
              </a:extLst>
            </p:cNvPr>
            <p:cNvSpPr txBox="1">
              <a:spLocks noChangeArrowheads="1"/>
            </p:cNvSpPr>
            <p:nvPr/>
          </p:nvSpPr>
          <p:spPr bwMode="auto">
            <a:xfrm>
              <a:off x="3685" y="1392"/>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9</a:t>
              </a:r>
            </a:p>
          </p:txBody>
        </p:sp>
        <p:sp>
          <p:nvSpPr>
            <p:cNvPr id="170" name="Text Box 72">
              <a:extLst>
                <a:ext uri="{FF2B5EF4-FFF2-40B4-BE49-F238E27FC236}">
                  <a16:creationId xmlns:a16="http://schemas.microsoft.com/office/drawing/2014/main" id="{4388429C-E985-131C-AFBF-232242C8C9D8}"/>
                </a:ext>
              </a:extLst>
            </p:cNvPr>
            <p:cNvSpPr txBox="1">
              <a:spLocks noChangeArrowheads="1"/>
            </p:cNvSpPr>
            <p:nvPr/>
          </p:nvSpPr>
          <p:spPr bwMode="auto">
            <a:xfrm>
              <a:off x="3877" y="1392"/>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10</a:t>
              </a:r>
            </a:p>
          </p:txBody>
        </p:sp>
        <p:sp>
          <p:nvSpPr>
            <p:cNvPr id="171" name="Text Box 73">
              <a:extLst>
                <a:ext uri="{FF2B5EF4-FFF2-40B4-BE49-F238E27FC236}">
                  <a16:creationId xmlns:a16="http://schemas.microsoft.com/office/drawing/2014/main" id="{4BB80898-A85E-A620-B389-893F30D6639B}"/>
                </a:ext>
              </a:extLst>
            </p:cNvPr>
            <p:cNvSpPr txBox="1">
              <a:spLocks noChangeArrowheads="1"/>
            </p:cNvSpPr>
            <p:nvPr/>
          </p:nvSpPr>
          <p:spPr bwMode="auto">
            <a:xfrm>
              <a:off x="4117" y="1392"/>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11</a:t>
              </a:r>
            </a:p>
          </p:txBody>
        </p:sp>
        <p:sp>
          <p:nvSpPr>
            <p:cNvPr id="172" name="Line 74">
              <a:extLst>
                <a:ext uri="{FF2B5EF4-FFF2-40B4-BE49-F238E27FC236}">
                  <a16:creationId xmlns:a16="http://schemas.microsoft.com/office/drawing/2014/main" id="{0934CB87-8482-E67E-E97F-5262C9583359}"/>
                </a:ext>
              </a:extLst>
            </p:cNvPr>
            <p:cNvSpPr>
              <a:spLocks noChangeShapeType="1"/>
            </p:cNvSpPr>
            <p:nvPr/>
          </p:nvSpPr>
          <p:spPr bwMode="auto">
            <a:xfrm flipH="1">
              <a:off x="1344" y="1824"/>
              <a:ext cx="384" cy="144"/>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3" name="Line 75">
              <a:extLst>
                <a:ext uri="{FF2B5EF4-FFF2-40B4-BE49-F238E27FC236}">
                  <a16:creationId xmlns:a16="http://schemas.microsoft.com/office/drawing/2014/main" id="{B69E8C78-1F58-BB77-0094-5368865532A3}"/>
                </a:ext>
              </a:extLst>
            </p:cNvPr>
            <p:cNvSpPr>
              <a:spLocks noChangeShapeType="1"/>
            </p:cNvSpPr>
            <p:nvPr/>
          </p:nvSpPr>
          <p:spPr bwMode="auto">
            <a:xfrm>
              <a:off x="1728" y="1824"/>
              <a:ext cx="384" cy="144"/>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 name="Line 76">
              <a:extLst>
                <a:ext uri="{FF2B5EF4-FFF2-40B4-BE49-F238E27FC236}">
                  <a16:creationId xmlns:a16="http://schemas.microsoft.com/office/drawing/2014/main" id="{F5E2DFD4-1DDC-C0EB-9253-F8C139E736BA}"/>
                </a:ext>
              </a:extLst>
            </p:cNvPr>
            <p:cNvSpPr>
              <a:spLocks noChangeShapeType="1"/>
            </p:cNvSpPr>
            <p:nvPr/>
          </p:nvSpPr>
          <p:spPr bwMode="auto">
            <a:xfrm flipH="1">
              <a:off x="3360" y="1824"/>
              <a:ext cx="384" cy="144"/>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5" name="Line 77">
              <a:extLst>
                <a:ext uri="{FF2B5EF4-FFF2-40B4-BE49-F238E27FC236}">
                  <a16:creationId xmlns:a16="http://schemas.microsoft.com/office/drawing/2014/main" id="{943FE2A3-E1F6-B82A-EFA5-EF8699F702CA}"/>
                </a:ext>
              </a:extLst>
            </p:cNvPr>
            <p:cNvSpPr>
              <a:spLocks noChangeShapeType="1"/>
            </p:cNvSpPr>
            <p:nvPr/>
          </p:nvSpPr>
          <p:spPr bwMode="auto">
            <a:xfrm>
              <a:off x="3744" y="1824"/>
              <a:ext cx="384" cy="144"/>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76" name="Group 78">
            <a:extLst>
              <a:ext uri="{FF2B5EF4-FFF2-40B4-BE49-F238E27FC236}">
                <a16:creationId xmlns:a16="http://schemas.microsoft.com/office/drawing/2014/main" id="{9A349796-8940-FC5C-6924-B084619F6004}"/>
              </a:ext>
            </a:extLst>
          </p:cNvPr>
          <p:cNvGrpSpPr>
            <a:grpSpLocks/>
          </p:cNvGrpSpPr>
          <p:nvPr/>
        </p:nvGrpSpPr>
        <p:grpSpPr bwMode="auto">
          <a:xfrm>
            <a:off x="3900488" y="3657600"/>
            <a:ext cx="5646737" cy="990600"/>
            <a:chOff x="955" y="2016"/>
            <a:chExt cx="3557" cy="624"/>
          </a:xfrm>
        </p:grpSpPr>
        <p:sp>
          <p:nvSpPr>
            <p:cNvPr id="177" name="Rectangle 79">
              <a:extLst>
                <a:ext uri="{FF2B5EF4-FFF2-40B4-BE49-F238E27FC236}">
                  <a16:creationId xmlns:a16="http://schemas.microsoft.com/office/drawing/2014/main" id="{C9BF88EA-BF7E-B840-BA99-E52FE06BC28B}"/>
                </a:ext>
              </a:extLst>
            </p:cNvPr>
            <p:cNvSpPr>
              <a:spLocks noChangeArrowheads="1"/>
            </p:cNvSpPr>
            <p:nvPr/>
          </p:nvSpPr>
          <p:spPr bwMode="auto">
            <a:xfrm>
              <a:off x="1438"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178" name="Rectangle 80">
              <a:extLst>
                <a:ext uri="{FF2B5EF4-FFF2-40B4-BE49-F238E27FC236}">
                  <a16:creationId xmlns:a16="http://schemas.microsoft.com/office/drawing/2014/main" id="{AC15212F-E0D2-9098-5075-F77E8B4247FA}"/>
                </a:ext>
              </a:extLst>
            </p:cNvPr>
            <p:cNvSpPr>
              <a:spLocks noChangeArrowheads="1"/>
            </p:cNvSpPr>
            <p:nvPr/>
          </p:nvSpPr>
          <p:spPr bwMode="auto">
            <a:xfrm>
              <a:off x="1197" y="2170"/>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179" name="Rectangle 81">
              <a:extLst>
                <a:ext uri="{FF2B5EF4-FFF2-40B4-BE49-F238E27FC236}">
                  <a16:creationId xmlns:a16="http://schemas.microsoft.com/office/drawing/2014/main" id="{30CB743D-A1E5-FF31-EE75-3C0CDD8723E4}"/>
                </a:ext>
              </a:extLst>
            </p:cNvPr>
            <p:cNvSpPr>
              <a:spLocks noChangeArrowheads="1"/>
            </p:cNvSpPr>
            <p:nvPr/>
          </p:nvSpPr>
          <p:spPr bwMode="auto">
            <a:xfrm>
              <a:off x="955"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180" name="Line 82">
              <a:extLst>
                <a:ext uri="{FF2B5EF4-FFF2-40B4-BE49-F238E27FC236}">
                  <a16:creationId xmlns:a16="http://schemas.microsoft.com/office/drawing/2014/main" id="{237E2B1F-3C0C-0798-F6B4-4FB56AF1A825}"/>
                </a:ext>
              </a:extLst>
            </p:cNvPr>
            <p:cNvSpPr>
              <a:spLocks noChangeShapeType="1"/>
            </p:cNvSpPr>
            <p:nvPr/>
          </p:nvSpPr>
          <p:spPr bwMode="auto">
            <a:xfrm>
              <a:off x="1197"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81" name="Line 83">
              <a:extLst>
                <a:ext uri="{FF2B5EF4-FFF2-40B4-BE49-F238E27FC236}">
                  <a16:creationId xmlns:a16="http://schemas.microsoft.com/office/drawing/2014/main" id="{55B0D4B4-4C06-644C-B101-B81420D5BA4C}"/>
                </a:ext>
              </a:extLst>
            </p:cNvPr>
            <p:cNvSpPr>
              <a:spLocks noChangeShapeType="1"/>
            </p:cNvSpPr>
            <p:nvPr/>
          </p:nvSpPr>
          <p:spPr bwMode="auto">
            <a:xfrm>
              <a:off x="1438"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82" name="Line 84">
              <a:extLst>
                <a:ext uri="{FF2B5EF4-FFF2-40B4-BE49-F238E27FC236}">
                  <a16:creationId xmlns:a16="http://schemas.microsoft.com/office/drawing/2014/main" id="{0E02B3D4-2378-CD2E-0DCD-71C9AB13F46D}"/>
                </a:ext>
              </a:extLst>
            </p:cNvPr>
            <p:cNvSpPr>
              <a:spLocks noChangeShapeType="1"/>
            </p:cNvSpPr>
            <p:nvPr/>
          </p:nvSpPr>
          <p:spPr bwMode="auto">
            <a:xfrm>
              <a:off x="1680"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83" name="Text Box 85">
              <a:extLst>
                <a:ext uri="{FF2B5EF4-FFF2-40B4-BE49-F238E27FC236}">
                  <a16:creationId xmlns:a16="http://schemas.microsoft.com/office/drawing/2014/main" id="{97C6D7FD-56A6-8095-22B6-F1D1F5DBF50E}"/>
                </a:ext>
              </a:extLst>
            </p:cNvPr>
            <p:cNvSpPr txBox="1">
              <a:spLocks noChangeArrowheads="1"/>
            </p:cNvSpPr>
            <p:nvPr/>
          </p:nvSpPr>
          <p:spPr bwMode="auto">
            <a:xfrm>
              <a:off x="1003"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184" name="Text Box 86">
              <a:extLst>
                <a:ext uri="{FF2B5EF4-FFF2-40B4-BE49-F238E27FC236}">
                  <a16:creationId xmlns:a16="http://schemas.microsoft.com/office/drawing/2014/main" id="{B827399B-F20A-B669-FC66-3CDC08FB75B9}"/>
                </a:ext>
              </a:extLst>
            </p:cNvPr>
            <p:cNvSpPr txBox="1">
              <a:spLocks noChangeArrowheads="1"/>
            </p:cNvSpPr>
            <p:nvPr/>
          </p:nvSpPr>
          <p:spPr bwMode="auto">
            <a:xfrm>
              <a:off x="1243"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185" name="Text Box 87">
              <a:extLst>
                <a:ext uri="{FF2B5EF4-FFF2-40B4-BE49-F238E27FC236}">
                  <a16:creationId xmlns:a16="http://schemas.microsoft.com/office/drawing/2014/main" id="{67356C67-29A0-745F-997D-C5005E9D4833}"/>
                </a:ext>
              </a:extLst>
            </p:cNvPr>
            <p:cNvSpPr txBox="1">
              <a:spLocks noChangeArrowheads="1"/>
            </p:cNvSpPr>
            <p:nvPr/>
          </p:nvSpPr>
          <p:spPr bwMode="auto">
            <a:xfrm>
              <a:off x="1483"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186" name="Rectangle 88">
              <a:extLst>
                <a:ext uri="{FF2B5EF4-FFF2-40B4-BE49-F238E27FC236}">
                  <a16:creationId xmlns:a16="http://schemas.microsoft.com/office/drawing/2014/main" id="{05BEC979-9169-DF6D-4C87-5B4444919E0E}"/>
                </a:ext>
              </a:extLst>
            </p:cNvPr>
            <p:cNvSpPr>
              <a:spLocks noChangeArrowheads="1"/>
            </p:cNvSpPr>
            <p:nvPr/>
          </p:nvSpPr>
          <p:spPr bwMode="auto">
            <a:xfrm>
              <a:off x="2499" y="2170"/>
              <a:ext cx="243"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187" name="Rectangle 89">
              <a:extLst>
                <a:ext uri="{FF2B5EF4-FFF2-40B4-BE49-F238E27FC236}">
                  <a16:creationId xmlns:a16="http://schemas.microsoft.com/office/drawing/2014/main" id="{B5AF5425-5E3C-DBD1-4C89-B659825F6945}"/>
                </a:ext>
              </a:extLst>
            </p:cNvPr>
            <p:cNvSpPr>
              <a:spLocks noChangeArrowheads="1"/>
            </p:cNvSpPr>
            <p:nvPr/>
          </p:nvSpPr>
          <p:spPr bwMode="auto">
            <a:xfrm>
              <a:off x="2258" y="2170"/>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188" name="Rectangle 90">
              <a:extLst>
                <a:ext uri="{FF2B5EF4-FFF2-40B4-BE49-F238E27FC236}">
                  <a16:creationId xmlns:a16="http://schemas.microsoft.com/office/drawing/2014/main" id="{A5827EA2-59D0-E7E0-E40B-C9CD11E73446}"/>
                </a:ext>
              </a:extLst>
            </p:cNvPr>
            <p:cNvSpPr>
              <a:spLocks noChangeArrowheads="1"/>
            </p:cNvSpPr>
            <p:nvPr/>
          </p:nvSpPr>
          <p:spPr bwMode="auto">
            <a:xfrm>
              <a:off x="2016"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189" name="Line 91">
              <a:extLst>
                <a:ext uri="{FF2B5EF4-FFF2-40B4-BE49-F238E27FC236}">
                  <a16:creationId xmlns:a16="http://schemas.microsoft.com/office/drawing/2014/main" id="{7F5263C7-B85B-50DE-2E82-5D75128FB84B}"/>
                </a:ext>
              </a:extLst>
            </p:cNvPr>
            <p:cNvSpPr>
              <a:spLocks noChangeShapeType="1"/>
            </p:cNvSpPr>
            <p:nvPr/>
          </p:nvSpPr>
          <p:spPr bwMode="auto">
            <a:xfrm>
              <a:off x="2016"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90" name="Line 92">
              <a:extLst>
                <a:ext uri="{FF2B5EF4-FFF2-40B4-BE49-F238E27FC236}">
                  <a16:creationId xmlns:a16="http://schemas.microsoft.com/office/drawing/2014/main" id="{E41B2E3B-34BD-7A30-9EAE-12ADE41725B0}"/>
                </a:ext>
              </a:extLst>
            </p:cNvPr>
            <p:cNvSpPr>
              <a:spLocks noChangeShapeType="1"/>
            </p:cNvSpPr>
            <p:nvPr/>
          </p:nvSpPr>
          <p:spPr bwMode="auto">
            <a:xfrm>
              <a:off x="2258"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91" name="Line 93">
              <a:extLst>
                <a:ext uri="{FF2B5EF4-FFF2-40B4-BE49-F238E27FC236}">
                  <a16:creationId xmlns:a16="http://schemas.microsoft.com/office/drawing/2014/main" id="{3EC070B6-55E8-3600-7327-D6D0C8303EFE}"/>
                </a:ext>
              </a:extLst>
            </p:cNvPr>
            <p:cNvSpPr>
              <a:spLocks noChangeShapeType="1"/>
            </p:cNvSpPr>
            <p:nvPr/>
          </p:nvSpPr>
          <p:spPr bwMode="auto">
            <a:xfrm>
              <a:off x="2499"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92" name="Line 94">
              <a:extLst>
                <a:ext uri="{FF2B5EF4-FFF2-40B4-BE49-F238E27FC236}">
                  <a16:creationId xmlns:a16="http://schemas.microsoft.com/office/drawing/2014/main" id="{438B7FC8-E12A-68DE-5122-D33B4A642E50}"/>
                </a:ext>
              </a:extLst>
            </p:cNvPr>
            <p:cNvSpPr>
              <a:spLocks noChangeShapeType="1"/>
            </p:cNvSpPr>
            <p:nvPr/>
          </p:nvSpPr>
          <p:spPr bwMode="auto">
            <a:xfrm>
              <a:off x="2742"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93" name="Text Box 95">
              <a:extLst>
                <a:ext uri="{FF2B5EF4-FFF2-40B4-BE49-F238E27FC236}">
                  <a16:creationId xmlns:a16="http://schemas.microsoft.com/office/drawing/2014/main" id="{8FF2CECA-D046-80D9-CA81-31A601B31568}"/>
                </a:ext>
              </a:extLst>
            </p:cNvPr>
            <p:cNvSpPr txBox="1">
              <a:spLocks noChangeArrowheads="1"/>
            </p:cNvSpPr>
            <p:nvPr/>
          </p:nvSpPr>
          <p:spPr bwMode="auto">
            <a:xfrm>
              <a:off x="2059"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194" name="Text Box 96">
              <a:extLst>
                <a:ext uri="{FF2B5EF4-FFF2-40B4-BE49-F238E27FC236}">
                  <a16:creationId xmlns:a16="http://schemas.microsoft.com/office/drawing/2014/main" id="{B8D0997B-FC95-060A-0EA0-47E381B154A0}"/>
                </a:ext>
              </a:extLst>
            </p:cNvPr>
            <p:cNvSpPr txBox="1">
              <a:spLocks noChangeArrowheads="1"/>
            </p:cNvSpPr>
            <p:nvPr/>
          </p:nvSpPr>
          <p:spPr bwMode="auto">
            <a:xfrm>
              <a:off x="2299"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349" name="Text Box 97">
              <a:extLst>
                <a:ext uri="{FF2B5EF4-FFF2-40B4-BE49-F238E27FC236}">
                  <a16:creationId xmlns:a16="http://schemas.microsoft.com/office/drawing/2014/main" id="{A04BFC4A-8D9F-F444-12D8-659882AFBF3F}"/>
                </a:ext>
              </a:extLst>
            </p:cNvPr>
            <p:cNvSpPr txBox="1">
              <a:spLocks noChangeArrowheads="1"/>
            </p:cNvSpPr>
            <p:nvPr/>
          </p:nvSpPr>
          <p:spPr bwMode="auto">
            <a:xfrm>
              <a:off x="2539"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350" name="Rectangle 98">
              <a:extLst>
                <a:ext uri="{FF2B5EF4-FFF2-40B4-BE49-F238E27FC236}">
                  <a16:creationId xmlns:a16="http://schemas.microsoft.com/office/drawing/2014/main" id="{0915C1EC-BBA9-F424-ED3C-D48D5C743572}"/>
                </a:ext>
              </a:extLst>
            </p:cNvPr>
            <p:cNvSpPr>
              <a:spLocks noChangeArrowheads="1"/>
            </p:cNvSpPr>
            <p:nvPr/>
          </p:nvSpPr>
          <p:spPr bwMode="auto">
            <a:xfrm>
              <a:off x="3507"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351" name="Rectangle 99">
              <a:extLst>
                <a:ext uri="{FF2B5EF4-FFF2-40B4-BE49-F238E27FC236}">
                  <a16:creationId xmlns:a16="http://schemas.microsoft.com/office/drawing/2014/main" id="{8AA63F2F-8E2B-B131-A58D-D17CA891ECC3}"/>
                </a:ext>
              </a:extLst>
            </p:cNvPr>
            <p:cNvSpPr>
              <a:spLocks noChangeArrowheads="1"/>
            </p:cNvSpPr>
            <p:nvPr/>
          </p:nvSpPr>
          <p:spPr bwMode="auto">
            <a:xfrm>
              <a:off x="3265"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352" name="Rectangle 100">
              <a:extLst>
                <a:ext uri="{FF2B5EF4-FFF2-40B4-BE49-F238E27FC236}">
                  <a16:creationId xmlns:a16="http://schemas.microsoft.com/office/drawing/2014/main" id="{651EC823-8512-41A8-4B9F-20DD682127EF}"/>
                </a:ext>
              </a:extLst>
            </p:cNvPr>
            <p:cNvSpPr>
              <a:spLocks noChangeArrowheads="1"/>
            </p:cNvSpPr>
            <p:nvPr/>
          </p:nvSpPr>
          <p:spPr bwMode="auto">
            <a:xfrm>
              <a:off x="3024" y="2170"/>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353" name="Line 101">
              <a:extLst>
                <a:ext uri="{FF2B5EF4-FFF2-40B4-BE49-F238E27FC236}">
                  <a16:creationId xmlns:a16="http://schemas.microsoft.com/office/drawing/2014/main" id="{6C3EF43F-474A-D947-D00E-FFCA2D157055}"/>
                </a:ext>
              </a:extLst>
            </p:cNvPr>
            <p:cNvSpPr>
              <a:spLocks noChangeShapeType="1"/>
            </p:cNvSpPr>
            <p:nvPr/>
          </p:nvSpPr>
          <p:spPr bwMode="auto">
            <a:xfrm>
              <a:off x="3265"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54" name="Text Box 102">
              <a:extLst>
                <a:ext uri="{FF2B5EF4-FFF2-40B4-BE49-F238E27FC236}">
                  <a16:creationId xmlns:a16="http://schemas.microsoft.com/office/drawing/2014/main" id="{0482DDDC-9C1C-02D5-96AC-6084DB51FA88}"/>
                </a:ext>
              </a:extLst>
            </p:cNvPr>
            <p:cNvSpPr txBox="1">
              <a:spLocks noChangeArrowheads="1"/>
            </p:cNvSpPr>
            <p:nvPr/>
          </p:nvSpPr>
          <p:spPr bwMode="auto">
            <a:xfrm>
              <a:off x="3061"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355" name="Text Box 103">
              <a:extLst>
                <a:ext uri="{FF2B5EF4-FFF2-40B4-BE49-F238E27FC236}">
                  <a16:creationId xmlns:a16="http://schemas.microsoft.com/office/drawing/2014/main" id="{F2D5B9ED-A93D-C8F9-5988-22CAA0D458AB}"/>
                </a:ext>
              </a:extLst>
            </p:cNvPr>
            <p:cNvSpPr txBox="1">
              <a:spLocks noChangeArrowheads="1"/>
            </p:cNvSpPr>
            <p:nvPr/>
          </p:nvSpPr>
          <p:spPr bwMode="auto">
            <a:xfrm>
              <a:off x="3301"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356" name="Text Box 104">
              <a:extLst>
                <a:ext uri="{FF2B5EF4-FFF2-40B4-BE49-F238E27FC236}">
                  <a16:creationId xmlns:a16="http://schemas.microsoft.com/office/drawing/2014/main" id="{BA62E8DF-D291-F75D-7B8C-51A422F3B793}"/>
                </a:ext>
              </a:extLst>
            </p:cNvPr>
            <p:cNvSpPr txBox="1">
              <a:spLocks noChangeArrowheads="1"/>
            </p:cNvSpPr>
            <p:nvPr/>
          </p:nvSpPr>
          <p:spPr bwMode="auto">
            <a:xfrm>
              <a:off x="3541" y="2016"/>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9</a:t>
              </a:r>
            </a:p>
          </p:txBody>
        </p:sp>
        <p:sp>
          <p:nvSpPr>
            <p:cNvPr id="357" name="Rectangle 105">
              <a:extLst>
                <a:ext uri="{FF2B5EF4-FFF2-40B4-BE49-F238E27FC236}">
                  <a16:creationId xmlns:a16="http://schemas.microsoft.com/office/drawing/2014/main" id="{4380D9DD-3B8F-3C27-4CC4-BDC49DF8FE96}"/>
                </a:ext>
              </a:extLst>
            </p:cNvPr>
            <p:cNvSpPr>
              <a:spLocks noChangeArrowheads="1"/>
            </p:cNvSpPr>
            <p:nvPr/>
          </p:nvSpPr>
          <p:spPr bwMode="auto">
            <a:xfrm>
              <a:off x="4230" y="2170"/>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358" name="Rectangle 106">
              <a:extLst>
                <a:ext uri="{FF2B5EF4-FFF2-40B4-BE49-F238E27FC236}">
                  <a16:creationId xmlns:a16="http://schemas.microsoft.com/office/drawing/2014/main" id="{0FC2B08F-1A60-CD3E-DCC8-0E50D5CF8671}"/>
                </a:ext>
              </a:extLst>
            </p:cNvPr>
            <p:cNvSpPr>
              <a:spLocks noChangeArrowheads="1"/>
            </p:cNvSpPr>
            <p:nvPr/>
          </p:nvSpPr>
          <p:spPr bwMode="auto">
            <a:xfrm>
              <a:off x="3989" y="2170"/>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359" name="Line 107">
              <a:extLst>
                <a:ext uri="{FF2B5EF4-FFF2-40B4-BE49-F238E27FC236}">
                  <a16:creationId xmlns:a16="http://schemas.microsoft.com/office/drawing/2014/main" id="{03624D54-6A83-DB5B-4B32-8B08057FC4EE}"/>
                </a:ext>
              </a:extLst>
            </p:cNvPr>
            <p:cNvSpPr>
              <a:spLocks noChangeShapeType="1"/>
            </p:cNvSpPr>
            <p:nvPr/>
          </p:nvSpPr>
          <p:spPr bwMode="auto">
            <a:xfrm>
              <a:off x="3989"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60" name="Line 108">
              <a:extLst>
                <a:ext uri="{FF2B5EF4-FFF2-40B4-BE49-F238E27FC236}">
                  <a16:creationId xmlns:a16="http://schemas.microsoft.com/office/drawing/2014/main" id="{F37FD9DC-C932-CEC4-5B9F-F0E8AB5BFEAF}"/>
                </a:ext>
              </a:extLst>
            </p:cNvPr>
            <p:cNvSpPr>
              <a:spLocks noChangeShapeType="1"/>
            </p:cNvSpPr>
            <p:nvPr/>
          </p:nvSpPr>
          <p:spPr bwMode="auto">
            <a:xfrm>
              <a:off x="4230" y="2170"/>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61" name="Text Box 109">
              <a:extLst>
                <a:ext uri="{FF2B5EF4-FFF2-40B4-BE49-F238E27FC236}">
                  <a16:creationId xmlns:a16="http://schemas.microsoft.com/office/drawing/2014/main" id="{1212CD2D-1561-B6AC-7D6F-635C713F39F8}"/>
                </a:ext>
              </a:extLst>
            </p:cNvPr>
            <p:cNvSpPr txBox="1">
              <a:spLocks noChangeArrowheads="1"/>
            </p:cNvSpPr>
            <p:nvPr/>
          </p:nvSpPr>
          <p:spPr bwMode="auto">
            <a:xfrm>
              <a:off x="3973" y="2016"/>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10</a:t>
              </a:r>
            </a:p>
          </p:txBody>
        </p:sp>
        <p:sp>
          <p:nvSpPr>
            <p:cNvPr id="362" name="Text Box 110">
              <a:extLst>
                <a:ext uri="{FF2B5EF4-FFF2-40B4-BE49-F238E27FC236}">
                  <a16:creationId xmlns:a16="http://schemas.microsoft.com/office/drawing/2014/main" id="{52ED07F4-8EED-EA87-FCBB-318F9551C0EC}"/>
                </a:ext>
              </a:extLst>
            </p:cNvPr>
            <p:cNvSpPr txBox="1">
              <a:spLocks noChangeArrowheads="1"/>
            </p:cNvSpPr>
            <p:nvPr/>
          </p:nvSpPr>
          <p:spPr bwMode="auto">
            <a:xfrm>
              <a:off x="4213" y="2016"/>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11</a:t>
              </a:r>
            </a:p>
          </p:txBody>
        </p:sp>
        <p:sp>
          <p:nvSpPr>
            <p:cNvPr id="363" name="Line 111">
              <a:extLst>
                <a:ext uri="{FF2B5EF4-FFF2-40B4-BE49-F238E27FC236}">
                  <a16:creationId xmlns:a16="http://schemas.microsoft.com/office/drawing/2014/main" id="{244A6000-4BBA-28F4-E903-B82BE0EED1EB}"/>
                </a:ext>
              </a:extLst>
            </p:cNvPr>
            <p:cNvSpPr>
              <a:spLocks noChangeShapeType="1"/>
            </p:cNvSpPr>
            <p:nvPr/>
          </p:nvSpPr>
          <p:spPr bwMode="auto">
            <a:xfrm flipH="1">
              <a:off x="1008" y="2448"/>
              <a:ext cx="288"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4" name="Line 112">
              <a:extLst>
                <a:ext uri="{FF2B5EF4-FFF2-40B4-BE49-F238E27FC236}">
                  <a16:creationId xmlns:a16="http://schemas.microsoft.com/office/drawing/2014/main" id="{F9B011A8-BD1A-4985-942F-31E11288D3DA}"/>
                </a:ext>
              </a:extLst>
            </p:cNvPr>
            <p:cNvSpPr>
              <a:spLocks noChangeShapeType="1"/>
            </p:cNvSpPr>
            <p:nvPr/>
          </p:nvSpPr>
          <p:spPr bwMode="auto">
            <a:xfrm>
              <a:off x="1296" y="2448"/>
              <a:ext cx="288"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5" name="Line 113">
              <a:extLst>
                <a:ext uri="{FF2B5EF4-FFF2-40B4-BE49-F238E27FC236}">
                  <a16:creationId xmlns:a16="http://schemas.microsoft.com/office/drawing/2014/main" id="{AD270AE9-CB57-D63F-9FC9-69BB23227BA9}"/>
                </a:ext>
              </a:extLst>
            </p:cNvPr>
            <p:cNvSpPr>
              <a:spLocks noChangeShapeType="1"/>
            </p:cNvSpPr>
            <p:nvPr/>
          </p:nvSpPr>
          <p:spPr bwMode="auto">
            <a:xfrm flipH="1">
              <a:off x="2064" y="2448"/>
              <a:ext cx="288"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6" name="Line 114">
              <a:extLst>
                <a:ext uri="{FF2B5EF4-FFF2-40B4-BE49-F238E27FC236}">
                  <a16:creationId xmlns:a16="http://schemas.microsoft.com/office/drawing/2014/main" id="{791A8A83-0590-09FF-080D-F7BDF1AB5F24}"/>
                </a:ext>
              </a:extLst>
            </p:cNvPr>
            <p:cNvSpPr>
              <a:spLocks noChangeShapeType="1"/>
            </p:cNvSpPr>
            <p:nvPr/>
          </p:nvSpPr>
          <p:spPr bwMode="auto">
            <a:xfrm>
              <a:off x="2352" y="2448"/>
              <a:ext cx="288"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7" name="Line 115">
              <a:extLst>
                <a:ext uri="{FF2B5EF4-FFF2-40B4-BE49-F238E27FC236}">
                  <a16:creationId xmlns:a16="http://schemas.microsoft.com/office/drawing/2014/main" id="{726647F5-BA66-3A15-3ED6-81B577F8ECC9}"/>
                </a:ext>
              </a:extLst>
            </p:cNvPr>
            <p:cNvSpPr>
              <a:spLocks noChangeShapeType="1"/>
            </p:cNvSpPr>
            <p:nvPr/>
          </p:nvSpPr>
          <p:spPr bwMode="auto">
            <a:xfrm flipH="1">
              <a:off x="3072" y="2448"/>
              <a:ext cx="288"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 name="Line 116">
              <a:extLst>
                <a:ext uri="{FF2B5EF4-FFF2-40B4-BE49-F238E27FC236}">
                  <a16:creationId xmlns:a16="http://schemas.microsoft.com/office/drawing/2014/main" id="{E6E4732B-05AE-597D-7DF7-880DCCF37A39}"/>
                </a:ext>
              </a:extLst>
            </p:cNvPr>
            <p:cNvSpPr>
              <a:spLocks noChangeShapeType="1"/>
            </p:cNvSpPr>
            <p:nvPr/>
          </p:nvSpPr>
          <p:spPr bwMode="auto">
            <a:xfrm>
              <a:off x="3360" y="2448"/>
              <a:ext cx="288"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9" name="Line 117">
              <a:extLst>
                <a:ext uri="{FF2B5EF4-FFF2-40B4-BE49-F238E27FC236}">
                  <a16:creationId xmlns:a16="http://schemas.microsoft.com/office/drawing/2014/main" id="{D7BF8C5E-AFE1-4E81-4596-81530C501FBC}"/>
                </a:ext>
              </a:extLst>
            </p:cNvPr>
            <p:cNvSpPr>
              <a:spLocks noChangeShapeType="1"/>
            </p:cNvSpPr>
            <p:nvPr/>
          </p:nvSpPr>
          <p:spPr bwMode="auto">
            <a:xfrm flipH="1">
              <a:off x="3936" y="2448"/>
              <a:ext cx="288"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0" name="Line 118">
              <a:extLst>
                <a:ext uri="{FF2B5EF4-FFF2-40B4-BE49-F238E27FC236}">
                  <a16:creationId xmlns:a16="http://schemas.microsoft.com/office/drawing/2014/main" id="{31AD84C8-78B1-D067-BC6B-5DCDD9A42E75}"/>
                </a:ext>
              </a:extLst>
            </p:cNvPr>
            <p:cNvSpPr>
              <a:spLocks noChangeShapeType="1"/>
            </p:cNvSpPr>
            <p:nvPr/>
          </p:nvSpPr>
          <p:spPr bwMode="auto">
            <a:xfrm>
              <a:off x="4224" y="2448"/>
              <a:ext cx="288" cy="19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71" name="Group 119">
            <a:extLst>
              <a:ext uri="{FF2B5EF4-FFF2-40B4-BE49-F238E27FC236}">
                <a16:creationId xmlns:a16="http://schemas.microsoft.com/office/drawing/2014/main" id="{4CFCBD1E-510A-0622-BEA8-2D73C537ACFA}"/>
              </a:ext>
            </a:extLst>
          </p:cNvPr>
          <p:cNvGrpSpPr>
            <a:grpSpLocks/>
          </p:cNvGrpSpPr>
          <p:nvPr/>
        </p:nvGrpSpPr>
        <p:grpSpPr bwMode="auto">
          <a:xfrm>
            <a:off x="3375025" y="4648200"/>
            <a:ext cx="6261100" cy="1600200"/>
            <a:chOff x="624" y="2640"/>
            <a:chExt cx="3944" cy="1008"/>
          </a:xfrm>
        </p:grpSpPr>
        <p:sp>
          <p:nvSpPr>
            <p:cNvPr id="372" name="Rectangle 120">
              <a:extLst>
                <a:ext uri="{FF2B5EF4-FFF2-40B4-BE49-F238E27FC236}">
                  <a16:creationId xmlns:a16="http://schemas.microsoft.com/office/drawing/2014/main" id="{0CB93368-2A6C-945A-B358-32E2DBAF9AEB}"/>
                </a:ext>
              </a:extLst>
            </p:cNvPr>
            <p:cNvSpPr>
              <a:spLocks noChangeArrowheads="1"/>
            </p:cNvSpPr>
            <p:nvPr/>
          </p:nvSpPr>
          <p:spPr bwMode="auto">
            <a:xfrm>
              <a:off x="1440"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373" name="Line 121">
              <a:extLst>
                <a:ext uri="{FF2B5EF4-FFF2-40B4-BE49-F238E27FC236}">
                  <a16:creationId xmlns:a16="http://schemas.microsoft.com/office/drawing/2014/main" id="{5BCD3364-0D18-9326-9DA7-CBB8B1CE7F9A}"/>
                </a:ext>
              </a:extLst>
            </p:cNvPr>
            <p:cNvSpPr>
              <a:spLocks noChangeShapeType="1"/>
            </p:cNvSpPr>
            <p:nvPr/>
          </p:nvSpPr>
          <p:spPr bwMode="auto">
            <a:xfrm>
              <a:off x="1440"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74" name="Line 122">
              <a:extLst>
                <a:ext uri="{FF2B5EF4-FFF2-40B4-BE49-F238E27FC236}">
                  <a16:creationId xmlns:a16="http://schemas.microsoft.com/office/drawing/2014/main" id="{1E77162D-3675-413C-96D5-A2EE2C92C3AB}"/>
                </a:ext>
              </a:extLst>
            </p:cNvPr>
            <p:cNvSpPr>
              <a:spLocks noChangeShapeType="1"/>
            </p:cNvSpPr>
            <p:nvPr/>
          </p:nvSpPr>
          <p:spPr bwMode="auto">
            <a:xfrm>
              <a:off x="1682"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75" name="Text Box 123">
              <a:extLst>
                <a:ext uri="{FF2B5EF4-FFF2-40B4-BE49-F238E27FC236}">
                  <a16:creationId xmlns:a16="http://schemas.microsoft.com/office/drawing/2014/main" id="{E66D53D2-1B81-8A8E-D457-DD2B08276DF3}"/>
                </a:ext>
              </a:extLst>
            </p:cNvPr>
            <p:cNvSpPr txBox="1">
              <a:spLocks noChangeArrowheads="1"/>
            </p:cNvSpPr>
            <p:nvPr/>
          </p:nvSpPr>
          <p:spPr bwMode="auto">
            <a:xfrm>
              <a:off x="1485"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376" name="Rectangle 124">
              <a:extLst>
                <a:ext uri="{FF2B5EF4-FFF2-40B4-BE49-F238E27FC236}">
                  <a16:creationId xmlns:a16="http://schemas.microsoft.com/office/drawing/2014/main" id="{469BD03B-D89C-2C4B-D632-F62EE225158D}"/>
                </a:ext>
              </a:extLst>
            </p:cNvPr>
            <p:cNvSpPr>
              <a:spLocks noChangeArrowheads="1"/>
            </p:cNvSpPr>
            <p:nvPr/>
          </p:nvSpPr>
          <p:spPr bwMode="auto">
            <a:xfrm>
              <a:off x="2496" y="2794"/>
              <a:ext cx="243"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377" name="Line 125">
              <a:extLst>
                <a:ext uri="{FF2B5EF4-FFF2-40B4-BE49-F238E27FC236}">
                  <a16:creationId xmlns:a16="http://schemas.microsoft.com/office/drawing/2014/main" id="{F0A601BC-C416-E59A-5EC6-E816E465F7C0}"/>
                </a:ext>
              </a:extLst>
            </p:cNvPr>
            <p:cNvSpPr>
              <a:spLocks noChangeShapeType="1"/>
            </p:cNvSpPr>
            <p:nvPr/>
          </p:nvSpPr>
          <p:spPr bwMode="auto">
            <a:xfrm>
              <a:off x="2496"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78" name="Line 126">
              <a:extLst>
                <a:ext uri="{FF2B5EF4-FFF2-40B4-BE49-F238E27FC236}">
                  <a16:creationId xmlns:a16="http://schemas.microsoft.com/office/drawing/2014/main" id="{ED5C3C87-2A3D-41B1-B9A1-F93FF8B43C85}"/>
                </a:ext>
              </a:extLst>
            </p:cNvPr>
            <p:cNvSpPr>
              <a:spLocks noChangeShapeType="1"/>
            </p:cNvSpPr>
            <p:nvPr/>
          </p:nvSpPr>
          <p:spPr bwMode="auto">
            <a:xfrm>
              <a:off x="2739"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79" name="Text Box 127">
              <a:extLst>
                <a:ext uri="{FF2B5EF4-FFF2-40B4-BE49-F238E27FC236}">
                  <a16:creationId xmlns:a16="http://schemas.microsoft.com/office/drawing/2014/main" id="{A6724B52-41A4-2037-AE03-E1822296A404}"/>
                </a:ext>
              </a:extLst>
            </p:cNvPr>
            <p:cNvSpPr txBox="1">
              <a:spLocks noChangeArrowheads="1"/>
            </p:cNvSpPr>
            <p:nvPr/>
          </p:nvSpPr>
          <p:spPr bwMode="auto">
            <a:xfrm>
              <a:off x="2536"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380" name="Rectangle 128">
              <a:extLst>
                <a:ext uri="{FF2B5EF4-FFF2-40B4-BE49-F238E27FC236}">
                  <a16:creationId xmlns:a16="http://schemas.microsoft.com/office/drawing/2014/main" id="{9D41DCF6-4C2D-D34D-D6D3-DF1582650222}"/>
                </a:ext>
              </a:extLst>
            </p:cNvPr>
            <p:cNvSpPr>
              <a:spLocks noChangeArrowheads="1"/>
            </p:cNvSpPr>
            <p:nvPr/>
          </p:nvSpPr>
          <p:spPr bwMode="auto">
            <a:xfrm>
              <a:off x="3502"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381" name="Text Box 129">
              <a:extLst>
                <a:ext uri="{FF2B5EF4-FFF2-40B4-BE49-F238E27FC236}">
                  <a16:creationId xmlns:a16="http://schemas.microsoft.com/office/drawing/2014/main" id="{75202A80-17E1-44E9-30AB-1FDF173EA3CA}"/>
                </a:ext>
              </a:extLst>
            </p:cNvPr>
            <p:cNvSpPr txBox="1">
              <a:spLocks noChangeArrowheads="1"/>
            </p:cNvSpPr>
            <p:nvPr/>
          </p:nvSpPr>
          <p:spPr bwMode="auto">
            <a:xfrm>
              <a:off x="3536"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9</a:t>
              </a:r>
            </a:p>
          </p:txBody>
        </p:sp>
        <p:sp>
          <p:nvSpPr>
            <p:cNvPr id="382" name="Rectangle 130">
              <a:extLst>
                <a:ext uri="{FF2B5EF4-FFF2-40B4-BE49-F238E27FC236}">
                  <a16:creationId xmlns:a16="http://schemas.microsoft.com/office/drawing/2014/main" id="{04A87A0A-64FD-7696-26BE-3DDC148CD046}"/>
                </a:ext>
              </a:extLst>
            </p:cNvPr>
            <p:cNvSpPr>
              <a:spLocks noChangeArrowheads="1"/>
            </p:cNvSpPr>
            <p:nvPr/>
          </p:nvSpPr>
          <p:spPr bwMode="auto">
            <a:xfrm>
              <a:off x="3904" y="2794"/>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383" name="Line 131">
              <a:extLst>
                <a:ext uri="{FF2B5EF4-FFF2-40B4-BE49-F238E27FC236}">
                  <a16:creationId xmlns:a16="http://schemas.microsoft.com/office/drawing/2014/main" id="{181468C1-BB45-3FF7-6906-BBA759917055}"/>
                </a:ext>
              </a:extLst>
            </p:cNvPr>
            <p:cNvSpPr>
              <a:spLocks noChangeShapeType="1"/>
            </p:cNvSpPr>
            <p:nvPr/>
          </p:nvSpPr>
          <p:spPr bwMode="auto">
            <a:xfrm>
              <a:off x="3904"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84" name="Line 132">
              <a:extLst>
                <a:ext uri="{FF2B5EF4-FFF2-40B4-BE49-F238E27FC236}">
                  <a16:creationId xmlns:a16="http://schemas.microsoft.com/office/drawing/2014/main" id="{51FC7FF3-8FEA-E311-3443-7BA33857ED55}"/>
                </a:ext>
              </a:extLst>
            </p:cNvPr>
            <p:cNvSpPr>
              <a:spLocks noChangeShapeType="1"/>
            </p:cNvSpPr>
            <p:nvPr/>
          </p:nvSpPr>
          <p:spPr bwMode="auto">
            <a:xfrm>
              <a:off x="4145"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85" name="Text Box 133">
              <a:extLst>
                <a:ext uri="{FF2B5EF4-FFF2-40B4-BE49-F238E27FC236}">
                  <a16:creationId xmlns:a16="http://schemas.microsoft.com/office/drawing/2014/main" id="{BFD13DF5-66CB-D6F7-A67C-ADFDAFBD8538}"/>
                </a:ext>
              </a:extLst>
            </p:cNvPr>
            <p:cNvSpPr txBox="1">
              <a:spLocks noChangeArrowheads="1"/>
            </p:cNvSpPr>
            <p:nvPr/>
          </p:nvSpPr>
          <p:spPr bwMode="auto">
            <a:xfrm>
              <a:off x="3888" y="2640"/>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10</a:t>
              </a:r>
            </a:p>
          </p:txBody>
        </p:sp>
        <p:sp>
          <p:nvSpPr>
            <p:cNvPr id="386" name="Rectangle 134">
              <a:extLst>
                <a:ext uri="{FF2B5EF4-FFF2-40B4-BE49-F238E27FC236}">
                  <a16:creationId xmlns:a16="http://schemas.microsoft.com/office/drawing/2014/main" id="{B892AA33-EC60-30B8-FCBA-A15214ED2E78}"/>
                </a:ext>
              </a:extLst>
            </p:cNvPr>
            <p:cNvSpPr>
              <a:spLocks noChangeArrowheads="1"/>
            </p:cNvSpPr>
            <p:nvPr/>
          </p:nvSpPr>
          <p:spPr bwMode="auto">
            <a:xfrm>
              <a:off x="4326"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387" name="Line 135">
              <a:extLst>
                <a:ext uri="{FF2B5EF4-FFF2-40B4-BE49-F238E27FC236}">
                  <a16:creationId xmlns:a16="http://schemas.microsoft.com/office/drawing/2014/main" id="{A4C27A18-338D-3FB0-A743-186577937666}"/>
                </a:ext>
              </a:extLst>
            </p:cNvPr>
            <p:cNvSpPr>
              <a:spLocks noChangeShapeType="1"/>
            </p:cNvSpPr>
            <p:nvPr/>
          </p:nvSpPr>
          <p:spPr bwMode="auto">
            <a:xfrm>
              <a:off x="4326"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88" name="Text Box 136">
              <a:extLst>
                <a:ext uri="{FF2B5EF4-FFF2-40B4-BE49-F238E27FC236}">
                  <a16:creationId xmlns:a16="http://schemas.microsoft.com/office/drawing/2014/main" id="{EE8C8E80-6949-6BA0-99F7-15CE8B021799}"/>
                </a:ext>
              </a:extLst>
            </p:cNvPr>
            <p:cNvSpPr txBox="1">
              <a:spLocks noChangeArrowheads="1"/>
            </p:cNvSpPr>
            <p:nvPr/>
          </p:nvSpPr>
          <p:spPr bwMode="auto">
            <a:xfrm>
              <a:off x="4309" y="2640"/>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11</a:t>
              </a:r>
            </a:p>
          </p:txBody>
        </p:sp>
        <p:sp>
          <p:nvSpPr>
            <p:cNvPr id="389" name="Rectangle 137">
              <a:extLst>
                <a:ext uri="{FF2B5EF4-FFF2-40B4-BE49-F238E27FC236}">
                  <a16:creationId xmlns:a16="http://schemas.microsoft.com/office/drawing/2014/main" id="{38A78CFF-4BE0-7F9B-141D-96EA56F04B34}"/>
                </a:ext>
              </a:extLst>
            </p:cNvPr>
            <p:cNvSpPr>
              <a:spLocks noChangeArrowheads="1"/>
            </p:cNvSpPr>
            <p:nvPr/>
          </p:nvSpPr>
          <p:spPr bwMode="auto">
            <a:xfrm>
              <a:off x="624" y="3418"/>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390" name="Line 138">
              <a:extLst>
                <a:ext uri="{FF2B5EF4-FFF2-40B4-BE49-F238E27FC236}">
                  <a16:creationId xmlns:a16="http://schemas.microsoft.com/office/drawing/2014/main" id="{A29F8F32-B2C4-342D-4123-FEB26BFC2D29}"/>
                </a:ext>
              </a:extLst>
            </p:cNvPr>
            <p:cNvSpPr>
              <a:spLocks noChangeShapeType="1"/>
            </p:cNvSpPr>
            <p:nvPr/>
          </p:nvSpPr>
          <p:spPr bwMode="auto">
            <a:xfrm>
              <a:off x="866"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91" name="Text Box 139">
              <a:extLst>
                <a:ext uri="{FF2B5EF4-FFF2-40B4-BE49-F238E27FC236}">
                  <a16:creationId xmlns:a16="http://schemas.microsoft.com/office/drawing/2014/main" id="{B14099BF-9313-9FF6-87B4-789845EFE92E}"/>
                </a:ext>
              </a:extLst>
            </p:cNvPr>
            <p:cNvSpPr txBox="1">
              <a:spLocks noChangeArrowheads="1"/>
            </p:cNvSpPr>
            <p:nvPr/>
          </p:nvSpPr>
          <p:spPr bwMode="auto">
            <a:xfrm>
              <a:off x="672"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392" name="Rectangle 140">
              <a:extLst>
                <a:ext uri="{FF2B5EF4-FFF2-40B4-BE49-F238E27FC236}">
                  <a16:creationId xmlns:a16="http://schemas.microsoft.com/office/drawing/2014/main" id="{EC51241F-B1B9-5C63-1BCE-330715669826}"/>
                </a:ext>
              </a:extLst>
            </p:cNvPr>
            <p:cNvSpPr>
              <a:spLocks noChangeArrowheads="1"/>
            </p:cNvSpPr>
            <p:nvPr/>
          </p:nvSpPr>
          <p:spPr bwMode="auto">
            <a:xfrm>
              <a:off x="1056" y="3418"/>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393" name="Line 141">
              <a:extLst>
                <a:ext uri="{FF2B5EF4-FFF2-40B4-BE49-F238E27FC236}">
                  <a16:creationId xmlns:a16="http://schemas.microsoft.com/office/drawing/2014/main" id="{E1108407-9317-57F1-2FA4-E8776D16D485}"/>
                </a:ext>
              </a:extLst>
            </p:cNvPr>
            <p:cNvSpPr>
              <a:spLocks noChangeShapeType="1"/>
            </p:cNvSpPr>
            <p:nvPr/>
          </p:nvSpPr>
          <p:spPr bwMode="auto">
            <a:xfrm>
              <a:off x="1056"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94" name="Line 142">
              <a:extLst>
                <a:ext uri="{FF2B5EF4-FFF2-40B4-BE49-F238E27FC236}">
                  <a16:creationId xmlns:a16="http://schemas.microsoft.com/office/drawing/2014/main" id="{067B5DD5-548F-5A56-955B-CFBA3091F5BD}"/>
                </a:ext>
              </a:extLst>
            </p:cNvPr>
            <p:cNvSpPr>
              <a:spLocks noChangeShapeType="1"/>
            </p:cNvSpPr>
            <p:nvPr/>
          </p:nvSpPr>
          <p:spPr bwMode="auto">
            <a:xfrm>
              <a:off x="1297"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95" name="Text Box 143">
              <a:extLst>
                <a:ext uri="{FF2B5EF4-FFF2-40B4-BE49-F238E27FC236}">
                  <a16:creationId xmlns:a16="http://schemas.microsoft.com/office/drawing/2014/main" id="{573EA1FF-424D-C300-19CB-E948C8DB1FF9}"/>
                </a:ext>
              </a:extLst>
            </p:cNvPr>
            <p:cNvSpPr txBox="1">
              <a:spLocks noChangeArrowheads="1"/>
            </p:cNvSpPr>
            <p:nvPr/>
          </p:nvSpPr>
          <p:spPr bwMode="auto">
            <a:xfrm>
              <a:off x="1102"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396" name="Rectangle 144">
              <a:extLst>
                <a:ext uri="{FF2B5EF4-FFF2-40B4-BE49-F238E27FC236}">
                  <a16:creationId xmlns:a16="http://schemas.microsoft.com/office/drawing/2014/main" id="{84298D0A-B497-248C-9BBE-B157E76210E4}"/>
                </a:ext>
              </a:extLst>
            </p:cNvPr>
            <p:cNvSpPr>
              <a:spLocks noChangeArrowheads="1"/>
            </p:cNvSpPr>
            <p:nvPr/>
          </p:nvSpPr>
          <p:spPr bwMode="auto">
            <a:xfrm>
              <a:off x="1774" y="3418"/>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397" name="Line 145">
              <a:extLst>
                <a:ext uri="{FF2B5EF4-FFF2-40B4-BE49-F238E27FC236}">
                  <a16:creationId xmlns:a16="http://schemas.microsoft.com/office/drawing/2014/main" id="{37F8B613-6CBE-F997-A813-5CEF4A9800BF}"/>
                </a:ext>
              </a:extLst>
            </p:cNvPr>
            <p:cNvSpPr>
              <a:spLocks noChangeShapeType="1"/>
            </p:cNvSpPr>
            <p:nvPr/>
          </p:nvSpPr>
          <p:spPr bwMode="auto">
            <a:xfrm>
              <a:off x="1774"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98" name="Line 146">
              <a:extLst>
                <a:ext uri="{FF2B5EF4-FFF2-40B4-BE49-F238E27FC236}">
                  <a16:creationId xmlns:a16="http://schemas.microsoft.com/office/drawing/2014/main" id="{8B0890C9-1F1A-8E0C-15A2-3E7B7DC66916}"/>
                </a:ext>
              </a:extLst>
            </p:cNvPr>
            <p:cNvSpPr>
              <a:spLocks noChangeShapeType="1"/>
            </p:cNvSpPr>
            <p:nvPr/>
          </p:nvSpPr>
          <p:spPr bwMode="auto">
            <a:xfrm>
              <a:off x="2016"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399" name="Text Box 147">
              <a:extLst>
                <a:ext uri="{FF2B5EF4-FFF2-40B4-BE49-F238E27FC236}">
                  <a16:creationId xmlns:a16="http://schemas.microsoft.com/office/drawing/2014/main" id="{3DCEB27F-CF49-1F0B-97AB-0FD823E7C4AA}"/>
                </a:ext>
              </a:extLst>
            </p:cNvPr>
            <p:cNvSpPr txBox="1">
              <a:spLocks noChangeArrowheads="1"/>
            </p:cNvSpPr>
            <p:nvPr/>
          </p:nvSpPr>
          <p:spPr bwMode="auto">
            <a:xfrm>
              <a:off x="1817"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400" name="Rectangle 148">
              <a:extLst>
                <a:ext uri="{FF2B5EF4-FFF2-40B4-BE49-F238E27FC236}">
                  <a16:creationId xmlns:a16="http://schemas.microsoft.com/office/drawing/2014/main" id="{5F59ABCC-67E0-8F3E-DD80-1790D6C5A0C8}"/>
                </a:ext>
              </a:extLst>
            </p:cNvPr>
            <p:cNvSpPr>
              <a:spLocks noChangeArrowheads="1"/>
            </p:cNvSpPr>
            <p:nvPr/>
          </p:nvSpPr>
          <p:spPr bwMode="auto">
            <a:xfrm>
              <a:off x="2208" y="3418"/>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401" name="Line 149">
              <a:extLst>
                <a:ext uri="{FF2B5EF4-FFF2-40B4-BE49-F238E27FC236}">
                  <a16:creationId xmlns:a16="http://schemas.microsoft.com/office/drawing/2014/main" id="{F6FF6ED9-7292-D902-EB2D-C029AEA737DD}"/>
                </a:ext>
              </a:extLst>
            </p:cNvPr>
            <p:cNvSpPr>
              <a:spLocks noChangeShapeType="1"/>
            </p:cNvSpPr>
            <p:nvPr/>
          </p:nvSpPr>
          <p:spPr bwMode="auto">
            <a:xfrm>
              <a:off x="2208"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402" name="Line 150">
              <a:extLst>
                <a:ext uri="{FF2B5EF4-FFF2-40B4-BE49-F238E27FC236}">
                  <a16:creationId xmlns:a16="http://schemas.microsoft.com/office/drawing/2014/main" id="{058A93B5-F738-E5F8-3A6A-411CED205700}"/>
                </a:ext>
              </a:extLst>
            </p:cNvPr>
            <p:cNvSpPr>
              <a:spLocks noChangeShapeType="1"/>
            </p:cNvSpPr>
            <p:nvPr/>
          </p:nvSpPr>
          <p:spPr bwMode="auto">
            <a:xfrm>
              <a:off x="2449"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403" name="Text Box 151">
              <a:extLst>
                <a:ext uri="{FF2B5EF4-FFF2-40B4-BE49-F238E27FC236}">
                  <a16:creationId xmlns:a16="http://schemas.microsoft.com/office/drawing/2014/main" id="{4E1682CB-502A-9BA3-7044-215B30DE300E}"/>
                </a:ext>
              </a:extLst>
            </p:cNvPr>
            <p:cNvSpPr txBox="1">
              <a:spLocks noChangeArrowheads="1"/>
            </p:cNvSpPr>
            <p:nvPr/>
          </p:nvSpPr>
          <p:spPr bwMode="auto">
            <a:xfrm>
              <a:off x="2249"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404" name="Rectangle 152">
              <a:extLst>
                <a:ext uri="{FF2B5EF4-FFF2-40B4-BE49-F238E27FC236}">
                  <a16:creationId xmlns:a16="http://schemas.microsoft.com/office/drawing/2014/main" id="{5ABF9656-71C6-9B46-47D1-EDAADFA69C62}"/>
                </a:ext>
              </a:extLst>
            </p:cNvPr>
            <p:cNvSpPr>
              <a:spLocks noChangeArrowheads="1"/>
            </p:cNvSpPr>
            <p:nvPr/>
          </p:nvSpPr>
          <p:spPr bwMode="auto">
            <a:xfrm>
              <a:off x="2783" y="3418"/>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405" name="Line 153">
              <a:extLst>
                <a:ext uri="{FF2B5EF4-FFF2-40B4-BE49-F238E27FC236}">
                  <a16:creationId xmlns:a16="http://schemas.microsoft.com/office/drawing/2014/main" id="{CA3FD7B5-A0C9-D3D2-3A84-2A12A2AB5DB3}"/>
                </a:ext>
              </a:extLst>
            </p:cNvPr>
            <p:cNvSpPr>
              <a:spLocks noChangeShapeType="1"/>
            </p:cNvSpPr>
            <p:nvPr/>
          </p:nvSpPr>
          <p:spPr bwMode="auto">
            <a:xfrm>
              <a:off x="3024"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406" name="Text Box 154">
              <a:extLst>
                <a:ext uri="{FF2B5EF4-FFF2-40B4-BE49-F238E27FC236}">
                  <a16:creationId xmlns:a16="http://schemas.microsoft.com/office/drawing/2014/main" id="{3739D9F3-2FFB-3897-A825-B496CF6AE461}"/>
                </a:ext>
              </a:extLst>
            </p:cNvPr>
            <p:cNvSpPr txBox="1">
              <a:spLocks noChangeArrowheads="1"/>
            </p:cNvSpPr>
            <p:nvPr/>
          </p:nvSpPr>
          <p:spPr bwMode="auto">
            <a:xfrm>
              <a:off x="2820"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407" name="Rectangle 155">
              <a:extLst>
                <a:ext uri="{FF2B5EF4-FFF2-40B4-BE49-F238E27FC236}">
                  <a16:creationId xmlns:a16="http://schemas.microsoft.com/office/drawing/2014/main" id="{EF2FE800-7432-66BF-79CC-76730A33F727}"/>
                </a:ext>
              </a:extLst>
            </p:cNvPr>
            <p:cNvSpPr>
              <a:spLocks noChangeArrowheads="1"/>
            </p:cNvSpPr>
            <p:nvPr/>
          </p:nvSpPr>
          <p:spPr bwMode="auto">
            <a:xfrm>
              <a:off x="3216" y="3418"/>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408" name="Line 156">
              <a:extLst>
                <a:ext uri="{FF2B5EF4-FFF2-40B4-BE49-F238E27FC236}">
                  <a16:creationId xmlns:a16="http://schemas.microsoft.com/office/drawing/2014/main" id="{4699F4D5-ACC8-9161-4708-E224E60FDF88}"/>
                </a:ext>
              </a:extLst>
            </p:cNvPr>
            <p:cNvSpPr>
              <a:spLocks noChangeShapeType="1"/>
            </p:cNvSpPr>
            <p:nvPr/>
          </p:nvSpPr>
          <p:spPr bwMode="auto">
            <a:xfrm>
              <a:off x="3216"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409" name="Line 157">
              <a:extLst>
                <a:ext uri="{FF2B5EF4-FFF2-40B4-BE49-F238E27FC236}">
                  <a16:creationId xmlns:a16="http://schemas.microsoft.com/office/drawing/2014/main" id="{75CD58AB-1658-7B76-938D-3E60249E7135}"/>
                </a:ext>
              </a:extLst>
            </p:cNvPr>
            <p:cNvSpPr>
              <a:spLocks noChangeShapeType="1"/>
            </p:cNvSpPr>
            <p:nvPr/>
          </p:nvSpPr>
          <p:spPr bwMode="auto">
            <a:xfrm>
              <a:off x="3458" y="3418"/>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410" name="Text Box 158">
              <a:extLst>
                <a:ext uri="{FF2B5EF4-FFF2-40B4-BE49-F238E27FC236}">
                  <a16:creationId xmlns:a16="http://schemas.microsoft.com/office/drawing/2014/main" id="{88E05B2F-41FF-8642-CC15-8A729E6E298A}"/>
                </a:ext>
              </a:extLst>
            </p:cNvPr>
            <p:cNvSpPr txBox="1">
              <a:spLocks noChangeArrowheads="1"/>
            </p:cNvSpPr>
            <p:nvPr/>
          </p:nvSpPr>
          <p:spPr bwMode="auto">
            <a:xfrm>
              <a:off x="3252" y="3264"/>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grpSp>
      <p:grpSp>
        <p:nvGrpSpPr>
          <p:cNvPr id="411" name="Group 159">
            <a:extLst>
              <a:ext uri="{FF2B5EF4-FFF2-40B4-BE49-F238E27FC236}">
                <a16:creationId xmlns:a16="http://schemas.microsoft.com/office/drawing/2014/main" id="{98FFD9B0-ECA3-767E-319A-A12FF7EB0112}"/>
              </a:ext>
            </a:extLst>
          </p:cNvPr>
          <p:cNvGrpSpPr>
            <a:grpSpLocks/>
          </p:cNvGrpSpPr>
          <p:nvPr/>
        </p:nvGrpSpPr>
        <p:grpSpPr bwMode="auto">
          <a:xfrm>
            <a:off x="3527425" y="4648200"/>
            <a:ext cx="4195763" cy="990600"/>
            <a:chOff x="720" y="2640"/>
            <a:chExt cx="2643" cy="624"/>
          </a:xfrm>
        </p:grpSpPr>
        <p:sp>
          <p:nvSpPr>
            <p:cNvPr id="412" name="Rectangle 160">
              <a:extLst>
                <a:ext uri="{FF2B5EF4-FFF2-40B4-BE49-F238E27FC236}">
                  <a16:creationId xmlns:a16="http://schemas.microsoft.com/office/drawing/2014/main" id="{B2E8C668-1D99-C8CC-A3E0-A4D0E7287004}"/>
                </a:ext>
              </a:extLst>
            </p:cNvPr>
            <p:cNvSpPr>
              <a:spLocks noChangeArrowheads="1"/>
            </p:cNvSpPr>
            <p:nvPr/>
          </p:nvSpPr>
          <p:spPr bwMode="auto">
            <a:xfrm>
              <a:off x="959" y="2794"/>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413" name="Rectangle 161">
              <a:extLst>
                <a:ext uri="{FF2B5EF4-FFF2-40B4-BE49-F238E27FC236}">
                  <a16:creationId xmlns:a16="http://schemas.microsoft.com/office/drawing/2014/main" id="{43D5E65A-0131-C8BC-6D2C-D6EC758F3AFE}"/>
                </a:ext>
              </a:extLst>
            </p:cNvPr>
            <p:cNvSpPr>
              <a:spLocks noChangeArrowheads="1"/>
            </p:cNvSpPr>
            <p:nvPr/>
          </p:nvSpPr>
          <p:spPr bwMode="auto">
            <a:xfrm>
              <a:off x="720"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414" name="Line 162">
              <a:extLst>
                <a:ext uri="{FF2B5EF4-FFF2-40B4-BE49-F238E27FC236}">
                  <a16:creationId xmlns:a16="http://schemas.microsoft.com/office/drawing/2014/main" id="{41B2BC06-9B0B-320A-7304-F60FA127E4D6}"/>
                </a:ext>
              </a:extLst>
            </p:cNvPr>
            <p:cNvSpPr>
              <a:spLocks noChangeShapeType="1"/>
            </p:cNvSpPr>
            <p:nvPr/>
          </p:nvSpPr>
          <p:spPr bwMode="auto">
            <a:xfrm>
              <a:off x="959"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415" name="Line 163">
              <a:extLst>
                <a:ext uri="{FF2B5EF4-FFF2-40B4-BE49-F238E27FC236}">
                  <a16:creationId xmlns:a16="http://schemas.microsoft.com/office/drawing/2014/main" id="{9B9312E3-BBC3-D7E8-7220-FAE390968EEF}"/>
                </a:ext>
              </a:extLst>
            </p:cNvPr>
            <p:cNvSpPr>
              <a:spLocks noChangeShapeType="1"/>
            </p:cNvSpPr>
            <p:nvPr/>
          </p:nvSpPr>
          <p:spPr bwMode="auto">
            <a:xfrm>
              <a:off x="1200"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416" name="Text Box 164">
              <a:extLst>
                <a:ext uri="{FF2B5EF4-FFF2-40B4-BE49-F238E27FC236}">
                  <a16:creationId xmlns:a16="http://schemas.microsoft.com/office/drawing/2014/main" id="{CA0A6FA5-D4A5-811A-722A-82C4D0ED0251}"/>
                </a:ext>
              </a:extLst>
            </p:cNvPr>
            <p:cNvSpPr txBox="1">
              <a:spLocks noChangeArrowheads="1"/>
            </p:cNvSpPr>
            <p:nvPr/>
          </p:nvSpPr>
          <p:spPr bwMode="auto">
            <a:xfrm>
              <a:off x="768"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417" name="Text Box 165">
              <a:extLst>
                <a:ext uri="{FF2B5EF4-FFF2-40B4-BE49-F238E27FC236}">
                  <a16:creationId xmlns:a16="http://schemas.microsoft.com/office/drawing/2014/main" id="{FDF3C264-A358-6A3D-1AC8-484868D4C903}"/>
                </a:ext>
              </a:extLst>
            </p:cNvPr>
            <p:cNvSpPr txBox="1">
              <a:spLocks noChangeArrowheads="1"/>
            </p:cNvSpPr>
            <p:nvPr/>
          </p:nvSpPr>
          <p:spPr bwMode="auto">
            <a:xfrm>
              <a:off x="1005"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418" name="Rectangle 166">
              <a:extLst>
                <a:ext uri="{FF2B5EF4-FFF2-40B4-BE49-F238E27FC236}">
                  <a16:creationId xmlns:a16="http://schemas.microsoft.com/office/drawing/2014/main" id="{A246F1A2-44EF-C2AF-8259-C33652F23F5A}"/>
                </a:ext>
              </a:extLst>
            </p:cNvPr>
            <p:cNvSpPr>
              <a:spLocks noChangeArrowheads="1"/>
            </p:cNvSpPr>
            <p:nvPr/>
          </p:nvSpPr>
          <p:spPr bwMode="auto">
            <a:xfrm>
              <a:off x="2114" y="2794"/>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419" name="Rectangle 167">
              <a:extLst>
                <a:ext uri="{FF2B5EF4-FFF2-40B4-BE49-F238E27FC236}">
                  <a16:creationId xmlns:a16="http://schemas.microsoft.com/office/drawing/2014/main" id="{D23CA6AA-21A1-ACF3-0910-8BDAC691C92F}"/>
                </a:ext>
              </a:extLst>
            </p:cNvPr>
            <p:cNvSpPr>
              <a:spLocks noChangeArrowheads="1"/>
            </p:cNvSpPr>
            <p:nvPr/>
          </p:nvSpPr>
          <p:spPr bwMode="auto">
            <a:xfrm>
              <a:off x="1872"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420" name="Line 168">
              <a:extLst>
                <a:ext uri="{FF2B5EF4-FFF2-40B4-BE49-F238E27FC236}">
                  <a16:creationId xmlns:a16="http://schemas.microsoft.com/office/drawing/2014/main" id="{65BA7E7A-848E-BEAB-875C-56F1B11E869F}"/>
                </a:ext>
              </a:extLst>
            </p:cNvPr>
            <p:cNvSpPr>
              <a:spLocks noChangeShapeType="1"/>
            </p:cNvSpPr>
            <p:nvPr/>
          </p:nvSpPr>
          <p:spPr bwMode="auto">
            <a:xfrm>
              <a:off x="1872"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421" name="Line 169">
              <a:extLst>
                <a:ext uri="{FF2B5EF4-FFF2-40B4-BE49-F238E27FC236}">
                  <a16:creationId xmlns:a16="http://schemas.microsoft.com/office/drawing/2014/main" id="{19629C71-252D-689D-6004-2AE546CD2068}"/>
                </a:ext>
              </a:extLst>
            </p:cNvPr>
            <p:cNvSpPr>
              <a:spLocks noChangeShapeType="1"/>
            </p:cNvSpPr>
            <p:nvPr/>
          </p:nvSpPr>
          <p:spPr bwMode="auto">
            <a:xfrm>
              <a:off x="2114"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422" name="Line 170">
              <a:extLst>
                <a:ext uri="{FF2B5EF4-FFF2-40B4-BE49-F238E27FC236}">
                  <a16:creationId xmlns:a16="http://schemas.microsoft.com/office/drawing/2014/main" id="{BEE68DC3-CC0A-A16E-FC4E-5059A91236FF}"/>
                </a:ext>
              </a:extLst>
            </p:cNvPr>
            <p:cNvSpPr>
              <a:spLocks noChangeShapeType="1"/>
            </p:cNvSpPr>
            <p:nvPr/>
          </p:nvSpPr>
          <p:spPr bwMode="auto">
            <a:xfrm>
              <a:off x="2355"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423" name="Text Box 171">
              <a:extLst>
                <a:ext uri="{FF2B5EF4-FFF2-40B4-BE49-F238E27FC236}">
                  <a16:creationId xmlns:a16="http://schemas.microsoft.com/office/drawing/2014/main" id="{38198C8D-8039-B03E-7CDF-9E7CE8D13318}"/>
                </a:ext>
              </a:extLst>
            </p:cNvPr>
            <p:cNvSpPr txBox="1">
              <a:spLocks noChangeArrowheads="1"/>
            </p:cNvSpPr>
            <p:nvPr/>
          </p:nvSpPr>
          <p:spPr bwMode="auto">
            <a:xfrm>
              <a:off x="1915"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424" name="Text Box 172">
              <a:extLst>
                <a:ext uri="{FF2B5EF4-FFF2-40B4-BE49-F238E27FC236}">
                  <a16:creationId xmlns:a16="http://schemas.microsoft.com/office/drawing/2014/main" id="{3A31B495-BB9E-C795-8F8B-A0D8C88A0CC0}"/>
                </a:ext>
              </a:extLst>
            </p:cNvPr>
            <p:cNvSpPr txBox="1">
              <a:spLocks noChangeArrowheads="1"/>
            </p:cNvSpPr>
            <p:nvPr/>
          </p:nvSpPr>
          <p:spPr bwMode="auto">
            <a:xfrm>
              <a:off x="2155"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425" name="Rectangle 173">
              <a:extLst>
                <a:ext uri="{FF2B5EF4-FFF2-40B4-BE49-F238E27FC236}">
                  <a16:creationId xmlns:a16="http://schemas.microsoft.com/office/drawing/2014/main" id="{17FCF210-4530-684F-CE0D-62030FC3152D}"/>
                </a:ext>
              </a:extLst>
            </p:cNvPr>
            <p:cNvSpPr>
              <a:spLocks noChangeArrowheads="1"/>
            </p:cNvSpPr>
            <p:nvPr/>
          </p:nvSpPr>
          <p:spPr bwMode="auto">
            <a:xfrm>
              <a:off x="3121" y="2794"/>
              <a:ext cx="242"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426" name="Rectangle 174">
              <a:extLst>
                <a:ext uri="{FF2B5EF4-FFF2-40B4-BE49-F238E27FC236}">
                  <a16:creationId xmlns:a16="http://schemas.microsoft.com/office/drawing/2014/main" id="{1F05C1EC-8040-1D15-2B39-3A9BF24F612A}"/>
                </a:ext>
              </a:extLst>
            </p:cNvPr>
            <p:cNvSpPr>
              <a:spLocks noChangeArrowheads="1"/>
            </p:cNvSpPr>
            <p:nvPr/>
          </p:nvSpPr>
          <p:spPr bwMode="auto">
            <a:xfrm>
              <a:off x="2880" y="2794"/>
              <a:ext cx="241" cy="23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427" name="Line 175">
              <a:extLst>
                <a:ext uri="{FF2B5EF4-FFF2-40B4-BE49-F238E27FC236}">
                  <a16:creationId xmlns:a16="http://schemas.microsoft.com/office/drawing/2014/main" id="{25A525FE-79E8-282A-B85D-2BA10810391D}"/>
                </a:ext>
              </a:extLst>
            </p:cNvPr>
            <p:cNvSpPr>
              <a:spLocks noChangeShapeType="1"/>
            </p:cNvSpPr>
            <p:nvPr/>
          </p:nvSpPr>
          <p:spPr bwMode="auto">
            <a:xfrm>
              <a:off x="3121"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428" name="Line 176">
              <a:extLst>
                <a:ext uri="{FF2B5EF4-FFF2-40B4-BE49-F238E27FC236}">
                  <a16:creationId xmlns:a16="http://schemas.microsoft.com/office/drawing/2014/main" id="{008DF301-0A72-9034-0DD6-7FA00CE83DFC}"/>
                </a:ext>
              </a:extLst>
            </p:cNvPr>
            <p:cNvSpPr>
              <a:spLocks noChangeShapeType="1"/>
            </p:cNvSpPr>
            <p:nvPr/>
          </p:nvSpPr>
          <p:spPr bwMode="auto">
            <a:xfrm>
              <a:off x="3363" y="2794"/>
              <a:ext cx="0" cy="2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429" name="Text Box 177">
              <a:extLst>
                <a:ext uri="{FF2B5EF4-FFF2-40B4-BE49-F238E27FC236}">
                  <a16:creationId xmlns:a16="http://schemas.microsoft.com/office/drawing/2014/main" id="{6A24E45C-FB40-F0DE-5DA3-8B2D27880A99}"/>
                </a:ext>
              </a:extLst>
            </p:cNvPr>
            <p:cNvSpPr txBox="1">
              <a:spLocks noChangeArrowheads="1"/>
            </p:cNvSpPr>
            <p:nvPr/>
          </p:nvSpPr>
          <p:spPr bwMode="auto">
            <a:xfrm>
              <a:off x="2917"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430" name="Text Box 178">
              <a:extLst>
                <a:ext uri="{FF2B5EF4-FFF2-40B4-BE49-F238E27FC236}">
                  <a16:creationId xmlns:a16="http://schemas.microsoft.com/office/drawing/2014/main" id="{F7F05703-84E5-90C9-A72B-3D892A26D137}"/>
                </a:ext>
              </a:extLst>
            </p:cNvPr>
            <p:cNvSpPr txBox="1">
              <a:spLocks noChangeArrowheads="1"/>
            </p:cNvSpPr>
            <p:nvPr/>
          </p:nvSpPr>
          <p:spPr bwMode="auto">
            <a:xfrm>
              <a:off x="3157" y="2640"/>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431" name="Line 179">
              <a:extLst>
                <a:ext uri="{FF2B5EF4-FFF2-40B4-BE49-F238E27FC236}">
                  <a16:creationId xmlns:a16="http://schemas.microsoft.com/office/drawing/2014/main" id="{60EBA717-1E47-78B4-5153-410CE5671485}"/>
                </a:ext>
              </a:extLst>
            </p:cNvPr>
            <p:cNvSpPr>
              <a:spLocks noChangeShapeType="1"/>
            </p:cNvSpPr>
            <p:nvPr/>
          </p:nvSpPr>
          <p:spPr bwMode="auto">
            <a:xfrm flipH="1">
              <a:off x="816" y="3072"/>
              <a:ext cx="144" cy="19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 name="Line 180">
              <a:extLst>
                <a:ext uri="{FF2B5EF4-FFF2-40B4-BE49-F238E27FC236}">
                  <a16:creationId xmlns:a16="http://schemas.microsoft.com/office/drawing/2014/main" id="{5B189540-C2C8-98B7-132B-CD837886BB6F}"/>
                </a:ext>
              </a:extLst>
            </p:cNvPr>
            <p:cNvSpPr>
              <a:spLocks noChangeShapeType="1"/>
            </p:cNvSpPr>
            <p:nvPr/>
          </p:nvSpPr>
          <p:spPr bwMode="auto">
            <a:xfrm>
              <a:off x="960" y="3072"/>
              <a:ext cx="144" cy="19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3" name="Line 181">
              <a:extLst>
                <a:ext uri="{FF2B5EF4-FFF2-40B4-BE49-F238E27FC236}">
                  <a16:creationId xmlns:a16="http://schemas.microsoft.com/office/drawing/2014/main" id="{237D5DC7-2C32-1298-71BC-5E3B44EA37F5}"/>
                </a:ext>
              </a:extLst>
            </p:cNvPr>
            <p:cNvSpPr>
              <a:spLocks noChangeShapeType="1"/>
            </p:cNvSpPr>
            <p:nvPr/>
          </p:nvSpPr>
          <p:spPr bwMode="auto">
            <a:xfrm flipH="1">
              <a:off x="1968" y="3072"/>
              <a:ext cx="144" cy="19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 name="Line 182">
              <a:extLst>
                <a:ext uri="{FF2B5EF4-FFF2-40B4-BE49-F238E27FC236}">
                  <a16:creationId xmlns:a16="http://schemas.microsoft.com/office/drawing/2014/main" id="{A2EF89E1-AD8F-17A5-FC43-F16B5E2E3B9E}"/>
                </a:ext>
              </a:extLst>
            </p:cNvPr>
            <p:cNvSpPr>
              <a:spLocks noChangeShapeType="1"/>
            </p:cNvSpPr>
            <p:nvPr/>
          </p:nvSpPr>
          <p:spPr bwMode="auto">
            <a:xfrm>
              <a:off x="2112" y="3072"/>
              <a:ext cx="144" cy="19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5" name="Line 183">
              <a:extLst>
                <a:ext uri="{FF2B5EF4-FFF2-40B4-BE49-F238E27FC236}">
                  <a16:creationId xmlns:a16="http://schemas.microsoft.com/office/drawing/2014/main" id="{30B84991-381A-C104-BF3D-48F4D7B450C3}"/>
                </a:ext>
              </a:extLst>
            </p:cNvPr>
            <p:cNvSpPr>
              <a:spLocks noChangeShapeType="1"/>
            </p:cNvSpPr>
            <p:nvPr/>
          </p:nvSpPr>
          <p:spPr bwMode="auto">
            <a:xfrm flipH="1">
              <a:off x="2976" y="3072"/>
              <a:ext cx="144" cy="19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 name="Line 184">
              <a:extLst>
                <a:ext uri="{FF2B5EF4-FFF2-40B4-BE49-F238E27FC236}">
                  <a16:creationId xmlns:a16="http://schemas.microsoft.com/office/drawing/2014/main" id="{1081D635-48A7-A876-556F-D4ABCBEF9CE0}"/>
                </a:ext>
              </a:extLst>
            </p:cNvPr>
            <p:cNvSpPr>
              <a:spLocks noChangeShapeType="1"/>
            </p:cNvSpPr>
            <p:nvPr/>
          </p:nvSpPr>
          <p:spPr bwMode="auto">
            <a:xfrm>
              <a:off x="3120" y="3072"/>
              <a:ext cx="144" cy="19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37" name="Text Box 185">
            <a:extLst>
              <a:ext uri="{FF2B5EF4-FFF2-40B4-BE49-F238E27FC236}">
                <a16:creationId xmlns:a16="http://schemas.microsoft.com/office/drawing/2014/main" id="{C84E7F58-A7BC-D650-0453-F89EEC7E2847}"/>
              </a:ext>
            </a:extLst>
          </p:cNvPr>
          <p:cNvSpPr txBox="1">
            <a:spLocks noChangeArrowheads="1"/>
          </p:cNvSpPr>
          <p:nvPr/>
        </p:nvSpPr>
        <p:spPr bwMode="auto">
          <a:xfrm>
            <a:off x="2743200" y="1778000"/>
            <a:ext cx="1552575"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solidFill>
                  <a:srgbClr val="DD0111"/>
                </a:solidFill>
              </a:rPr>
              <a:t>Conquer</a:t>
            </a:r>
          </a:p>
          <a:p>
            <a:r>
              <a:rPr lang="en-US" altLang="en-US" sz="2800">
                <a:solidFill>
                  <a:srgbClr val="DD0111"/>
                </a:solidFill>
              </a:rPr>
              <a:t>and</a:t>
            </a:r>
          </a:p>
          <a:p>
            <a:r>
              <a:rPr lang="en-US" altLang="en-US" sz="2800">
                <a:solidFill>
                  <a:srgbClr val="DD0111"/>
                </a:solidFill>
              </a:rPr>
              <a:t>Merge</a:t>
            </a:r>
          </a:p>
        </p:txBody>
      </p:sp>
    </p:spTree>
    <p:extLst>
      <p:ext uri="{BB962C8B-B14F-4D97-AF65-F5344CB8AC3E}">
        <p14:creationId xmlns:p14="http://schemas.microsoft.com/office/powerpoint/2010/main" val="2731958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F567CEB-1218-D4A0-BF22-299C96B8B2B8}"/>
              </a:ext>
            </a:extLst>
          </p:cNvPr>
          <p:cNvSpPr>
            <a:spLocks noGrp="1"/>
          </p:cNvSpPr>
          <p:nvPr>
            <p:ph type="title"/>
          </p:nvPr>
        </p:nvSpPr>
        <p:spPr/>
        <p:txBody>
          <a:bodyPr>
            <a:normAutofit/>
          </a:bodyPr>
          <a:lstStyle/>
          <a:p>
            <a:r>
              <a:rPr lang="en-US" sz="3200" b="1" dirty="0">
                <a:solidFill>
                  <a:srgbClr val="004200"/>
                </a:solidFill>
                <a:latin typeface="Arial"/>
                <a:ea typeface="+mn-ea"/>
                <a:cs typeface="Arial"/>
              </a:rPr>
              <a:t>Merging</a:t>
            </a:r>
            <a:endParaRPr lang="en-GB" sz="3200" b="1" dirty="0">
              <a:solidFill>
                <a:srgbClr val="004200"/>
              </a:solidFill>
              <a:latin typeface="Arial"/>
              <a:ea typeface="+mn-ea"/>
              <a:cs typeface="Arial"/>
            </a:endParaRPr>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smtClean="0">
                <a:cs typeface="+mj-cs"/>
              </a:rPr>
              <a:pPr/>
              <a:t>13</a:t>
            </a:fld>
            <a:endParaRPr lang="ur-PK" sz="1600" dirty="0">
              <a:cs typeface="+mj-cs"/>
            </a:endParaRPr>
          </a:p>
        </p:txBody>
      </p:sp>
      <p:sp>
        <p:nvSpPr>
          <p:cNvPr id="2" name="Rectangle 3">
            <a:extLst>
              <a:ext uri="{FF2B5EF4-FFF2-40B4-BE49-F238E27FC236}">
                <a16:creationId xmlns:a16="http://schemas.microsoft.com/office/drawing/2014/main" id="{1C98A95D-2D62-9133-CF7E-A5BF06D6DE37}"/>
              </a:ext>
            </a:extLst>
          </p:cNvPr>
          <p:cNvSpPr txBox="1">
            <a:spLocks noChangeArrowheads="1"/>
          </p:cNvSpPr>
          <p:nvPr/>
        </p:nvSpPr>
        <p:spPr>
          <a:xfrm>
            <a:off x="2249487" y="3040062"/>
            <a:ext cx="7732713" cy="267493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pPr>
            <a:r>
              <a:rPr lang="en-US" altLang="en-US" sz="2400" b="1" dirty="0">
                <a:latin typeface="Times New Roman" panose="02020603050405020304" pitchFamily="18" charset="0"/>
                <a:cs typeface="Times New Roman" panose="02020603050405020304" pitchFamily="18" charset="0"/>
              </a:rPr>
              <a:t>Input: </a:t>
            </a:r>
            <a:r>
              <a:rPr lang="en-US" altLang="en-US" sz="2400" dirty="0">
                <a:latin typeface="Times New Roman" panose="02020603050405020304" pitchFamily="18" charset="0"/>
                <a:cs typeface="Times New Roman" panose="02020603050405020304" pitchFamily="18" charset="0"/>
              </a:rPr>
              <a:t>Array A</a:t>
            </a:r>
            <a:r>
              <a:rPr lang="en-US" altLang="en-US" sz="2400" i="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and indices p, q, r</a:t>
            </a:r>
            <a:r>
              <a:rPr lang="en-US" altLang="en-US" sz="2400" i="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such that    p ≤ q &lt; r</a:t>
            </a:r>
          </a:p>
          <a:p>
            <a:pPr lvl="1">
              <a:lnSpc>
                <a:spcPct val="12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Subarrays A[p . . q] and A[q + 1 . . r] are sorted</a:t>
            </a:r>
          </a:p>
          <a:p>
            <a:pPr>
              <a:lnSpc>
                <a:spcPct val="120000"/>
              </a:lnSpc>
            </a:pPr>
            <a:r>
              <a:rPr lang="en-US" altLang="en-US" sz="2400" b="1" dirty="0">
                <a:latin typeface="Times New Roman" panose="02020603050405020304" pitchFamily="18" charset="0"/>
                <a:cs typeface="Times New Roman" panose="02020603050405020304" pitchFamily="18" charset="0"/>
              </a:rPr>
              <a:t>Output: </a:t>
            </a:r>
            <a:r>
              <a:rPr lang="en-US" altLang="en-US" sz="2400" dirty="0">
                <a:latin typeface="Times New Roman" panose="02020603050405020304" pitchFamily="18" charset="0"/>
                <a:cs typeface="Times New Roman" panose="02020603050405020304" pitchFamily="18" charset="0"/>
              </a:rPr>
              <a:t>One single sorted subarray A[p . . r]</a:t>
            </a:r>
          </a:p>
        </p:txBody>
      </p:sp>
      <p:grpSp>
        <p:nvGrpSpPr>
          <p:cNvPr id="4" name="Group 4">
            <a:extLst>
              <a:ext uri="{FF2B5EF4-FFF2-40B4-BE49-F238E27FC236}">
                <a16:creationId xmlns:a16="http://schemas.microsoft.com/office/drawing/2014/main" id="{A7FF2E09-699B-7CCF-9A53-4F214529BE0D}"/>
              </a:ext>
            </a:extLst>
          </p:cNvPr>
          <p:cNvGrpSpPr>
            <a:grpSpLocks/>
          </p:cNvGrpSpPr>
          <p:nvPr/>
        </p:nvGrpSpPr>
        <p:grpSpPr bwMode="auto">
          <a:xfrm>
            <a:off x="4432300" y="1789112"/>
            <a:ext cx="3098800" cy="1017588"/>
            <a:chOff x="3808" y="977"/>
            <a:chExt cx="1952" cy="641"/>
          </a:xfrm>
        </p:grpSpPr>
        <p:sp>
          <p:nvSpPr>
            <p:cNvPr id="5" name="Text Box 5">
              <a:extLst>
                <a:ext uri="{FF2B5EF4-FFF2-40B4-BE49-F238E27FC236}">
                  <a16:creationId xmlns:a16="http://schemas.microsoft.com/office/drawing/2014/main" id="{EDB1FA79-B99C-47DB-3649-D95CAB0BBEC1}"/>
                </a:ext>
              </a:extLst>
            </p:cNvPr>
            <p:cNvSpPr txBox="1">
              <a:spLocks noChangeArrowheads="1"/>
            </p:cNvSpPr>
            <p:nvPr/>
          </p:nvSpPr>
          <p:spPr bwMode="auto">
            <a:xfrm>
              <a:off x="3823" y="123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7" name="Text Box 6">
              <a:extLst>
                <a:ext uri="{FF2B5EF4-FFF2-40B4-BE49-F238E27FC236}">
                  <a16:creationId xmlns:a16="http://schemas.microsoft.com/office/drawing/2014/main" id="{827B4E78-73FE-7938-5BD7-6C4C2239886E}"/>
                </a:ext>
              </a:extLst>
            </p:cNvPr>
            <p:cNvSpPr txBox="1">
              <a:spLocks noChangeArrowheads="1"/>
            </p:cNvSpPr>
            <p:nvPr/>
          </p:nvSpPr>
          <p:spPr bwMode="auto">
            <a:xfrm>
              <a:off x="4063" y="123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9" name="Text Box 7">
              <a:extLst>
                <a:ext uri="{FF2B5EF4-FFF2-40B4-BE49-F238E27FC236}">
                  <a16:creationId xmlns:a16="http://schemas.microsoft.com/office/drawing/2014/main" id="{D4319724-13B8-BA1C-0BE4-164E2E81DCF1}"/>
                </a:ext>
              </a:extLst>
            </p:cNvPr>
            <p:cNvSpPr txBox="1">
              <a:spLocks noChangeArrowheads="1"/>
            </p:cNvSpPr>
            <p:nvPr/>
          </p:nvSpPr>
          <p:spPr bwMode="auto">
            <a:xfrm>
              <a:off x="4303" y="123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10" name="Text Box 8">
              <a:extLst>
                <a:ext uri="{FF2B5EF4-FFF2-40B4-BE49-F238E27FC236}">
                  <a16:creationId xmlns:a16="http://schemas.microsoft.com/office/drawing/2014/main" id="{8CA981F0-E782-0952-33B4-B7F79E34C708}"/>
                </a:ext>
              </a:extLst>
            </p:cNvPr>
            <p:cNvSpPr txBox="1">
              <a:spLocks noChangeArrowheads="1"/>
            </p:cNvSpPr>
            <p:nvPr/>
          </p:nvSpPr>
          <p:spPr bwMode="auto">
            <a:xfrm>
              <a:off x="4543" y="123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50" name="Text Box 9">
              <a:extLst>
                <a:ext uri="{FF2B5EF4-FFF2-40B4-BE49-F238E27FC236}">
                  <a16:creationId xmlns:a16="http://schemas.microsoft.com/office/drawing/2014/main" id="{E49CBD76-0FB4-7FBB-14CC-52809AA599FB}"/>
                </a:ext>
              </a:extLst>
            </p:cNvPr>
            <p:cNvSpPr txBox="1">
              <a:spLocks noChangeArrowheads="1"/>
            </p:cNvSpPr>
            <p:nvPr/>
          </p:nvSpPr>
          <p:spPr bwMode="auto">
            <a:xfrm>
              <a:off x="4783" y="123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51" name="Text Box 10">
              <a:extLst>
                <a:ext uri="{FF2B5EF4-FFF2-40B4-BE49-F238E27FC236}">
                  <a16:creationId xmlns:a16="http://schemas.microsoft.com/office/drawing/2014/main" id="{893B2149-0A92-2AD4-48A8-B6E1900B2A09}"/>
                </a:ext>
              </a:extLst>
            </p:cNvPr>
            <p:cNvSpPr txBox="1">
              <a:spLocks noChangeArrowheads="1"/>
            </p:cNvSpPr>
            <p:nvPr/>
          </p:nvSpPr>
          <p:spPr bwMode="auto">
            <a:xfrm>
              <a:off x="5023" y="123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52" name="Text Box 11">
              <a:extLst>
                <a:ext uri="{FF2B5EF4-FFF2-40B4-BE49-F238E27FC236}">
                  <a16:creationId xmlns:a16="http://schemas.microsoft.com/office/drawing/2014/main" id="{6B7F6001-59BA-11D2-5E25-25A36964DBC5}"/>
                </a:ext>
              </a:extLst>
            </p:cNvPr>
            <p:cNvSpPr txBox="1">
              <a:spLocks noChangeArrowheads="1"/>
            </p:cNvSpPr>
            <p:nvPr/>
          </p:nvSpPr>
          <p:spPr bwMode="auto">
            <a:xfrm>
              <a:off x="5263" y="123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53" name="Text Box 12">
              <a:extLst>
                <a:ext uri="{FF2B5EF4-FFF2-40B4-BE49-F238E27FC236}">
                  <a16:creationId xmlns:a16="http://schemas.microsoft.com/office/drawing/2014/main" id="{3623E7AA-0E90-06C4-CE1F-0F1629B50F0A}"/>
                </a:ext>
              </a:extLst>
            </p:cNvPr>
            <p:cNvSpPr txBox="1">
              <a:spLocks noChangeArrowheads="1"/>
            </p:cNvSpPr>
            <p:nvPr/>
          </p:nvSpPr>
          <p:spPr bwMode="auto">
            <a:xfrm>
              <a:off x="5503" y="123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54" name="Rectangle 13">
              <a:extLst>
                <a:ext uri="{FF2B5EF4-FFF2-40B4-BE49-F238E27FC236}">
                  <a16:creationId xmlns:a16="http://schemas.microsoft.com/office/drawing/2014/main" id="{A39D1591-2164-75F5-0872-3A9C04654473}"/>
                </a:ext>
              </a:extLst>
            </p:cNvPr>
            <p:cNvSpPr>
              <a:spLocks noChangeArrowheads="1"/>
            </p:cNvSpPr>
            <p:nvPr/>
          </p:nvSpPr>
          <p:spPr bwMode="auto">
            <a:xfrm>
              <a:off x="5488" y="1388"/>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55" name="Rectangle 14">
              <a:extLst>
                <a:ext uri="{FF2B5EF4-FFF2-40B4-BE49-F238E27FC236}">
                  <a16:creationId xmlns:a16="http://schemas.microsoft.com/office/drawing/2014/main" id="{3FF6CD71-6558-C974-C83C-B12498195B4D}"/>
                </a:ext>
              </a:extLst>
            </p:cNvPr>
            <p:cNvSpPr>
              <a:spLocks noChangeArrowheads="1"/>
            </p:cNvSpPr>
            <p:nvPr/>
          </p:nvSpPr>
          <p:spPr bwMode="auto">
            <a:xfrm>
              <a:off x="5248" y="1388"/>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56" name="Rectangle 15">
              <a:extLst>
                <a:ext uri="{FF2B5EF4-FFF2-40B4-BE49-F238E27FC236}">
                  <a16:creationId xmlns:a16="http://schemas.microsoft.com/office/drawing/2014/main" id="{61310426-329A-F956-BDDB-EF5C23310805}"/>
                </a:ext>
              </a:extLst>
            </p:cNvPr>
            <p:cNvSpPr>
              <a:spLocks noChangeArrowheads="1"/>
            </p:cNvSpPr>
            <p:nvPr/>
          </p:nvSpPr>
          <p:spPr bwMode="auto">
            <a:xfrm>
              <a:off x="5008" y="1388"/>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57" name="Rectangle 16">
              <a:extLst>
                <a:ext uri="{FF2B5EF4-FFF2-40B4-BE49-F238E27FC236}">
                  <a16:creationId xmlns:a16="http://schemas.microsoft.com/office/drawing/2014/main" id="{019CF462-9479-FB4F-A50C-A27D59ECFB37}"/>
                </a:ext>
              </a:extLst>
            </p:cNvPr>
            <p:cNvSpPr>
              <a:spLocks noChangeArrowheads="1"/>
            </p:cNvSpPr>
            <p:nvPr/>
          </p:nvSpPr>
          <p:spPr bwMode="auto">
            <a:xfrm>
              <a:off x="4768" y="1388"/>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58" name="Rectangle 17">
              <a:extLst>
                <a:ext uri="{FF2B5EF4-FFF2-40B4-BE49-F238E27FC236}">
                  <a16:creationId xmlns:a16="http://schemas.microsoft.com/office/drawing/2014/main" id="{09E87A06-2734-7D5C-A1AE-EB0B36453297}"/>
                </a:ext>
              </a:extLst>
            </p:cNvPr>
            <p:cNvSpPr>
              <a:spLocks noChangeArrowheads="1"/>
            </p:cNvSpPr>
            <p:nvPr/>
          </p:nvSpPr>
          <p:spPr bwMode="auto">
            <a:xfrm>
              <a:off x="4528" y="1388"/>
              <a:ext cx="240" cy="23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59" name="Rectangle 18">
              <a:extLst>
                <a:ext uri="{FF2B5EF4-FFF2-40B4-BE49-F238E27FC236}">
                  <a16:creationId xmlns:a16="http://schemas.microsoft.com/office/drawing/2014/main" id="{BA8BB4F1-1DE3-1414-E4FA-39E644DB65B6}"/>
                </a:ext>
              </a:extLst>
            </p:cNvPr>
            <p:cNvSpPr>
              <a:spLocks noChangeArrowheads="1"/>
            </p:cNvSpPr>
            <p:nvPr/>
          </p:nvSpPr>
          <p:spPr bwMode="auto">
            <a:xfrm>
              <a:off x="4288" y="1388"/>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60" name="Rectangle 19">
              <a:extLst>
                <a:ext uri="{FF2B5EF4-FFF2-40B4-BE49-F238E27FC236}">
                  <a16:creationId xmlns:a16="http://schemas.microsoft.com/office/drawing/2014/main" id="{66AB2502-0160-9134-9623-5DF5ADD054B1}"/>
                </a:ext>
              </a:extLst>
            </p:cNvPr>
            <p:cNvSpPr>
              <a:spLocks noChangeArrowheads="1"/>
            </p:cNvSpPr>
            <p:nvPr/>
          </p:nvSpPr>
          <p:spPr bwMode="auto">
            <a:xfrm>
              <a:off x="4048" y="1388"/>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61" name="Rectangle 20">
              <a:extLst>
                <a:ext uri="{FF2B5EF4-FFF2-40B4-BE49-F238E27FC236}">
                  <a16:creationId xmlns:a16="http://schemas.microsoft.com/office/drawing/2014/main" id="{173B7363-DB4B-0458-9F09-F612E9FC6CB6}"/>
                </a:ext>
              </a:extLst>
            </p:cNvPr>
            <p:cNvSpPr>
              <a:spLocks noChangeArrowheads="1"/>
            </p:cNvSpPr>
            <p:nvPr/>
          </p:nvSpPr>
          <p:spPr bwMode="auto">
            <a:xfrm>
              <a:off x="3808" y="1388"/>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62" name="Line 21">
              <a:extLst>
                <a:ext uri="{FF2B5EF4-FFF2-40B4-BE49-F238E27FC236}">
                  <a16:creationId xmlns:a16="http://schemas.microsoft.com/office/drawing/2014/main" id="{5B5AA11B-5293-DFFB-05F2-0EFD441384D9}"/>
                </a:ext>
              </a:extLst>
            </p:cNvPr>
            <p:cNvSpPr>
              <a:spLocks noChangeShapeType="1"/>
            </p:cNvSpPr>
            <p:nvPr/>
          </p:nvSpPr>
          <p:spPr bwMode="auto">
            <a:xfrm>
              <a:off x="3808" y="1388"/>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 name="Line 22">
              <a:extLst>
                <a:ext uri="{FF2B5EF4-FFF2-40B4-BE49-F238E27FC236}">
                  <a16:creationId xmlns:a16="http://schemas.microsoft.com/office/drawing/2014/main" id="{DE71D964-67A4-D3D6-A78B-D4CA29371BCA}"/>
                </a:ext>
              </a:extLst>
            </p:cNvPr>
            <p:cNvSpPr>
              <a:spLocks noChangeShapeType="1"/>
            </p:cNvSpPr>
            <p:nvPr/>
          </p:nvSpPr>
          <p:spPr bwMode="auto">
            <a:xfrm>
              <a:off x="3808" y="1618"/>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8" name="Line 23">
              <a:extLst>
                <a:ext uri="{FF2B5EF4-FFF2-40B4-BE49-F238E27FC236}">
                  <a16:creationId xmlns:a16="http://schemas.microsoft.com/office/drawing/2014/main" id="{51522E12-C71E-60A4-4821-6A236BD3E0E9}"/>
                </a:ext>
              </a:extLst>
            </p:cNvPr>
            <p:cNvSpPr>
              <a:spLocks noChangeShapeType="1"/>
            </p:cNvSpPr>
            <p:nvPr/>
          </p:nvSpPr>
          <p:spPr bwMode="auto">
            <a:xfrm>
              <a:off x="3808" y="1388"/>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 name="Line 24">
              <a:extLst>
                <a:ext uri="{FF2B5EF4-FFF2-40B4-BE49-F238E27FC236}">
                  <a16:creationId xmlns:a16="http://schemas.microsoft.com/office/drawing/2014/main" id="{1B97C6C5-8724-78A3-FD1A-6FFFAA3E915A}"/>
                </a:ext>
              </a:extLst>
            </p:cNvPr>
            <p:cNvSpPr>
              <a:spLocks noChangeShapeType="1"/>
            </p:cNvSpPr>
            <p:nvPr/>
          </p:nvSpPr>
          <p:spPr bwMode="auto">
            <a:xfrm>
              <a:off x="4048" y="1388"/>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0" name="Line 25">
              <a:extLst>
                <a:ext uri="{FF2B5EF4-FFF2-40B4-BE49-F238E27FC236}">
                  <a16:creationId xmlns:a16="http://schemas.microsoft.com/office/drawing/2014/main" id="{32D9D9B3-CBC2-B983-603E-5C189FC7D4B8}"/>
                </a:ext>
              </a:extLst>
            </p:cNvPr>
            <p:cNvSpPr>
              <a:spLocks noChangeShapeType="1"/>
            </p:cNvSpPr>
            <p:nvPr/>
          </p:nvSpPr>
          <p:spPr bwMode="auto">
            <a:xfrm>
              <a:off x="4288" y="1388"/>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1" name="Line 26">
              <a:extLst>
                <a:ext uri="{FF2B5EF4-FFF2-40B4-BE49-F238E27FC236}">
                  <a16:creationId xmlns:a16="http://schemas.microsoft.com/office/drawing/2014/main" id="{D2BDC649-D9C9-D844-11CF-710F7372B07E}"/>
                </a:ext>
              </a:extLst>
            </p:cNvPr>
            <p:cNvSpPr>
              <a:spLocks noChangeShapeType="1"/>
            </p:cNvSpPr>
            <p:nvPr/>
          </p:nvSpPr>
          <p:spPr bwMode="auto">
            <a:xfrm>
              <a:off x="4528" y="1388"/>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2" name="Line 27">
              <a:extLst>
                <a:ext uri="{FF2B5EF4-FFF2-40B4-BE49-F238E27FC236}">
                  <a16:creationId xmlns:a16="http://schemas.microsoft.com/office/drawing/2014/main" id="{60759731-1E22-FC8A-28E6-C05724003052}"/>
                </a:ext>
              </a:extLst>
            </p:cNvPr>
            <p:cNvSpPr>
              <a:spLocks noChangeShapeType="1"/>
            </p:cNvSpPr>
            <p:nvPr/>
          </p:nvSpPr>
          <p:spPr bwMode="auto">
            <a:xfrm>
              <a:off x="4768" y="1388"/>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 name="Line 28">
              <a:extLst>
                <a:ext uri="{FF2B5EF4-FFF2-40B4-BE49-F238E27FC236}">
                  <a16:creationId xmlns:a16="http://schemas.microsoft.com/office/drawing/2014/main" id="{33B3BBE9-1AE5-5610-F76A-74F426C8F255}"/>
                </a:ext>
              </a:extLst>
            </p:cNvPr>
            <p:cNvSpPr>
              <a:spLocks noChangeShapeType="1"/>
            </p:cNvSpPr>
            <p:nvPr/>
          </p:nvSpPr>
          <p:spPr bwMode="auto">
            <a:xfrm>
              <a:off x="5008" y="1388"/>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4" name="Line 29">
              <a:extLst>
                <a:ext uri="{FF2B5EF4-FFF2-40B4-BE49-F238E27FC236}">
                  <a16:creationId xmlns:a16="http://schemas.microsoft.com/office/drawing/2014/main" id="{A1BF399C-8C52-8B0E-D7F1-E017621D654A}"/>
                </a:ext>
              </a:extLst>
            </p:cNvPr>
            <p:cNvSpPr>
              <a:spLocks noChangeShapeType="1"/>
            </p:cNvSpPr>
            <p:nvPr/>
          </p:nvSpPr>
          <p:spPr bwMode="auto">
            <a:xfrm>
              <a:off x="5248" y="1388"/>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5" name="Line 30">
              <a:extLst>
                <a:ext uri="{FF2B5EF4-FFF2-40B4-BE49-F238E27FC236}">
                  <a16:creationId xmlns:a16="http://schemas.microsoft.com/office/drawing/2014/main" id="{46F5E4ED-285F-E29B-3183-CBB2F418FC4A}"/>
                </a:ext>
              </a:extLst>
            </p:cNvPr>
            <p:cNvSpPr>
              <a:spLocks noChangeShapeType="1"/>
            </p:cNvSpPr>
            <p:nvPr/>
          </p:nvSpPr>
          <p:spPr bwMode="auto">
            <a:xfrm>
              <a:off x="5488" y="1388"/>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6" name="Line 31">
              <a:extLst>
                <a:ext uri="{FF2B5EF4-FFF2-40B4-BE49-F238E27FC236}">
                  <a16:creationId xmlns:a16="http://schemas.microsoft.com/office/drawing/2014/main" id="{50E6FE97-C369-368C-E5AC-903E90839A5F}"/>
                </a:ext>
              </a:extLst>
            </p:cNvPr>
            <p:cNvSpPr>
              <a:spLocks noChangeShapeType="1"/>
            </p:cNvSpPr>
            <p:nvPr/>
          </p:nvSpPr>
          <p:spPr bwMode="auto">
            <a:xfrm>
              <a:off x="5728" y="1388"/>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 name="Line 32">
              <a:extLst>
                <a:ext uri="{FF2B5EF4-FFF2-40B4-BE49-F238E27FC236}">
                  <a16:creationId xmlns:a16="http://schemas.microsoft.com/office/drawing/2014/main" id="{1F3F79EF-C255-FF13-34AF-2DA842FBA9C7}"/>
                </a:ext>
              </a:extLst>
            </p:cNvPr>
            <p:cNvSpPr>
              <a:spLocks noChangeShapeType="1"/>
            </p:cNvSpPr>
            <p:nvPr/>
          </p:nvSpPr>
          <p:spPr bwMode="auto">
            <a:xfrm>
              <a:off x="3957" y="1260"/>
              <a:ext cx="7" cy="114"/>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8" name="Text Box 33">
              <a:extLst>
                <a:ext uri="{FF2B5EF4-FFF2-40B4-BE49-F238E27FC236}">
                  <a16:creationId xmlns:a16="http://schemas.microsoft.com/office/drawing/2014/main" id="{CB88E8B9-5CF9-1242-8625-0125FDD85BE4}"/>
                </a:ext>
              </a:extLst>
            </p:cNvPr>
            <p:cNvSpPr txBox="1">
              <a:spLocks noChangeArrowheads="1"/>
            </p:cNvSpPr>
            <p:nvPr/>
          </p:nvSpPr>
          <p:spPr bwMode="auto">
            <a:xfrm>
              <a:off x="3878" y="980"/>
              <a:ext cx="20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solidFill>
                    <a:srgbClr val="CC0000"/>
                  </a:solidFill>
                  <a:latin typeface="Comic Sans MS" panose="030F0702030302020204" pitchFamily="66" charset="0"/>
                </a:rPr>
                <a:t>p</a:t>
              </a:r>
            </a:p>
          </p:txBody>
        </p:sp>
        <p:sp>
          <p:nvSpPr>
            <p:cNvPr id="139" name="Line 34">
              <a:extLst>
                <a:ext uri="{FF2B5EF4-FFF2-40B4-BE49-F238E27FC236}">
                  <a16:creationId xmlns:a16="http://schemas.microsoft.com/office/drawing/2014/main" id="{37864732-E1D7-85B5-DBBB-40CF5355FBB0}"/>
                </a:ext>
              </a:extLst>
            </p:cNvPr>
            <p:cNvSpPr>
              <a:spLocks noChangeShapeType="1"/>
            </p:cNvSpPr>
            <p:nvPr/>
          </p:nvSpPr>
          <p:spPr bwMode="auto">
            <a:xfrm>
              <a:off x="5646" y="1257"/>
              <a:ext cx="7" cy="114"/>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5" name="Text Box 35">
              <a:extLst>
                <a:ext uri="{FF2B5EF4-FFF2-40B4-BE49-F238E27FC236}">
                  <a16:creationId xmlns:a16="http://schemas.microsoft.com/office/drawing/2014/main" id="{065D0B85-C5F1-221C-F427-D312435F29C4}"/>
                </a:ext>
              </a:extLst>
            </p:cNvPr>
            <p:cNvSpPr txBox="1">
              <a:spLocks noChangeArrowheads="1"/>
            </p:cNvSpPr>
            <p:nvPr/>
          </p:nvSpPr>
          <p:spPr bwMode="auto">
            <a:xfrm>
              <a:off x="5567" y="977"/>
              <a:ext cx="19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solidFill>
                    <a:srgbClr val="CC0000"/>
                  </a:solidFill>
                  <a:latin typeface="Comic Sans MS" panose="030F0702030302020204" pitchFamily="66" charset="0"/>
                </a:rPr>
                <a:t>r</a:t>
              </a:r>
            </a:p>
          </p:txBody>
        </p:sp>
        <p:sp>
          <p:nvSpPr>
            <p:cNvPr id="196" name="Line 36">
              <a:extLst>
                <a:ext uri="{FF2B5EF4-FFF2-40B4-BE49-F238E27FC236}">
                  <a16:creationId xmlns:a16="http://schemas.microsoft.com/office/drawing/2014/main" id="{70CFFE03-FB65-394D-8288-54309073F8BC}"/>
                </a:ext>
              </a:extLst>
            </p:cNvPr>
            <p:cNvSpPr>
              <a:spLocks noChangeShapeType="1"/>
            </p:cNvSpPr>
            <p:nvPr/>
          </p:nvSpPr>
          <p:spPr bwMode="auto">
            <a:xfrm>
              <a:off x="4690" y="1275"/>
              <a:ext cx="7" cy="114"/>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7" name="Text Box 37">
              <a:extLst>
                <a:ext uri="{FF2B5EF4-FFF2-40B4-BE49-F238E27FC236}">
                  <a16:creationId xmlns:a16="http://schemas.microsoft.com/office/drawing/2014/main" id="{5F882281-61A2-D9C9-E7B2-57DCF4BDBEB3}"/>
                </a:ext>
              </a:extLst>
            </p:cNvPr>
            <p:cNvSpPr txBox="1">
              <a:spLocks noChangeArrowheads="1"/>
            </p:cNvSpPr>
            <p:nvPr/>
          </p:nvSpPr>
          <p:spPr bwMode="auto">
            <a:xfrm>
              <a:off x="4611" y="995"/>
              <a:ext cx="1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solidFill>
                    <a:srgbClr val="CC0000"/>
                  </a:solidFill>
                  <a:latin typeface="Comic Sans MS" panose="030F0702030302020204" pitchFamily="66" charset="0"/>
                </a:rPr>
                <a:t>q</a:t>
              </a:r>
            </a:p>
          </p:txBody>
        </p:sp>
      </p:grpSp>
    </p:spTree>
    <p:extLst>
      <p:ext uri="{BB962C8B-B14F-4D97-AF65-F5344CB8AC3E}">
        <p14:creationId xmlns:p14="http://schemas.microsoft.com/office/powerpoint/2010/main" val="727314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F567CEB-1218-D4A0-BF22-299C96B8B2B8}"/>
              </a:ext>
            </a:extLst>
          </p:cNvPr>
          <p:cNvSpPr>
            <a:spLocks noGrp="1"/>
          </p:cNvSpPr>
          <p:nvPr>
            <p:ph type="title"/>
          </p:nvPr>
        </p:nvSpPr>
        <p:spPr/>
        <p:txBody>
          <a:bodyPr>
            <a:normAutofit/>
          </a:bodyPr>
          <a:lstStyle/>
          <a:p>
            <a:r>
              <a:rPr lang="en-US" sz="3200" b="1" dirty="0">
                <a:solidFill>
                  <a:srgbClr val="004200"/>
                </a:solidFill>
                <a:latin typeface="Arial"/>
                <a:ea typeface="+mn-ea"/>
                <a:cs typeface="Arial"/>
              </a:rPr>
              <a:t>Merge - Pseudocode</a:t>
            </a:r>
            <a:endParaRPr lang="en-GB" sz="3200" b="1" dirty="0">
              <a:solidFill>
                <a:srgbClr val="004200"/>
              </a:solidFill>
              <a:latin typeface="Arial"/>
              <a:ea typeface="+mn-ea"/>
              <a:cs typeface="Arial"/>
            </a:endParaRPr>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smtClean="0">
                <a:cs typeface="+mj-cs"/>
              </a:rPr>
              <a:pPr/>
              <a:t>14</a:t>
            </a:fld>
            <a:endParaRPr lang="ur-PK" sz="1600" dirty="0">
              <a:cs typeface="+mj-cs"/>
            </a:endParaRPr>
          </a:p>
        </p:txBody>
      </p:sp>
      <p:sp>
        <p:nvSpPr>
          <p:cNvPr id="11" name="Rectangle 3">
            <a:extLst>
              <a:ext uri="{FF2B5EF4-FFF2-40B4-BE49-F238E27FC236}">
                <a16:creationId xmlns:a16="http://schemas.microsoft.com/office/drawing/2014/main" id="{2936B82B-5FFE-C794-8E0F-FB4050740748}"/>
              </a:ext>
            </a:extLst>
          </p:cNvPr>
          <p:cNvSpPr txBox="1">
            <a:spLocks noChangeArrowheads="1"/>
          </p:cNvSpPr>
          <p:nvPr/>
        </p:nvSpPr>
        <p:spPr>
          <a:xfrm>
            <a:off x="1158240" y="1763797"/>
            <a:ext cx="9936480" cy="4408403"/>
          </a:xfrm>
          <a:prstGeom prst="rect">
            <a:avLst/>
          </a:prstGeom>
        </p:spPr>
        <p:txBody>
          <a:bodyPr vert="horz" lIns="0" tIns="45720" rIns="0" bIns="45720" rtlCol="0">
            <a:normAutofit fontScale="850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381000" indent="-381000">
              <a:buFontTx/>
              <a:buNone/>
            </a:pPr>
            <a:r>
              <a:rPr lang="en-US" altLang="en-US" dirty="0">
                <a:solidFill>
                  <a:srgbClr val="DD0111"/>
                </a:solidFill>
                <a:latin typeface="Monotype Corsiva" panose="03010101010201010101" pitchFamily="66" charset="0"/>
              </a:rPr>
              <a:t>Alg.:</a:t>
            </a:r>
            <a:r>
              <a:rPr lang="en-US" altLang="en-US" dirty="0"/>
              <a:t> </a:t>
            </a:r>
            <a:r>
              <a:rPr lang="en-US" altLang="en-US" dirty="0">
                <a:solidFill>
                  <a:schemeClr val="tx1"/>
                </a:solidFill>
                <a:latin typeface="Times New Roman" panose="02020603050405020304" pitchFamily="18" charset="0"/>
                <a:cs typeface="Times New Roman" panose="02020603050405020304" pitchFamily="18" charset="0"/>
              </a:rPr>
              <a:t>MERGE(A, p, q, r)</a:t>
            </a:r>
          </a:p>
          <a:p>
            <a:pPr marL="381000" indent="-381000">
              <a:buFontTx/>
              <a:buAutoNum type="arabicPeriod"/>
            </a:pPr>
            <a:r>
              <a:rPr lang="en-US" altLang="en-US" sz="2400" dirty="0">
                <a:solidFill>
                  <a:schemeClr val="tx1"/>
                </a:solidFill>
                <a:latin typeface="Times New Roman" panose="02020603050405020304" pitchFamily="18" charset="0"/>
                <a:cs typeface="Times New Roman" panose="02020603050405020304" pitchFamily="18" charset="0"/>
              </a:rPr>
              <a:t>Compute n</a:t>
            </a:r>
            <a:r>
              <a:rPr lang="en-US" altLang="en-US" sz="2400" baseline="-25000" dirty="0">
                <a:solidFill>
                  <a:schemeClr val="tx1"/>
                </a:solidFill>
                <a:latin typeface="Times New Roman" panose="02020603050405020304" pitchFamily="18" charset="0"/>
                <a:cs typeface="Times New Roman" panose="02020603050405020304" pitchFamily="18" charset="0"/>
              </a:rPr>
              <a:t>1</a:t>
            </a:r>
            <a:r>
              <a:rPr lang="en-US" altLang="en-US" sz="2400" dirty="0">
                <a:solidFill>
                  <a:schemeClr val="tx1"/>
                </a:solidFill>
                <a:latin typeface="Times New Roman" panose="02020603050405020304" pitchFamily="18" charset="0"/>
                <a:cs typeface="Times New Roman" panose="02020603050405020304" pitchFamily="18" charset="0"/>
              </a:rPr>
              <a:t> and n</a:t>
            </a:r>
            <a:r>
              <a:rPr lang="en-US" altLang="en-US" sz="2400" baseline="-25000" dirty="0">
                <a:solidFill>
                  <a:schemeClr val="tx1"/>
                </a:solidFill>
                <a:latin typeface="Times New Roman" panose="02020603050405020304" pitchFamily="18" charset="0"/>
                <a:cs typeface="Times New Roman" panose="02020603050405020304" pitchFamily="18" charset="0"/>
              </a:rPr>
              <a:t>2</a:t>
            </a:r>
            <a:endParaRPr lang="en-US" altLang="en-US" sz="2400" dirty="0">
              <a:solidFill>
                <a:schemeClr val="tx1"/>
              </a:solidFill>
              <a:latin typeface="Times New Roman" panose="02020603050405020304" pitchFamily="18" charset="0"/>
              <a:cs typeface="Times New Roman" panose="02020603050405020304" pitchFamily="18" charset="0"/>
            </a:endParaRPr>
          </a:p>
          <a:p>
            <a:pPr marL="381000" indent="-381000">
              <a:buFontTx/>
              <a:buAutoNum type="arabicPeriod"/>
            </a:pPr>
            <a:r>
              <a:rPr lang="en-US" altLang="en-US" sz="2400" dirty="0">
                <a:solidFill>
                  <a:schemeClr val="tx1"/>
                </a:solidFill>
                <a:latin typeface="Times New Roman" panose="02020603050405020304" pitchFamily="18" charset="0"/>
                <a:cs typeface="Times New Roman" panose="02020603050405020304" pitchFamily="18" charset="0"/>
              </a:rPr>
              <a:t>Copy the first n</a:t>
            </a:r>
            <a:r>
              <a:rPr lang="en-US" altLang="en-US" sz="2400" baseline="-25000" dirty="0">
                <a:solidFill>
                  <a:schemeClr val="tx1"/>
                </a:solidFill>
                <a:latin typeface="Times New Roman" panose="02020603050405020304" pitchFamily="18" charset="0"/>
                <a:cs typeface="Times New Roman" panose="02020603050405020304" pitchFamily="18" charset="0"/>
              </a:rPr>
              <a:t>1</a:t>
            </a:r>
            <a:r>
              <a:rPr lang="en-US" altLang="en-US" sz="2400" dirty="0">
                <a:solidFill>
                  <a:schemeClr val="tx1"/>
                </a:solidFill>
                <a:latin typeface="Times New Roman" panose="02020603050405020304" pitchFamily="18" charset="0"/>
                <a:cs typeface="Times New Roman" panose="02020603050405020304" pitchFamily="18" charset="0"/>
              </a:rPr>
              <a:t> elements into  L[1 . . n</a:t>
            </a:r>
            <a:r>
              <a:rPr lang="en-US" altLang="en-US" sz="2400" baseline="-25000" dirty="0">
                <a:solidFill>
                  <a:schemeClr val="tx1"/>
                </a:solidFill>
                <a:latin typeface="Times New Roman" panose="02020603050405020304" pitchFamily="18" charset="0"/>
                <a:cs typeface="Times New Roman" panose="02020603050405020304" pitchFamily="18" charset="0"/>
              </a:rPr>
              <a:t>1</a:t>
            </a:r>
            <a:r>
              <a:rPr lang="en-US" altLang="en-US" sz="2400" dirty="0">
                <a:solidFill>
                  <a:schemeClr val="tx1"/>
                </a:solidFill>
                <a:latin typeface="Times New Roman" panose="02020603050405020304" pitchFamily="18" charset="0"/>
                <a:cs typeface="Times New Roman" panose="02020603050405020304" pitchFamily="18" charset="0"/>
              </a:rPr>
              <a:t> + 1] and  the next n</a:t>
            </a:r>
            <a:r>
              <a:rPr lang="en-US" altLang="en-US" sz="2400" baseline="-25000" dirty="0">
                <a:solidFill>
                  <a:schemeClr val="tx1"/>
                </a:solidFill>
                <a:latin typeface="Times New Roman" panose="02020603050405020304" pitchFamily="18" charset="0"/>
                <a:cs typeface="Times New Roman" panose="02020603050405020304" pitchFamily="18" charset="0"/>
              </a:rPr>
              <a:t>2</a:t>
            </a:r>
            <a:r>
              <a:rPr lang="en-US" altLang="en-US" sz="2400" dirty="0">
                <a:solidFill>
                  <a:schemeClr val="tx1"/>
                </a:solidFill>
                <a:latin typeface="Times New Roman" panose="02020603050405020304" pitchFamily="18" charset="0"/>
                <a:cs typeface="Times New Roman" panose="02020603050405020304" pitchFamily="18" charset="0"/>
              </a:rPr>
              <a:t> elements into R[1 . . n</a:t>
            </a:r>
            <a:r>
              <a:rPr lang="en-US" altLang="en-US" sz="2400" baseline="-25000" dirty="0">
                <a:solidFill>
                  <a:schemeClr val="tx1"/>
                </a:solidFill>
                <a:latin typeface="Times New Roman" panose="02020603050405020304" pitchFamily="18" charset="0"/>
                <a:cs typeface="Times New Roman" panose="02020603050405020304" pitchFamily="18" charset="0"/>
              </a:rPr>
              <a:t>2</a:t>
            </a:r>
            <a:r>
              <a:rPr lang="en-US" altLang="en-US" sz="2400" dirty="0">
                <a:solidFill>
                  <a:schemeClr val="tx1"/>
                </a:solidFill>
                <a:latin typeface="Times New Roman" panose="02020603050405020304" pitchFamily="18" charset="0"/>
                <a:cs typeface="Times New Roman" panose="02020603050405020304" pitchFamily="18" charset="0"/>
              </a:rPr>
              <a:t> + 1]</a:t>
            </a:r>
          </a:p>
          <a:p>
            <a:pPr marL="381000" indent="-381000">
              <a:buFontTx/>
              <a:buAutoNum type="arabicPeriod"/>
            </a:pPr>
            <a:r>
              <a:rPr lang="en-US" altLang="en-US" sz="2400" dirty="0">
                <a:solidFill>
                  <a:schemeClr val="tx1"/>
                </a:solidFill>
                <a:latin typeface="Times New Roman" panose="02020603050405020304" pitchFamily="18" charset="0"/>
                <a:cs typeface="Times New Roman" panose="02020603050405020304" pitchFamily="18" charset="0"/>
              </a:rPr>
              <a:t>L[n</a:t>
            </a:r>
            <a:r>
              <a:rPr lang="en-US" altLang="en-US" sz="2400" baseline="-25000" dirty="0">
                <a:solidFill>
                  <a:schemeClr val="tx1"/>
                </a:solidFill>
                <a:latin typeface="Times New Roman" panose="02020603050405020304" pitchFamily="18" charset="0"/>
                <a:cs typeface="Times New Roman" panose="02020603050405020304" pitchFamily="18" charset="0"/>
              </a:rPr>
              <a:t>1</a:t>
            </a:r>
            <a:r>
              <a:rPr lang="en-US" altLang="en-US" sz="2400" dirty="0">
                <a:solidFill>
                  <a:schemeClr val="tx1"/>
                </a:solidFill>
                <a:latin typeface="Times New Roman" panose="02020603050405020304" pitchFamily="18" charset="0"/>
                <a:cs typeface="Times New Roman" panose="02020603050405020304" pitchFamily="18" charset="0"/>
              </a:rPr>
              <a:t> + 1] ← </a:t>
            </a:r>
            <a:r>
              <a:rPr lang="en-US" altLang="en-US"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400" dirty="0">
                <a:solidFill>
                  <a:schemeClr val="tx1"/>
                </a:solidFill>
                <a:latin typeface="Times New Roman" panose="02020603050405020304" pitchFamily="18" charset="0"/>
                <a:cs typeface="Times New Roman" panose="02020603050405020304" pitchFamily="18" charset="0"/>
              </a:rPr>
              <a:t>R[n</a:t>
            </a:r>
            <a:r>
              <a:rPr lang="en-US" altLang="en-US" sz="2400" baseline="-25000" dirty="0">
                <a:solidFill>
                  <a:schemeClr val="tx1"/>
                </a:solidFill>
                <a:latin typeface="Times New Roman" panose="02020603050405020304" pitchFamily="18" charset="0"/>
                <a:cs typeface="Times New Roman" panose="02020603050405020304" pitchFamily="18" charset="0"/>
              </a:rPr>
              <a:t>2</a:t>
            </a:r>
            <a:r>
              <a:rPr lang="en-US" altLang="en-US" sz="2400" dirty="0">
                <a:solidFill>
                  <a:schemeClr val="tx1"/>
                </a:solidFill>
                <a:latin typeface="Times New Roman" panose="02020603050405020304" pitchFamily="18" charset="0"/>
                <a:cs typeface="Times New Roman" panose="02020603050405020304" pitchFamily="18" charset="0"/>
              </a:rPr>
              <a:t> + 1] ← </a:t>
            </a:r>
            <a:r>
              <a:rPr lang="en-US" altLang="en-US"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en-US" sz="2400" dirty="0">
              <a:solidFill>
                <a:schemeClr val="tx1"/>
              </a:solidFill>
              <a:latin typeface="Times New Roman" panose="02020603050405020304" pitchFamily="18" charset="0"/>
              <a:cs typeface="Times New Roman" panose="02020603050405020304" pitchFamily="18" charset="0"/>
            </a:endParaRPr>
          </a:p>
          <a:p>
            <a:pPr marL="381000" indent="-381000">
              <a:buFontTx/>
              <a:buAutoNum type="arabicPeriod"/>
            </a:pP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i</a:t>
            </a:r>
            <a:r>
              <a:rPr lang="en-US" altLang="en-US" sz="2400" dirty="0">
                <a:solidFill>
                  <a:schemeClr val="tx1"/>
                </a:solidFill>
                <a:latin typeface="Times New Roman" panose="02020603050405020304" pitchFamily="18" charset="0"/>
                <a:cs typeface="Times New Roman" panose="02020603050405020304" pitchFamily="18" charset="0"/>
              </a:rPr>
              <a:t> ← 1;    j ← 1</a:t>
            </a:r>
          </a:p>
          <a:p>
            <a:pPr marL="381000" indent="-381000">
              <a:buFontTx/>
              <a:buAutoNum type="arabicPeriod"/>
            </a:pP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b="1" dirty="0">
                <a:solidFill>
                  <a:schemeClr val="tx1"/>
                </a:solidFill>
                <a:latin typeface="Times New Roman" panose="02020603050405020304" pitchFamily="18" charset="0"/>
                <a:cs typeface="Times New Roman" panose="02020603050405020304" pitchFamily="18" charset="0"/>
              </a:rPr>
              <a:t>for </a:t>
            </a:r>
            <a:r>
              <a:rPr lang="en-US" altLang="en-US" sz="2400" dirty="0">
                <a:solidFill>
                  <a:schemeClr val="tx1"/>
                </a:solidFill>
                <a:latin typeface="Times New Roman" panose="02020603050405020304" pitchFamily="18" charset="0"/>
                <a:cs typeface="Times New Roman" panose="02020603050405020304" pitchFamily="18" charset="0"/>
              </a:rPr>
              <a:t>k ← p </a:t>
            </a:r>
            <a:r>
              <a:rPr lang="en-US" altLang="en-US" sz="2400" b="1" dirty="0">
                <a:solidFill>
                  <a:schemeClr val="tx1"/>
                </a:solidFill>
                <a:latin typeface="Times New Roman" panose="02020603050405020304" pitchFamily="18" charset="0"/>
                <a:cs typeface="Times New Roman" panose="02020603050405020304" pitchFamily="18" charset="0"/>
              </a:rPr>
              <a:t>to </a:t>
            </a:r>
            <a:r>
              <a:rPr lang="en-US" altLang="en-US" sz="2400" dirty="0">
                <a:solidFill>
                  <a:schemeClr val="tx1"/>
                </a:solidFill>
                <a:latin typeface="Times New Roman" panose="02020603050405020304" pitchFamily="18" charset="0"/>
                <a:cs typeface="Times New Roman" panose="02020603050405020304" pitchFamily="18" charset="0"/>
              </a:rPr>
              <a:t>r</a:t>
            </a:r>
          </a:p>
          <a:p>
            <a:pPr marL="381000" indent="-381000">
              <a:buFontTx/>
              <a:buAutoNum type="arabicPeriod"/>
            </a:pP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b="1" dirty="0">
                <a:solidFill>
                  <a:schemeClr val="tx1"/>
                </a:solidFill>
                <a:latin typeface="Times New Roman" panose="02020603050405020304" pitchFamily="18" charset="0"/>
                <a:cs typeface="Times New Roman" panose="02020603050405020304" pitchFamily="18" charset="0"/>
              </a:rPr>
              <a:t>do if </a:t>
            </a:r>
            <a:r>
              <a:rPr lang="en-US" altLang="en-US" sz="2400" dirty="0">
                <a:solidFill>
                  <a:schemeClr val="tx1"/>
                </a:solidFill>
                <a:latin typeface="Times New Roman" panose="02020603050405020304" pitchFamily="18" charset="0"/>
                <a:cs typeface="Times New Roman" panose="02020603050405020304" pitchFamily="18" charset="0"/>
              </a:rPr>
              <a:t>L[ </a:t>
            </a:r>
            <a:r>
              <a:rPr lang="en-US" altLang="en-US" sz="2400" dirty="0" err="1">
                <a:solidFill>
                  <a:schemeClr val="tx1"/>
                </a:solidFill>
                <a:latin typeface="Times New Roman" panose="02020603050405020304" pitchFamily="18" charset="0"/>
                <a:cs typeface="Times New Roman" panose="02020603050405020304" pitchFamily="18" charset="0"/>
              </a:rPr>
              <a:t>i</a:t>
            </a:r>
            <a:r>
              <a:rPr lang="en-US" altLang="en-US" sz="2400" dirty="0">
                <a:solidFill>
                  <a:schemeClr val="tx1"/>
                </a:solidFill>
                <a:latin typeface="Times New Roman" panose="02020603050405020304" pitchFamily="18" charset="0"/>
                <a:cs typeface="Times New Roman" panose="02020603050405020304" pitchFamily="18" charset="0"/>
              </a:rPr>
              <a:t> ] ≤ R[ j ]</a:t>
            </a:r>
          </a:p>
          <a:p>
            <a:pPr marL="381000" indent="-381000">
              <a:buFontTx/>
              <a:buAutoNum type="arabicPeriod"/>
            </a:pP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b="1" dirty="0">
                <a:solidFill>
                  <a:schemeClr val="tx1"/>
                </a:solidFill>
                <a:latin typeface="Times New Roman" panose="02020603050405020304" pitchFamily="18" charset="0"/>
                <a:cs typeface="Times New Roman" panose="02020603050405020304" pitchFamily="18" charset="0"/>
              </a:rPr>
              <a:t> then </a:t>
            </a:r>
            <a:r>
              <a:rPr lang="en-US" altLang="en-US" sz="2400" dirty="0">
                <a:solidFill>
                  <a:schemeClr val="tx1"/>
                </a:solidFill>
                <a:latin typeface="Times New Roman" panose="02020603050405020304" pitchFamily="18" charset="0"/>
                <a:cs typeface="Times New Roman" panose="02020603050405020304" pitchFamily="18" charset="0"/>
              </a:rPr>
              <a:t>A[k] ← L[ </a:t>
            </a:r>
            <a:r>
              <a:rPr lang="en-US" altLang="en-US" sz="2400" dirty="0" err="1">
                <a:solidFill>
                  <a:schemeClr val="tx1"/>
                </a:solidFill>
                <a:latin typeface="Times New Roman" panose="02020603050405020304" pitchFamily="18" charset="0"/>
                <a:cs typeface="Times New Roman" panose="02020603050405020304" pitchFamily="18" charset="0"/>
              </a:rPr>
              <a:t>i</a:t>
            </a:r>
            <a:r>
              <a:rPr lang="en-US" altLang="en-US" sz="2400" dirty="0">
                <a:solidFill>
                  <a:schemeClr val="tx1"/>
                </a:solidFill>
                <a:latin typeface="Times New Roman" panose="02020603050405020304" pitchFamily="18" charset="0"/>
                <a:cs typeface="Times New Roman" panose="02020603050405020304" pitchFamily="18" charset="0"/>
              </a:rPr>
              <a:t> ]</a:t>
            </a:r>
          </a:p>
          <a:p>
            <a:pPr marL="381000" indent="-381000">
              <a:buFontTx/>
              <a:buAutoNum type="arabicPeriod"/>
            </a:pP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i</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i</a:t>
            </a:r>
            <a:r>
              <a:rPr lang="en-US" altLang="en-US" sz="2400" dirty="0">
                <a:solidFill>
                  <a:schemeClr val="tx1"/>
                </a:solidFill>
                <a:latin typeface="Times New Roman" panose="02020603050405020304" pitchFamily="18" charset="0"/>
                <a:cs typeface="Times New Roman" panose="02020603050405020304" pitchFamily="18" charset="0"/>
              </a:rPr>
              <a:t> + 1</a:t>
            </a:r>
          </a:p>
          <a:p>
            <a:pPr marL="381000" indent="-381000">
              <a:buFontTx/>
              <a:buAutoNum type="arabicPeriod"/>
            </a:pP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b="1" dirty="0">
                <a:solidFill>
                  <a:schemeClr val="tx1"/>
                </a:solidFill>
                <a:latin typeface="Times New Roman" panose="02020603050405020304" pitchFamily="18" charset="0"/>
                <a:cs typeface="Times New Roman" panose="02020603050405020304" pitchFamily="18" charset="0"/>
              </a:rPr>
              <a:t>  else </a:t>
            </a:r>
            <a:r>
              <a:rPr lang="en-US" altLang="en-US" sz="2400" dirty="0">
                <a:solidFill>
                  <a:schemeClr val="tx1"/>
                </a:solidFill>
                <a:latin typeface="Times New Roman" panose="02020603050405020304" pitchFamily="18" charset="0"/>
                <a:cs typeface="Times New Roman" panose="02020603050405020304" pitchFamily="18" charset="0"/>
              </a:rPr>
              <a:t>A[k] ← R[ j ]</a:t>
            </a:r>
          </a:p>
          <a:p>
            <a:pPr marL="381000" indent="-381000">
              <a:buFontTx/>
              <a:buAutoNum type="arabicPeriod"/>
            </a:pPr>
            <a:r>
              <a:rPr lang="en-US" altLang="en-US" sz="2400" dirty="0">
                <a:solidFill>
                  <a:schemeClr val="tx1"/>
                </a:solidFill>
                <a:latin typeface="Times New Roman" panose="02020603050405020304" pitchFamily="18" charset="0"/>
                <a:cs typeface="Times New Roman" panose="02020603050405020304" pitchFamily="18" charset="0"/>
              </a:rPr>
              <a:t>                      j ← j + 1</a:t>
            </a:r>
          </a:p>
        </p:txBody>
      </p:sp>
      <p:grpSp>
        <p:nvGrpSpPr>
          <p:cNvPr id="12" name="Group 31">
            <a:extLst>
              <a:ext uri="{FF2B5EF4-FFF2-40B4-BE49-F238E27FC236}">
                <a16:creationId xmlns:a16="http://schemas.microsoft.com/office/drawing/2014/main" id="{48755477-4C55-23D9-033E-F69AF1D17844}"/>
              </a:ext>
            </a:extLst>
          </p:cNvPr>
          <p:cNvGrpSpPr>
            <a:grpSpLocks/>
          </p:cNvGrpSpPr>
          <p:nvPr/>
        </p:nvGrpSpPr>
        <p:grpSpPr bwMode="auto">
          <a:xfrm>
            <a:off x="8405812" y="2757487"/>
            <a:ext cx="3100388" cy="1738313"/>
            <a:chOff x="3305" y="2504"/>
            <a:chExt cx="1953" cy="1095"/>
          </a:xfrm>
        </p:grpSpPr>
        <p:sp>
          <p:nvSpPr>
            <p:cNvPr id="13" name="Text Box 32">
              <a:extLst>
                <a:ext uri="{FF2B5EF4-FFF2-40B4-BE49-F238E27FC236}">
                  <a16:creationId xmlns:a16="http://schemas.microsoft.com/office/drawing/2014/main" id="{B4FDEA93-8BFF-B6FB-E91F-D36484A8A312}"/>
                </a:ext>
              </a:extLst>
            </p:cNvPr>
            <p:cNvSpPr txBox="1">
              <a:spLocks noChangeArrowheads="1"/>
            </p:cNvSpPr>
            <p:nvPr/>
          </p:nvSpPr>
          <p:spPr bwMode="auto">
            <a:xfrm>
              <a:off x="3321" y="275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1</a:t>
              </a:r>
            </a:p>
          </p:txBody>
        </p:sp>
        <p:sp>
          <p:nvSpPr>
            <p:cNvPr id="14" name="Text Box 33">
              <a:extLst>
                <a:ext uri="{FF2B5EF4-FFF2-40B4-BE49-F238E27FC236}">
                  <a16:creationId xmlns:a16="http://schemas.microsoft.com/office/drawing/2014/main" id="{2A77D69D-352F-5D8D-74E0-A44655BF690C}"/>
                </a:ext>
              </a:extLst>
            </p:cNvPr>
            <p:cNvSpPr txBox="1">
              <a:spLocks noChangeArrowheads="1"/>
            </p:cNvSpPr>
            <p:nvPr/>
          </p:nvSpPr>
          <p:spPr bwMode="auto">
            <a:xfrm>
              <a:off x="3561" y="275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2</a:t>
              </a:r>
            </a:p>
          </p:txBody>
        </p:sp>
        <p:sp>
          <p:nvSpPr>
            <p:cNvPr id="15" name="Text Box 34">
              <a:extLst>
                <a:ext uri="{FF2B5EF4-FFF2-40B4-BE49-F238E27FC236}">
                  <a16:creationId xmlns:a16="http://schemas.microsoft.com/office/drawing/2014/main" id="{34557AF7-0E37-8812-6AB0-5A2B66DC74A0}"/>
                </a:ext>
              </a:extLst>
            </p:cNvPr>
            <p:cNvSpPr txBox="1">
              <a:spLocks noChangeArrowheads="1"/>
            </p:cNvSpPr>
            <p:nvPr/>
          </p:nvSpPr>
          <p:spPr bwMode="auto">
            <a:xfrm>
              <a:off x="3801" y="275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3</a:t>
              </a:r>
            </a:p>
          </p:txBody>
        </p:sp>
        <p:sp>
          <p:nvSpPr>
            <p:cNvPr id="16" name="Text Box 35">
              <a:extLst>
                <a:ext uri="{FF2B5EF4-FFF2-40B4-BE49-F238E27FC236}">
                  <a16:creationId xmlns:a16="http://schemas.microsoft.com/office/drawing/2014/main" id="{0E296085-9218-7843-74C2-48BD39207FA2}"/>
                </a:ext>
              </a:extLst>
            </p:cNvPr>
            <p:cNvSpPr txBox="1">
              <a:spLocks noChangeArrowheads="1"/>
            </p:cNvSpPr>
            <p:nvPr/>
          </p:nvSpPr>
          <p:spPr bwMode="auto">
            <a:xfrm>
              <a:off x="4041" y="275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4</a:t>
              </a:r>
            </a:p>
          </p:txBody>
        </p:sp>
        <p:sp>
          <p:nvSpPr>
            <p:cNvPr id="17" name="Text Box 36">
              <a:extLst>
                <a:ext uri="{FF2B5EF4-FFF2-40B4-BE49-F238E27FC236}">
                  <a16:creationId xmlns:a16="http://schemas.microsoft.com/office/drawing/2014/main" id="{09D84C18-D16F-B189-0CD3-B95B3970871E}"/>
                </a:ext>
              </a:extLst>
            </p:cNvPr>
            <p:cNvSpPr txBox="1">
              <a:spLocks noChangeArrowheads="1"/>
            </p:cNvSpPr>
            <p:nvPr/>
          </p:nvSpPr>
          <p:spPr bwMode="auto">
            <a:xfrm>
              <a:off x="4281" y="275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5</a:t>
              </a:r>
            </a:p>
          </p:txBody>
        </p:sp>
        <p:sp>
          <p:nvSpPr>
            <p:cNvPr id="18" name="Text Box 37">
              <a:extLst>
                <a:ext uri="{FF2B5EF4-FFF2-40B4-BE49-F238E27FC236}">
                  <a16:creationId xmlns:a16="http://schemas.microsoft.com/office/drawing/2014/main" id="{877AC41C-AAE9-1DDB-9BDE-EFE5CB9A9190}"/>
                </a:ext>
              </a:extLst>
            </p:cNvPr>
            <p:cNvSpPr txBox="1">
              <a:spLocks noChangeArrowheads="1"/>
            </p:cNvSpPr>
            <p:nvPr/>
          </p:nvSpPr>
          <p:spPr bwMode="auto">
            <a:xfrm>
              <a:off x="4521" y="275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6</a:t>
              </a:r>
            </a:p>
          </p:txBody>
        </p:sp>
        <p:sp>
          <p:nvSpPr>
            <p:cNvPr id="19" name="Text Box 38">
              <a:extLst>
                <a:ext uri="{FF2B5EF4-FFF2-40B4-BE49-F238E27FC236}">
                  <a16:creationId xmlns:a16="http://schemas.microsoft.com/office/drawing/2014/main" id="{1D8A9459-25AD-41D8-402D-7A676465082A}"/>
                </a:ext>
              </a:extLst>
            </p:cNvPr>
            <p:cNvSpPr txBox="1">
              <a:spLocks noChangeArrowheads="1"/>
            </p:cNvSpPr>
            <p:nvPr/>
          </p:nvSpPr>
          <p:spPr bwMode="auto">
            <a:xfrm>
              <a:off x="4761" y="275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7</a:t>
              </a:r>
            </a:p>
          </p:txBody>
        </p:sp>
        <p:sp>
          <p:nvSpPr>
            <p:cNvPr id="20" name="Text Box 39">
              <a:extLst>
                <a:ext uri="{FF2B5EF4-FFF2-40B4-BE49-F238E27FC236}">
                  <a16:creationId xmlns:a16="http://schemas.microsoft.com/office/drawing/2014/main" id="{8E9F1C9B-E8A9-4084-E0BB-6D16EB5070CA}"/>
                </a:ext>
              </a:extLst>
            </p:cNvPr>
            <p:cNvSpPr txBox="1">
              <a:spLocks noChangeArrowheads="1"/>
            </p:cNvSpPr>
            <p:nvPr/>
          </p:nvSpPr>
          <p:spPr bwMode="auto">
            <a:xfrm>
              <a:off x="5001" y="275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8</a:t>
              </a:r>
            </a:p>
          </p:txBody>
        </p:sp>
        <p:sp>
          <p:nvSpPr>
            <p:cNvPr id="21" name="Rectangle 40">
              <a:extLst>
                <a:ext uri="{FF2B5EF4-FFF2-40B4-BE49-F238E27FC236}">
                  <a16:creationId xmlns:a16="http://schemas.microsoft.com/office/drawing/2014/main" id="{2E1FCD78-A1C6-F206-5674-71473733EB62}"/>
                </a:ext>
              </a:extLst>
            </p:cNvPr>
            <p:cNvSpPr>
              <a:spLocks noChangeArrowheads="1"/>
            </p:cNvSpPr>
            <p:nvPr/>
          </p:nvSpPr>
          <p:spPr bwMode="auto">
            <a:xfrm>
              <a:off x="4986" y="2915"/>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6</a:t>
              </a:r>
            </a:p>
          </p:txBody>
        </p:sp>
        <p:sp>
          <p:nvSpPr>
            <p:cNvPr id="22" name="Rectangle 41">
              <a:extLst>
                <a:ext uri="{FF2B5EF4-FFF2-40B4-BE49-F238E27FC236}">
                  <a16:creationId xmlns:a16="http://schemas.microsoft.com/office/drawing/2014/main" id="{19433E93-EAE8-4B8D-CED6-4B6702FC953B}"/>
                </a:ext>
              </a:extLst>
            </p:cNvPr>
            <p:cNvSpPr>
              <a:spLocks noChangeArrowheads="1"/>
            </p:cNvSpPr>
            <p:nvPr/>
          </p:nvSpPr>
          <p:spPr bwMode="auto">
            <a:xfrm>
              <a:off x="4746" y="2915"/>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3</a:t>
              </a:r>
            </a:p>
          </p:txBody>
        </p:sp>
        <p:sp>
          <p:nvSpPr>
            <p:cNvPr id="23" name="Rectangle 42">
              <a:extLst>
                <a:ext uri="{FF2B5EF4-FFF2-40B4-BE49-F238E27FC236}">
                  <a16:creationId xmlns:a16="http://schemas.microsoft.com/office/drawing/2014/main" id="{210F5636-4223-7E0E-CD66-B758F351F0B4}"/>
                </a:ext>
              </a:extLst>
            </p:cNvPr>
            <p:cNvSpPr>
              <a:spLocks noChangeArrowheads="1"/>
            </p:cNvSpPr>
            <p:nvPr/>
          </p:nvSpPr>
          <p:spPr bwMode="auto">
            <a:xfrm>
              <a:off x="4506" y="2915"/>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24" name="Rectangle 43">
              <a:extLst>
                <a:ext uri="{FF2B5EF4-FFF2-40B4-BE49-F238E27FC236}">
                  <a16:creationId xmlns:a16="http://schemas.microsoft.com/office/drawing/2014/main" id="{F8DEEC10-2002-C78A-F951-D49B13ED04AA}"/>
                </a:ext>
              </a:extLst>
            </p:cNvPr>
            <p:cNvSpPr>
              <a:spLocks noChangeArrowheads="1"/>
            </p:cNvSpPr>
            <p:nvPr/>
          </p:nvSpPr>
          <p:spPr bwMode="auto">
            <a:xfrm>
              <a:off x="4266" y="2915"/>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1</a:t>
              </a:r>
            </a:p>
          </p:txBody>
        </p:sp>
        <p:sp>
          <p:nvSpPr>
            <p:cNvPr id="25" name="Rectangle 44">
              <a:extLst>
                <a:ext uri="{FF2B5EF4-FFF2-40B4-BE49-F238E27FC236}">
                  <a16:creationId xmlns:a16="http://schemas.microsoft.com/office/drawing/2014/main" id="{732DEBF1-BED3-94B3-BE59-010FB4935C74}"/>
                </a:ext>
              </a:extLst>
            </p:cNvPr>
            <p:cNvSpPr>
              <a:spLocks noChangeArrowheads="1"/>
            </p:cNvSpPr>
            <p:nvPr/>
          </p:nvSpPr>
          <p:spPr bwMode="auto">
            <a:xfrm>
              <a:off x="4026" y="2915"/>
              <a:ext cx="240" cy="23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7</a:t>
              </a:r>
            </a:p>
          </p:txBody>
        </p:sp>
        <p:sp>
          <p:nvSpPr>
            <p:cNvPr id="26" name="Rectangle 45">
              <a:extLst>
                <a:ext uri="{FF2B5EF4-FFF2-40B4-BE49-F238E27FC236}">
                  <a16:creationId xmlns:a16="http://schemas.microsoft.com/office/drawing/2014/main" id="{65062F3D-4D16-762C-2DC1-DB82F57B4AD4}"/>
                </a:ext>
              </a:extLst>
            </p:cNvPr>
            <p:cNvSpPr>
              <a:spLocks noChangeArrowheads="1"/>
            </p:cNvSpPr>
            <p:nvPr/>
          </p:nvSpPr>
          <p:spPr bwMode="auto">
            <a:xfrm>
              <a:off x="3786" y="2915"/>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5</a:t>
              </a:r>
            </a:p>
          </p:txBody>
        </p:sp>
        <p:sp>
          <p:nvSpPr>
            <p:cNvPr id="27" name="Rectangle 46">
              <a:extLst>
                <a:ext uri="{FF2B5EF4-FFF2-40B4-BE49-F238E27FC236}">
                  <a16:creationId xmlns:a16="http://schemas.microsoft.com/office/drawing/2014/main" id="{016AA9BE-746F-00FB-F6FD-2F6952051DF3}"/>
                </a:ext>
              </a:extLst>
            </p:cNvPr>
            <p:cNvSpPr>
              <a:spLocks noChangeArrowheads="1"/>
            </p:cNvSpPr>
            <p:nvPr/>
          </p:nvSpPr>
          <p:spPr bwMode="auto">
            <a:xfrm>
              <a:off x="3546" y="2915"/>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4</a:t>
              </a:r>
            </a:p>
          </p:txBody>
        </p:sp>
        <p:sp>
          <p:nvSpPr>
            <p:cNvPr id="28" name="Rectangle 47">
              <a:extLst>
                <a:ext uri="{FF2B5EF4-FFF2-40B4-BE49-F238E27FC236}">
                  <a16:creationId xmlns:a16="http://schemas.microsoft.com/office/drawing/2014/main" id="{A8444DC6-BA9B-3BB5-11D8-BDD76530D7FC}"/>
                </a:ext>
              </a:extLst>
            </p:cNvPr>
            <p:cNvSpPr>
              <a:spLocks noChangeArrowheads="1"/>
            </p:cNvSpPr>
            <p:nvPr/>
          </p:nvSpPr>
          <p:spPr bwMode="auto">
            <a:xfrm>
              <a:off x="3306" y="2915"/>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sz="1800"/>
                <a:t>2</a:t>
              </a:r>
            </a:p>
          </p:txBody>
        </p:sp>
        <p:sp>
          <p:nvSpPr>
            <p:cNvPr id="29" name="Line 48">
              <a:extLst>
                <a:ext uri="{FF2B5EF4-FFF2-40B4-BE49-F238E27FC236}">
                  <a16:creationId xmlns:a16="http://schemas.microsoft.com/office/drawing/2014/main" id="{90769EA4-E7CD-9FC3-ACD6-2E076690C93B}"/>
                </a:ext>
              </a:extLst>
            </p:cNvPr>
            <p:cNvSpPr>
              <a:spLocks noChangeShapeType="1"/>
            </p:cNvSpPr>
            <p:nvPr/>
          </p:nvSpPr>
          <p:spPr bwMode="auto">
            <a:xfrm>
              <a:off x="3306" y="2915"/>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49">
              <a:extLst>
                <a:ext uri="{FF2B5EF4-FFF2-40B4-BE49-F238E27FC236}">
                  <a16:creationId xmlns:a16="http://schemas.microsoft.com/office/drawing/2014/main" id="{9F23D25C-97B9-E9C7-3AC4-962A02D9AB2B}"/>
                </a:ext>
              </a:extLst>
            </p:cNvPr>
            <p:cNvSpPr>
              <a:spLocks noChangeShapeType="1"/>
            </p:cNvSpPr>
            <p:nvPr/>
          </p:nvSpPr>
          <p:spPr bwMode="auto">
            <a:xfrm>
              <a:off x="3306" y="3145"/>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50">
              <a:extLst>
                <a:ext uri="{FF2B5EF4-FFF2-40B4-BE49-F238E27FC236}">
                  <a16:creationId xmlns:a16="http://schemas.microsoft.com/office/drawing/2014/main" id="{13CDABF1-E185-7765-B99E-2D554DD3846C}"/>
                </a:ext>
              </a:extLst>
            </p:cNvPr>
            <p:cNvSpPr>
              <a:spLocks noChangeShapeType="1"/>
            </p:cNvSpPr>
            <p:nvPr/>
          </p:nvSpPr>
          <p:spPr bwMode="auto">
            <a:xfrm>
              <a:off x="3306" y="2915"/>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Line 51">
              <a:extLst>
                <a:ext uri="{FF2B5EF4-FFF2-40B4-BE49-F238E27FC236}">
                  <a16:creationId xmlns:a16="http://schemas.microsoft.com/office/drawing/2014/main" id="{EBF8FE41-B9C5-098C-2A79-3CCF5AD28082}"/>
                </a:ext>
              </a:extLst>
            </p:cNvPr>
            <p:cNvSpPr>
              <a:spLocks noChangeShapeType="1"/>
            </p:cNvSpPr>
            <p:nvPr/>
          </p:nvSpPr>
          <p:spPr bwMode="auto">
            <a:xfrm>
              <a:off x="3546" y="2915"/>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Line 52">
              <a:extLst>
                <a:ext uri="{FF2B5EF4-FFF2-40B4-BE49-F238E27FC236}">
                  <a16:creationId xmlns:a16="http://schemas.microsoft.com/office/drawing/2014/main" id="{CA9845A3-8639-D2D2-BF63-5EDB14441331}"/>
                </a:ext>
              </a:extLst>
            </p:cNvPr>
            <p:cNvSpPr>
              <a:spLocks noChangeShapeType="1"/>
            </p:cNvSpPr>
            <p:nvPr/>
          </p:nvSpPr>
          <p:spPr bwMode="auto">
            <a:xfrm>
              <a:off x="3786" y="2915"/>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Line 53">
              <a:extLst>
                <a:ext uri="{FF2B5EF4-FFF2-40B4-BE49-F238E27FC236}">
                  <a16:creationId xmlns:a16="http://schemas.microsoft.com/office/drawing/2014/main" id="{94549357-F2D2-A137-63F2-6C576CCF33FF}"/>
                </a:ext>
              </a:extLst>
            </p:cNvPr>
            <p:cNvSpPr>
              <a:spLocks noChangeShapeType="1"/>
            </p:cNvSpPr>
            <p:nvPr/>
          </p:nvSpPr>
          <p:spPr bwMode="auto">
            <a:xfrm>
              <a:off x="4026" y="2915"/>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54">
              <a:extLst>
                <a:ext uri="{FF2B5EF4-FFF2-40B4-BE49-F238E27FC236}">
                  <a16:creationId xmlns:a16="http://schemas.microsoft.com/office/drawing/2014/main" id="{0A55CC74-E949-5D02-DBAC-53FC29D25351}"/>
                </a:ext>
              </a:extLst>
            </p:cNvPr>
            <p:cNvSpPr>
              <a:spLocks noChangeShapeType="1"/>
            </p:cNvSpPr>
            <p:nvPr/>
          </p:nvSpPr>
          <p:spPr bwMode="auto">
            <a:xfrm>
              <a:off x="4266" y="2915"/>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55">
              <a:extLst>
                <a:ext uri="{FF2B5EF4-FFF2-40B4-BE49-F238E27FC236}">
                  <a16:creationId xmlns:a16="http://schemas.microsoft.com/office/drawing/2014/main" id="{226C2FEB-D62A-EC15-8029-C526FC53AAF9}"/>
                </a:ext>
              </a:extLst>
            </p:cNvPr>
            <p:cNvSpPr>
              <a:spLocks noChangeShapeType="1"/>
            </p:cNvSpPr>
            <p:nvPr/>
          </p:nvSpPr>
          <p:spPr bwMode="auto">
            <a:xfrm>
              <a:off x="4506" y="2915"/>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56">
              <a:extLst>
                <a:ext uri="{FF2B5EF4-FFF2-40B4-BE49-F238E27FC236}">
                  <a16:creationId xmlns:a16="http://schemas.microsoft.com/office/drawing/2014/main" id="{2333B017-9B9D-1485-6068-AAFDA6DCC1B4}"/>
                </a:ext>
              </a:extLst>
            </p:cNvPr>
            <p:cNvSpPr>
              <a:spLocks noChangeShapeType="1"/>
            </p:cNvSpPr>
            <p:nvPr/>
          </p:nvSpPr>
          <p:spPr bwMode="auto">
            <a:xfrm>
              <a:off x="4746" y="2915"/>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57">
              <a:extLst>
                <a:ext uri="{FF2B5EF4-FFF2-40B4-BE49-F238E27FC236}">
                  <a16:creationId xmlns:a16="http://schemas.microsoft.com/office/drawing/2014/main" id="{B678A1C4-28D5-DB58-891A-3AFEC22AE7E0}"/>
                </a:ext>
              </a:extLst>
            </p:cNvPr>
            <p:cNvSpPr>
              <a:spLocks noChangeShapeType="1"/>
            </p:cNvSpPr>
            <p:nvPr/>
          </p:nvSpPr>
          <p:spPr bwMode="auto">
            <a:xfrm>
              <a:off x="4986" y="2915"/>
              <a:ext cx="0" cy="2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58">
              <a:extLst>
                <a:ext uri="{FF2B5EF4-FFF2-40B4-BE49-F238E27FC236}">
                  <a16:creationId xmlns:a16="http://schemas.microsoft.com/office/drawing/2014/main" id="{A5E57A86-40A6-3BD6-03FB-6A1F65FEB520}"/>
                </a:ext>
              </a:extLst>
            </p:cNvPr>
            <p:cNvSpPr>
              <a:spLocks noChangeShapeType="1"/>
            </p:cNvSpPr>
            <p:nvPr/>
          </p:nvSpPr>
          <p:spPr bwMode="auto">
            <a:xfrm>
              <a:off x="5226" y="2915"/>
              <a:ext cx="0" cy="23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59">
              <a:extLst>
                <a:ext uri="{FF2B5EF4-FFF2-40B4-BE49-F238E27FC236}">
                  <a16:creationId xmlns:a16="http://schemas.microsoft.com/office/drawing/2014/main" id="{4CEBEA06-5A3E-7945-8865-F1941A4F7389}"/>
                </a:ext>
              </a:extLst>
            </p:cNvPr>
            <p:cNvSpPr>
              <a:spLocks noChangeShapeType="1"/>
            </p:cNvSpPr>
            <p:nvPr/>
          </p:nvSpPr>
          <p:spPr bwMode="auto">
            <a:xfrm>
              <a:off x="3455" y="2787"/>
              <a:ext cx="7" cy="114"/>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Text Box 60">
              <a:extLst>
                <a:ext uri="{FF2B5EF4-FFF2-40B4-BE49-F238E27FC236}">
                  <a16:creationId xmlns:a16="http://schemas.microsoft.com/office/drawing/2014/main" id="{99A051E8-0B6D-44C9-7D62-406207F651F6}"/>
                </a:ext>
              </a:extLst>
            </p:cNvPr>
            <p:cNvSpPr txBox="1">
              <a:spLocks noChangeArrowheads="1"/>
            </p:cNvSpPr>
            <p:nvPr/>
          </p:nvSpPr>
          <p:spPr bwMode="auto">
            <a:xfrm>
              <a:off x="3376" y="2507"/>
              <a:ext cx="20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solidFill>
                    <a:srgbClr val="CC0000"/>
                  </a:solidFill>
                  <a:latin typeface="Comic Sans MS" panose="030F0702030302020204" pitchFamily="66" charset="0"/>
                </a:rPr>
                <a:t>p</a:t>
              </a:r>
            </a:p>
          </p:txBody>
        </p:sp>
        <p:sp>
          <p:nvSpPr>
            <p:cNvPr id="42" name="Line 61">
              <a:extLst>
                <a:ext uri="{FF2B5EF4-FFF2-40B4-BE49-F238E27FC236}">
                  <a16:creationId xmlns:a16="http://schemas.microsoft.com/office/drawing/2014/main" id="{8157CF53-ABBF-42AF-B66D-764A801AD733}"/>
                </a:ext>
              </a:extLst>
            </p:cNvPr>
            <p:cNvSpPr>
              <a:spLocks noChangeShapeType="1"/>
            </p:cNvSpPr>
            <p:nvPr/>
          </p:nvSpPr>
          <p:spPr bwMode="auto">
            <a:xfrm>
              <a:off x="5144" y="2784"/>
              <a:ext cx="7" cy="114"/>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Text Box 62">
              <a:extLst>
                <a:ext uri="{FF2B5EF4-FFF2-40B4-BE49-F238E27FC236}">
                  <a16:creationId xmlns:a16="http://schemas.microsoft.com/office/drawing/2014/main" id="{7FBE8E2B-D9A7-CA0B-F229-45BF20D91EC1}"/>
                </a:ext>
              </a:extLst>
            </p:cNvPr>
            <p:cNvSpPr txBox="1">
              <a:spLocks noChangeArrowheads="1"/>
            </p:cNvSpPr>
            <p:nvPr/>
          </p:nvSpPr>
          <p:spPr bwMode="auto">
            <a:xfrm>
              <a:off x="5065" y="2504"/>
              <a:ext cx="19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solidFill>
                    <a:srgbClr val="CC0000"/>
                  </a:solidFill>
                  <a:latin typeface="Comic Sans MS" panose="030F0702030302020204" pitchFamily="66" charset="0"/>
                </a:rPr>
                <a:t>r</a:t>
              </a:r>
            </a:p>
          </p:txBody>
        </p:sp>
        <p:sp>
          <p:nvSpPr>
            <p:cNvPr id="44" name="Line 63">
              <a:extLst>
                <a:ext uri="{FF2B5EF4-FFF2-40B4-BE49-F238E27FC236}">
                  <a16:creationId xmlns:a16="http://schemas.microsoft.com/office/drawing/2014/main" id="{6989ACBC-FCC7-A32B-F897-952AF61F2D51}"/>
                </a:ext>
              </a:extLst>
            </p:cNvPr>
            <p:cNvSpPr>
              <a:spLocks noChangeShapeType="1"/>
            </p:cNvSpPr>
            <p:nvPr/>
          </p:nvSpPr>
          <p:spPr bwMode="auto">
            <a:xfrm>
              <a:off x="4188" y="2802"/>
              <a:ext cx="7" cy="114"/>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Text Box 64">
              <a:extLst>
                <a:ext uri="{FF2B5EF4-FFF2-40B4-BE49-F238E27FC236}">
                  <a16:creationId xmlns:a16="http://schemas.microsoft.com/office/drawing/2014/main" id="{7CA9CE0C-D8E5-3AB2-13D2-800B3CB18255}"/>
                </a:ext>
              </a:extLst>
            </p:cNvPr>
            <p:cNvSpPr txBox="1">
              <a:spLocks noChangeArrowheads="1"/>
            </p:cNvSpPr>
            <p:nvPr/>
          </p:nvSpPr>
          <p:spPr bwMode="auto">
            <a:xfrm>
              <a:off x="4109" y="2522"/>
              <a:ext cx="1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solidFill>
                    <a:srgbClr val="CC0000"/>
                  </a:solidFill>
                  <a:latin typeface="Comic Sans MS" panose="030F0702030302020204" pitchFamily="66" charset="0"/>
                </a:rPr>
                <a:t>q</a:t>
              </a:r>
            </a:p>
          </p:txBody>
        </p:sp>
        <p:sp>
          <p:nvSpPr>
            <p:cNvPr id="46" name="AutoShape 65">
              <a:extLst>
                <a:ext uri="{FF2B5EF4-FFF2-40B4-BE49-F238E27FC236}">
                  <a16:creationId xmlns:a16="http://schemas.microsoft.com/office/drawing/2014/main" id="{705FA7A0-D5DF-C7A2-0BCD-F41F2AB7C709}"/>
                </a:ext>
              </a:extLst>
            </p:cNvPr>
            <p:cNvSpPr>
              <a:spLocks/>
            </p:cNvSpPr>
            <p:nvPr/>
          </p:nvSpPr>
          <p:spPr bwMode="auto">
            <a:xfrm rot="-5400000">
              <a:off x="3727" y="2798"/>
              <a:ext cx="106" cy="949"/>
            </a:xfrm>
            <a:prstGeom prst="leftBrace">
              <a:avLst>
                <a:gd name="adj1" fmla="val 7460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 name="AutoShape 66">
              <a:extLst>
                <a:ext uri="{FF2B5EF4-FFF2-40B4-BE49-F238E27FC236}">
                  <a16:creationId xmlns:a16="http://schemas.microsoft.com/office/drawing/2014/main" id="{F28A4DE2-BFE8-B919-625E-0156B3072841}"/>
                </a:ext>
              </a:extLst>
            </p:cNvPr>
            <p:cNvSpPr>
              <a:spLocks/>
            </p:cNvSpPr>
            <p:nvPr/>
          </p:nvSpPr>
          <p:spPr bwMode="auto">
            <a:xfrm rot="-5400000">
              <a:off x="4690" y="2798"/>
              <a:ext cx="106" cy="949"/>
            </a:xfrm>
            <a:prstGeom prst="leftBrace">
              <a:avLst>
                <a:gd name="adj1" fmla="val 7460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 name="Text Box 67">
              <a:extLst>
                <a:ext uri="{FF2B5EF4-FFF2-40B4-BE49-F238E27FC236}">
                  <a16:creationId xmlns:a16="http://schemas.microsoft.com/office/drawing/2014/main" id="{19418BD0-BAEE-74EB-AEEF-1B02E8954F7B}"/>
                </a:ext>
              </a:extLst>
            </p:cNvPr>
            <p:cNvSpPr txBox="1">
              <a:spLocks noChangeArrowheads="1"/>
            </p:cNvSpPr>
            <p:nvPr/>
          </p:nvSpPr>
          <p:spPr bwMode="auto">
            <a:xfrm>
              <a:off x="3678" y="3349"/>
              <a:ext cx="24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solidFill>
                    <a:srgbClr val="CC0000"/>
                  </a:solidFill>
                  <a:latin typeface="Comic Sans MS" panose="030F0702030302020204" pitchFamily="66" charset="0"/>
                </a:rPr>
                <a:t>n</a:t>
              </a:r>
              <a:r>
                <a:rPr lang="en-US" altLang="en-US" sz="2000" baseline="-25000">
                  <a:solidFill>
                    <a:srgbClr val="CC0000"/>
                  </a:solidFill>
                  <a:latin typeface="Comic Sans MS" panose="030F0702030302020204" pitchFamily="66" charset="0"/>
                </a:rPr>
                <a:t>1</a:t>
              </a:r>
              <a:endParaRPr lang="en-US" altLang="en-US" sz="2000">
                <a:solidFill>
                  <a:srgbClr val="CC0000"/>
                </a:solidFill>
                <a:latin typeface="Comic Sans MS" panose="030F0702030302020204" pitchFamily="66" charset="0"/>
              </a:endParaRPr>
            </a:p>
          </p:txBody>
        </p:sp>
        <p:sp>
          <p:nvSpPr>
            <p:cNvPr id="49" name="Text Box 68">
              <a:extLst>
                <a:ext uri="{FF2B5EF4-FFF2-40B4-BE49-F238E27FC236}">
                  <a16:creationId xmlns:a16="http://schemas.microsoft.com/office/drawing/2014/main" id="{8DDD0B9C-8795-5A6C-92C1-1466B428035E}"/>
                </a:ext>
              </a:extLst>
            </p:cNvPr>
            <p:cNvSpPr txBox="1">
              <a:spLocks noChangeArrowheads="1"/>
            </p:cNvSpPr>
            <p:nvPr/>
          </p:nvSpPr>
          <p:spPr bwMode="auto">
            <a:xfrm>
              <a:off x="4627" y="3338"/>
              <a:ext cx="2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solidFill>
                    <a:srgbClr val="CC0000"/>
                  </a:solidFill>
                  <a:latin typeface="Comic Sans MS" panose="030F0702030302020204" pitchFamily="66" charset="0"/>
                </a:rPr>
                <a:t>n</a:t>
              </a:r>
              <a:r>
                <a:rPr lang="en-US" altLang="en-US" sz="2000" baseline="-25000">
                  <a:solidFill>
                    <a:srgbClr val="CC0000"/>
                  </a:solidFill>
                  <a:latin typeface="Comic Sans MS" panose="030F0702030302020204" pitchFamily="66" charset="0"/>
                </a:rPr>
                <a:t>2</a:t>
              </a:r>
              <a:endParaRPr lang="en-US" altLang="en-US" sz="2000">
                <a:solidFill>
                  <a:srgbClr val="CC0000"/>
                </a:solidFill>
                <a:latin typeface="Comic Sans MS" panose="030F0702030302020204" pitchFamily="66" charset="0"/>
              </a:endParaRPr>
            </a:p>
          </p:txBody>
        </p:sp>
      </p:grpSp>
      <p:grpSp>
        <p:nvGrpSpPr>
          <p:cNvPr id="140" name="Group 4">
            <a:extLst>
              <a:ext uri="{FF2B5EF4-FFF2-40B4-BE49-F238E27FC236}">
                <a16:creationId xmlns:a16="http://schemas.microsoft.com/office/drawing/2014/main" id="{B067DFA0-F5D6-43CE-7976-4CA9BB87BA48}"/>
              </a:ext>
            </a:extLst>
          </p:cNvPr>
          <p:cNvGrpSpPr>
            <a:grpSpLocks/>
          </p:cNvGrpSpPr>
          <p:nvPr/>
        </p:nvGrpSpPr>
        <p:grpSpPr bwMode="auto">
          <a:xfrm>
            <a:off x="8382000" y="4495800"/>
            <a:ext cx="3162300" cy="1539875"/>
            <a:chOff x="3599" y="1958"/>
            <a:chExt cx="1992" cy="970"/>
          </a:xfrm>
        </p:grpSpPr>
        <p:sp>
          <p:nvSpPr>
            <p:cNvPr id="141" name="Text Box 5">
              <a:extLst>
                <a:ext uri="{FF2B5EF4-FFF2-40B4-BE49-F238E27FC236}">
                  <a16:creationId xmlns:a16="http://schemas.microsoft.com/office/drawing/2014/main" id="{E5BD75EA-B539-C61E-36D3-3F95DADBA1B1}"/>
                </a:ext>
              </a:extLst>
            </p:cNvPr>
            <p:cNvSpPr txBox="1">
              <a:spLocks noChangeArrowheads="1"/>
            </p:cNvSpPr>
            <p:nvPr/>
          </p:nvSpPr>
          <p:spPr bwMode="auto">
            <a:xfrm>
              <a:off x="4007" y="195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p</a:t>
              </a:r>
            </a:p>
          </p:txBody>
        </p:sp>
        <p:sp>
          <p:nvSpPr>
            <p:cNvPr id="142" name="Text Box 6">
              <a:extLst>
                <a:ext uri="{FF2B5EF4-FFF2-40B4-BE49-F238E27FC236}">
                  <a16:creationId xmlns:a16="http://schemas.microsoft.com/office/drawing/2014/main" id="{E7912F37-0A9F-975A-18D9-09465859DA38}"/>
                </a:ext>
              </a:extLst>
            </p:cNvPr>
            <p:cNvSpPr txBox="1">
              <a:spLocks noChangeArrowheads="1"/>
            </p:cNvSpPr>
            <p:nvPr/>
          </p:nvSpPr>
          <p:spPr bwMode="auto">
            <a:xfrm>
              <a:off x="5015" y="1958"/>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q</a:t>
              </a:r>
            </a:p>
          </p:txBody>
        </p:sp>
        <p:sp>
          <p:nvSpPr>
            <p:cNvPr id="143" name="Rectangle 7">
              <a:extLst>
                <a:ext uri="{FF2B5EF4-FFF2-40B4-BE49-F238E27FC236}">
                  <a16:creationId xmlns:a16="http://schemas.microsoft.com/office/drawing/2014/main" id="{2CFAAB14-8AD0-A073-5FD6-54C58D4EB0C0}"/>
                </a:ext>
              </a:extLst>
            </p:cNvPr>
            <p:cNvSpPr>
              <a:spLocks noChangeArrowheads="1"/>
            </p:cNvSpPr>
            <p:nvPr/>
          </p:nvSpPr>
          <p:spPr bwMode="auto">
            <a:xfrm>
              <a:off x="4919" y="2150"/>
              <a:ext cx="336" cy="288"/>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dirty="0"/>
                <a:t>7</a:t>
              </a:r>
              <a:endParaRPr lang="en-US" altLang="en-US" baseline="-25000" dirty="0"/>
            </a:p>
          </p:txBody>
        </p:sp>
        <p:sp>
          <p:nvSpPr>
            <p:cNvPr id="144" name="Rectangle 8">
              <a:extLst>
                <a:ext uri="{FF2B5EF4-FFF2-40B4-BE49-F238E27FC236}">
                  <a16:creationId xmlns:a16="http://schemas.microsoft.com/office/drawing/2014/main" id="{FEC963E2-EC9D-915F-0004-E9BE2F5DB546}"/>
                </a:ext>
              </a:extLst>
            </p:cNvPr>
            <p:cNvSpPr>
              <a:spLocks noChangeArrowheads="1"/>
            </p:cNvSpPr>
            <p:nvPr/>
          </p:nvSpPr>
          <p:spPr bwMode="auto">
            <a:xfrm>
              <a:off x="4583" y="2150"/>
              <a:ext cx="336" cy="288"/>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a:t>5</a:t>
              </a:r>
            </a:p>
          </p:txBody>
        </p:sp>
        <p:sp>
          <p:nvSpPr>
            <p:cNvPr id="145" name="Rectangle 9">
              <a:extLst>
                <a:ext uri="{FF2B5EF4-FFF2-40B4-BE49-F238E27FC236}">
                  <a16:creationId xmlns:a16="http://schemas.microsoft.com/office/drawing/2014/main" id="{FCC062D6-BB58-67F9-C779-6B7924126584}"/>
                </a:ext>
              </a:extLst>
            </p:cNvPr>
            <p:cNvSpPr>
              <a:spLocks noChangeArrowheads="1"/>
            </p:cNvSpPr>
            <p:nvPr/>
          </p:nvSpPr>
          <p:spPr bwMode="auto">
            <a:xfrm>
              <a:off x="4247" y="2150"/>
              <a:ext cx="336" cy="288"/>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a:t>4</a:t>
              </a:r>
            </a:p>
          </p:txBody>
        </p:sp>
        <p:sp>
          <p:nvSpPr>
            <p:cNvPr id="146" name="Rectangle 10">
              <a:extLst>
                <a:ext uri="{FF2B5EF4-FFF2-40B4-BE49-F238E27FC236}">
                  <a16:creationId xmlns:a16="http://schemas.microsoft.com/office/drawing/2014/main" id="{79C16A85-5E53-8A41-7281-29CC59DEDD6D}"/>
                </a:ext>
              </a:extLst>
            </p:cNvPr>
            <p:cNvSpPr>
              <a:spLocks noChangeArrowheads="1"/>
            </p:cNvSpPr>
            <p:nvPr/>
          </p:nvSpPr>
          <p:spPr bwMode="auto">
            <a:xfrm>
              <a:off x="3911" y="2150"/>
              <a:ext cx="336" cy="288"/>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a:t>2</a:t>
              </a:r>
              <a:endParaRPr lang="en-US" altLang="en-US" baseline="-25000"/>
            </a:p>
          </p:txBody>
        </p:sp>
        <p:sp>
          <p:nvSpPr>
            <p:cNvPr id="147" name="Line 11">
              <a:extLst>
                <a:ext uri="{FF2B5EF4-FFF2-40B4-BE49-F238E27FC236}">
                  <a16:creationId xmlns:a16="http://schemas.microsoft.com/office/drawing/2014/main" id="{B97BCF4F-2253-8CEA-09CA-9838778F4C4D}"/>
                </a:ext>
              </a:extLst>
            </p:cNvPr>
            <p:cNvSpPr>
              <a:spLocks noChangeShapeType="1"/>
            </p:cNvSpPr>
            <p:nvPr/>
          </p:nvSpPr>
          <p:spPr bwMode="auto">
            <a:xfrm>
              <a:off x="3911" y="2150"/>
              <a:ext cx="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48" name="Line 12">
              <a:extLst>
                <a:ext uri="{FF2B5EF4-FFF2-40B4-BE49-F238E27FC236}">
                  <a16:creationId xmlns:a16="http://schemas.microsoft.com/office/drawing/2014/main" id="{35F31D95-9DC1-E398-26F5-05748E254D52}"/>
                </a:ext>
              </a:extLst>
            </p:cNvPr>
            <p:cNvSpPr>
              <a:spLocks noChangeShapeType="1"/>
            </p:cNvSpPr>
            <p:nvPr/>
          </p:nvSpPr>
          <p:spPr bwMode="auto">
            <a:xfrm>
              <a:off x="4247" y="2150"/>
              <a:ext cx="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49" name="Line 13">
              <a:extLst>
                <a:ext uri="{FF2B5EF4-FFF2-40B4-BE49-F238E27FC236}">
                  <a16:creationId xmlns:a16="http://schemas.microsoft.com/office/drawing/2014/main" id="{EC31EFFA-F3D2-85ED-CCD5-BE91872C1CE1}"/>
                </a:ext>
              </a:extLst>
            </p:cNvPr>
            <p:cNvSpPr>
              <a:spLocks noChangeShapeType="1"/>
            </p:cNvSpPr>
            <p:nvPr/>
          </p:nvSpPr>
          <p:spPr bwMode="auto">
            <a:xfrm>
              <a:off x="4583" y="2150"/>
              <a:ext cx="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50" name="Line 14">
              <a:extLst>
                <a:ext uri="{FF2B5EF4-FFF2-40B4-BE49-F238E27FC236}">
                  <a16:creationId xmlns:a16="http://schemas.microsoft.com/office/drawing/2014/main" id="{241D27AA-32CE-157B-E77F-2251D84C0DCA}"/>
                </a:ext>
              </a:extLst>
            </p:cNvPr>
            <p:cNvSpPr>
              <a:spLocks noChangeShapeType="1"/>
            </p:cNvSpPr>
            <p:nvPr/>
          </p:nvSpPr>
          <p:spPr bwMode="auto">
            <a:xfrm>
              <a:off x="4919" y="2150"/>
              <a:ext cx="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51" name="Line 15">
              <a:extLst>
                <a:ext uri="{FF2B5EF4-FFF2-40B4-BE49-F238E27FC236}">
                  <a16:creationId xmlns:a16="http://schemas.microsoft.com/office/drawing/2014/main" id="{3B5CE866-FA3D-B90A-A076-80D16C2EE8FC}"/>
                </a:ext>
              </a:extLst>
            </p:cNvPr>
            <p:cNvSpPr>
              <a:spLocks noChangeShapeType="1"/>
            </p:cNvSpPr>
            <p:nvPr/>
          </p:nvSpPr>
          <p:spPr bwMode="auto">
            <a:xfrm>
              <a:off x="5255" y="2150"/>
              <a:ext cx="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52" name="Rectangle 16">
              <a:extLst>
                <a:ext uri="{FF2B5EF4-FFF2-40B4-BE49-F238E27FC236}">
                  <a16:creationId xmlns:a16="http://schemas.microsoft.com/office/drawing/2014/main" id="{C18B8825-C16A-410A-659E-F81E4B3F1491}"/>
                </a:ext>
              </a:extLst>
            </p:cNvPr>
            <p:cNvSpPr>
              <a:spLocks noChangeArrowheads="1"/>
            </p:cNvSpPr>
            <p:nvPr/>
          </p:nvSpPr>
          <p:spPr bwMode="auto">
            <a:xfrm>
              <a:off x="4919" y="2640"/>
              <a:ext cx="336" cy="288"/>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a:t>6</a:t>
              </a:r>
              <a:endParaRPr lang="en-US" altLang="en-US" baseline="-25000"/>
            </a:p>
          </p:txBody>
        </p:sp>
        <p:sp>
          <p:nvSpPr>
            <p:cNvPr id="153" name="Rectangle 17">
              <a:extLst>
                <a:ext uri="{FF2B5EF4-FFF2-40B4-BE49-F238E27FC236}">
                  <a16:creationId xmlns:a16="http://schemas.microsoft.com/office/drawing/2014/main" id="{CC356368-F5E9-FAA4-B8AF-388DF2577429}"/>
                </a:ext>
              </a:extLst>
            </p:cNvPr>
            <p:cNvSpPr>
              <a:spLocks noChangeArrowheads="1"/>
            </p:cNvSpPr>
            <p:nvPr/>
          </p:nvSpPr>
          <p:spPr bwMode="auto">
            <a:xfrm>
              <a:off x="4583" y="2640"/>
              <a:ext cx="336" cy="288"/>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a:t>3</a:t>
              </a:r>
            </a:p>
          </p:txBody>
        </p:sp>
        <p:sp>
          <p:nvSpPr>
            <p:cNvPr id="154" name="Rectangle 18">
              <a:extLst>
                <a:ext uri="{FF2B5EF4-FFF2-40B4-BE49-F238E27FC236}">
                  <a16:creationId xmlns:a16="http://schemas.microsoft.com/office/drawing/2014/main" id="{DA4E259B-200C-CE46-8447-D62F46B8ACFE}"/>
                </a:ext>
              </a:extLst>
            </p:cNvPr>
            <p:cNvSpPr>
              <a:spLocks noChangeArrowheads="1"/>
            </p:cNvSpPr>
            <p:nvPr/>
          </p:nvSpPr>
          <p:spPr bwMode="auto">
            <a:xfrm>
              <a:off x="4247" y="2640"/>
              <a:ext cx="336" cy="288"/>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a:t>2</a:t>
              </a:r>
            </a:p>
          </p:txBody>
        </p:sp>
        <p:sp>
          <p:nvSpPr>
            <p:cNvPr id="155" name="Rectangle 19">
              <a:extLst>
                <a:ext uri="{FF2B5EF4-FFF2-40B4-BE49-F238E27FC236}">
                  <a16:creationId xmlns:a16="http://schemas.microsoft.com/office/drawing/2014/main" id="{DAA825F5-3CB5-888A-0FCD-33547D20F852}"/>
                </a:ext>
              </a:extLst>
            </p:cNvPr>
            <p:cNvSpPr>
              <a:spLocks noChangeArrowheads="1"/>
            </p:cNvSpPr>
            <p:nvPr/>
          </p:nvSpPr>
          <p:spPr bwMode="auto">
            <a:xfrm>
              <a:off x="3911" y="2640"/>
              <a:ext cx="336" cy="288"/>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a:t>1</a:t>
              </a:r>
              <a:endParaRPr lang="en-US" altLang="en-US" baseline="-25000"/>
            </a:p>
          </p:txBody>
        </p:sp>
        <p:sp>
          <p:nvSpPr>
            <p:cNvPr id="156" name="Line 20">
              <a:extLst>
                <a:ext uri="{FF2B5EF4-FFF2-40B4-BE49-F238E27FC236}">
                  <a16:creationId xmlns:a16="http://schemas.microsoft.com/office/drawing/2014/main" id="{C633AA17-9C5C-C365-426F-113216F9D1BD}"/>
                </a:ext>
              </a:extLst>
            </p:cNvPr>
            <p:cNvSpPr>
              <a:spLocks noChangeShapeType="1"/>
            </p:cNvSpPr>
            <p:nvPr/>
          </p:nvSpPr>
          <p:spPr bwMode="auto">
            <a:xfrm>
              <a:off x="3911" y="2640"/>
              <a:ext cx="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57" name="Line 21">
              <a:extLst>
                <a:ext uri="{FF2B5EF4-FFF2-40B4-BE49-F238E27FC236}">
                  <a16:creationId xmlns:a16="http://schemas.microsoft.com/office/drawing/2014/main" id="{2748BE1E-26C3-A4AF-CB83-56F2EBA143FB}"/>
                </a:ext>
              </a:extLst>
            </p:cNvPr>
            <p:cNvSpPr>
              <a:spLocks noChangeShapeType="1"/>
            </p:cNvSpPr>
            <p:nvPr/>
          </p:nvSpPr>
          <p:spPr bwMode="auto">
            <a:xfrm>
              <a:off x="4247" y="2640"/>
              <a:ext cx="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58" name="Line 22">
              <a:extLst>
                <a:ext uri="{FF2B5EF4-FFF2-40B4-BE49-F238E27FC236}">
                  <a16:creationId xmlns:a16="http://schemas.microsoft.com/office/drawing/2014/main" id="{63D2CFE0-898E-9406-C6B0-746ABF942BD8}"/>
                </a:ext>
              </a:extLst>
            </p:cNvPr>
            <p:cNvSpPr>
              <a:spLocks noChangeShapeType="1"/>
            </p:cNvSpPr>
            <p:nvPr/>
          </p:nvSpPr>
          <p:spPr bwMode="auto">
            <a:xfrm>
              <a:off x="4583" y="2640"/>
              <a:ext cx="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59" name="Line 23">
              <a:extLst>
                <a:ext uri="{FF2B5EF4-FFF2-40B4-BE49-F238E27FC236}">
                  <a16:creationId xmlns:a16="http://schemas.microsoft.com/office/drawing/2014/main" id="{9FEC5FF6-EA4B-15AC-BC54-5E96BBC459A2}"/>
                </a:ext>
              </a:extLst>
            </p:cNvPr>
            <p:cNvSpPr>
              <a:spLocks noChangeShapeType="1"/>
            </p:cNvSpPr>
            <p:nvPr/>
          </p:nvSpPr>
          <p:spPr bwMode="auto">
            <a:xfrm>
              <a:off x="4919" y="2640"/>
              <a:ext cx="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60" name="Line 24">
              <a:extLst>
                <a:ext uri="{FF2B5EF4-FFF2-40B4-BE49-F238E27FC236}">
                  <a16:creationId xmlns:a16="http://schemas.microsoft.com/office/drawing/2014/main" id="{BF1F80D2-4352-7909-5E0B-7BC46A0443AA}"/>
                </a:ext>
              </a:extLst>
            </p:cNvPr>
            <p:cNvSpPr>
              <a:spLocks noChangeShapeType="1"/>
            </p:cNvSpPr>
            <p:nvPr/>
          </p:nvSpPr>
          <p:spPr bwMode="auto">
            <a:xfrm>
              <a:off x="5255" y="2640"/>
              <a:ext cx="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endParaRPr lang="en-US"/>
            </a:p>
          </p:txBody>
        </p:sp>
        <p:sp>
          <p:nvSpPr>
            <p:cNvPr id="161" name="Text Box 25">
              <a:extLst>
                <a:ext uri="{FF2B5EF4-FFF2-40B4-BE49-F238E27FC236}">
                  <a16:creationId xmlns:a16="http://schemas.microsoft.com/office/drawing/2014/main" id="{9655DFA6-3AA4-87BF-632E-67DB200A21C0}"/>
                </a:ext>
              </a:extLst>
            </p:cNvPr>
            <p:cNvSpPr txBox="1">
              <a:spLocks noChangeArrowheads="1"/>
            </p:cNvSpPr>
            <p:nvPr/>
          </p:nvSpPr>
          <p:spPr bwMode="auto">
            <a:xfrm>
              <a:off x="5023" y="2486"/>
              <a:ext cx="139"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r</a:t>
              </a:r>
            </a:p>
          </p:txBody>
        </p:sp>
        <p:sp>
          <p:nvSpPr>
            <p:cNvPr id="162" name="Text Box 26">
              <a:extLst>
                <a:ext uri="{FF2B5EF4-FFF2-40B4-BE49-F238E27FC236}">
                  <a16:creationId xmlns:a16="http://schemas.microsoft.com/office/drawing/2014/main" id="{225BED01-5262-7428-5BF8-959D7783230C}"/>
                </a:ext>
              </a:extLst>
            </p:cNvPr>
            <p:cNvSpPr txBox="1">
              <a:spLocks noChangeArrowheads="1"/>
            </p:cNvSpPr>
            <p:nvPr/>
          </p:nvSpPr>
          <p:spPr bwMode="auto">
            <a:xfrm>
              <a:off x="3957" y="2486"/>
              <a:ext cx="371"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t>q + 1</a:t>
              </a:r>
            </a:p>
          </p:txBody>
        </p:sp>
        <p:sp>
          <p:nvSpPr>
            <p:cNvPr id="163" name="Text Box 27">
              <a:extLst>
                <a:ext uri="{FF2B5EF4-FFF2-40B4-BE49-F238E27FC236}">
                  <a16:creationId xmlns:a16="http://schemas.microsoft.com/office/drawing/2014/main" id="{83549567-19E7-9CEE-C28E-27F528DB4245}"/>
                </a:ext>
              </a:extLst>
            </p:cNvPr>
            <p:cNvSpPr txBox="1">
              <a:spLocks noChangeArrowheads="1"/>
            </p:cNvSpPr>
            <p:nvPr/>
          </p:nvSpPr>
          <p:spPr bwMode="auto">
            <a:xfrm>
              <a:off x="3623" y="2198"/>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L</a:t>
              </a:r>
            </a:p>
          </p:txBody>
        </p:sp>
        <p:sp>
          <p:nvSpPr>
            <p:cNvPr id="164" name="Text Box 28">
              <a:extLst>
                <a:ext uri="{FF2B5EF4-FFF2-40B4-BE49-F238E27FC236}">
                  <a16:creationId xmlns:a16="http://schemas.microsoft.com/office/drawing/2014/main" id="{CE5CC868-A007-AD89-9843-B57FF3CE45FA}"/>
                </a:ext>
              </a:extLst>
            </p:cNvPr>
            <p:cNvSpPr txBox="1">
              <a:spLocks noChangeArrowheads="1"/>
            </p:cNvSpPr>
            <p:nvPr/>
          </p:nvSpPr>
          <p:spPr bwMode="auto">
            <a:xfrm>
              <a:off x="3599" y="2678"/>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R</a:t>
              </a:r>
            </a:p>
          </p:txBody>
        </p:sp>
        <p:sp>
          <p:nvSpPr>
            <p:cNvPr id="165" name="Rectangle 29">
              <a:extLst>
                <a:ext uri="{FF2B5EF4-FFF2-40B4-BE49-F238E27FC236}">
                  <a16:creationId xmlns:a16="http://schemas.microsoft.com/office/drawing/2014/main" id="{25C18679-45DD-08EA-F5BC-039104FF9A81}"/>
                </a:ext>
              </a:extLst>
            </p:cNvPr>
            <p:cNvSpPr>
              <a:spLocks noChangeArrowheads="1"/>
            </p:cNvSpPr>
            <p:nvPr/>
          </p:nvSpPr>
          <p:spPr bwMode="auto">
            <a:xfrm>
              <a:off x="5255" y="2150"/>
              <a:ext cx="336" cy="288"/>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a:sym typeface="Symbol" panose="05050102010706020507" pitchFamily="18" charset="2"/>
                </a:rPr>
                <a:t></a:t>
              </a:r>
              <a:endParaRPr lang="en-US" altLang="en-US" baseline="-25000">
                <a:sym typeface="Symbol" panose="05050102010706020507" pitchFamily="18" charset="2"/>
              </a:endParaRPr>
            </a:p>
          </p:txBody>
        </p:sp>
        <p:sp>
          <p:nvSpPr>
            <p:cNvPr id="166" name="Rectangle 30">
              <a:extLst>
                <a:ext uri="{FF2B5EF4-FFF2-40B4-BE49-F238E27FC236}">
                  <a16:creationId xmlns:a16="http://schemas.microsoft.com/office/drawing/2014/main" id="{292DC277-5ABB-9BB6-4BE4-1E4902475E54}"/>
                </a:ext>
              </a:extLst>
            </p:cNvPr>
            <p:cNvSpPr>
              <a:spLocks noChangeArrowheads="1"/>
            </p:cNvSpPr>
            <p:nvPr/>
          </p:nvSpPr>
          <p:spPr bwMode="auto">
            <a:xfrm>
              <a:off x="5255" y="2640"/>
              <a:ext cx="336" cy="288"/>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buFontTx/>
                <a:buNone/>
              </a:pPr>
              <a:r>
                <a:rPr lang="en-US" altLang="en-US">
                  <a:sym typeface="Symbol" panose="05050102010706020507" pitchFamily="18" charset="2"/>
                </a:rPr>
                <a:t></a:t>
              </a:r>
            </a:p>
          </p:txBody>
        </p:sp>
      </p:grpSp>
    </p:spTree>
    <p:extLst>
      <p:ext uri="{BB962C8B-B14F-4D97-AF65-F5344CB8AC3E}">
        <p14:creationId xmlns:p14="http://schemas.microsoft.com/office/powerpoint/2010/main" val="906536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F567CEB-1218-D4A0-BF22-299C96B8B2B8}"/>
              </a:ext>
            </a:extLst>
          </p:cNvPr>
          <p:cNvSpPr>
            <a:spLocks noGrp="1"/>
          </p:cNvSpPr>
          <p:nvPr>
            <p:ph type="title"/>
          </p:nvPr>
        </p:nvSpPr>
        <p:spPr/>
        <p:txBody>
          <a:bodyPr>
            <a:normAutofit/>
          </a:bodyPr>
          <a:lstStyle/>
          <a:p>
            <a:r>
              <a:rPr lang="en-US" sz="3200" b="1" dirty="0">
                <a:solidFill>
                  <a:srgbClr val="004200"/>
                </a:solidFill>
                <a:latin typeface="Arial"/>
                <a:ea typeface="+mn-ea"/>
                <a:cs typeface="Arial"/>
              </a:rPr>
              <a:t>Analyzing Divide-and Conquer Algorithms</a:t>
            </a:r>
            <a:endParaRPr lang="en-GB" sz="3200" b="1" dirty="0">
              <a:solidFill>
                <a:srgbClr val="004200"/>
              </a:solidFill>
              <a:latin typeface="Arial"/>
              <a:ea typeface="+mn-ea"/>
              <a:cs typeface="Arial"/>
            </a:endParaRPr>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smtClean="0">
                <a:cs typeface="+mj-cs"/>
              </a:rPr>
              <a:pPr/>
              <a:t>15</a:t>
            </a:fld>
            <a:endParaRPr lang="ur-PK" sz="1600" dirty="0">
              <a:cs typeface="+mj-cs"/>
            </a:endParaRPr>
          </a:p>
        </p:txBody>
      </p:sp>
      <p:sp>
        <p:nvSpPr>
          <p:cNvPr id="11" name="Rectangle 3">
            <a:extLst>
              <a:ext uri="{FF2B5EF4-FFF2-40B4-BE49-F238E27FC236}">
                <a16:creationId xmlns:a16="http://schemas.microsoft.com/office/drawing/2014/main" id="{2936B82B-5FFE-C794-8E0F-FB4050740748}"/>
              </a:ext>
            </a:extLst>
          </p:cNvPr>
          <p:cNvSpPr txBox="1">
            <a:spLocks noChangeArrowheads="1"/>
          </p:cNvSpPr>
          <p:nvPr/>
        </p:nvSpPr>
        <p:spPr>
          <a:xfrm>
            <a:off x="1160363" y="1737360"/>
            <a:ext cx="9936480" cy="44084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v"/>
            </a:pPr>
            <a:r>
              <a:rPr lang="en-US" altLang="en-US" sz="2400" dirty="0">
                <a:solidFill>
                  <a:schemeClr val="tx1"/>
                </a:solidFill>
                <a:latin typeface="Times New Roman" panose="02020603050405020304" pitchFamily="18" charset="0"/>
                <a:cs typeface="Times New Roman" panose="02020603050405020304" pitchFamily="18" charset="0"/>
              </a:rPr>
              <a:t>The recurrence is based on the three steps of the paradigm:</a:t>
            </a:r>
          </a:p>
          <a:p>
            <a:pPr lvl="1">
              <a:buFont typeface="Wingdings" panose="05000000000000000000" pitchFamily="2" charset="2"/>
              <a:buChar char="§"/>
            </a:pPr>
            <a:r>
              <a:rPr lang="en-US" altLang="en-US" sz="2200" dirty="0">
                <a:solidFill>
                  <a:schemeClr val="tx1"/>
                </a:solidFill>
                <a:latin typeface="Times New Roman" panose="02020603050405020304" pitchFamily="18" charset="0"/>
                <a:cs typeface="Times New Roman" panose="02020603050405020304" pitchFamily="18" charset="0"/>
              </a:rPr>
              <a:t>T(n) – running time on a problem of size n</a:t>
            </a:r>
          </a:p>
          <a:p>
            <a:pPr lvl="1">
              <a:buFont typeface="Wingdings" panose="05000000000000000000" pitchFamily="2" charset="2"/>
              <a:buChar char="§"/>
            </a:pPr>
            <a:r>
              <a:rPr lang="en-US" altLang="en-US" sz="2200" b="1" dirty="0">
                <a:solidFill>
                  <a:schemeClr val="tx1"/>
                </a:solidFill>
                <a:latin typeface="Times New Roman" panose="02020603050405020304" pitchFamily="18" charset="0"/>
                <a:cs typeface="Times New Roman" panose="02020603050405020304" pitchFamily="18" charset="0"/>
              </a:rPr>
              <a:t>Divide</a:t>
            </a:r>
            <a:r>
              <a:rPr lang="en-US" altLang="en-US" sz="2200" dirty="0">
                <a:solidFill>
                  <a:schemeClr val="tx1"/>
                </a:solidFill>
                <a:latin typeface="Times New Roman" panose="02020603050405020304" pitchFamily="18" charset="0"/>
                <a:cs typeface="Times New Roman" panose="02020603050405020304" pitchFamily="18" charset="0"/>
              </a:rPr>
              <a:t> the problem into a subproblems, each of size n/b: takes D(n)</a:t>
            </a:r>
          </a:p>
          <a:p>
            <a:pPr lvl="1">
              <a:buFont typeface="Wingdings" panose="05000000000000000000" pitchFamily="2" charset="2"/>
              <a:buChar char="§"/>
            </a:pPr>
            <a:r>
              <a:rPr lang="en-US" altLang="en-US" sz="2200" b="1" dirty="0">
                <a:solidFill>
                  <a:schemeClr val="tx1"/>
                </a:solidFill>
                <a:latin typeface="Times New Roman" panose="02020603050405020304" pitchFamily="18" charset="0"/>
                <a:cs typeface="Times New Roman" panose="02020603050405020304" pitchFamily="18" charset="0"/>
              </a:rPr>
              <a:t>Conquer</a:t>
            </a:r>
            <a:r>
              <a:rPr lang="en-US" altLang="en-US" sz="2200" dirty="0">
                <a:solidFill>
                  <a:schemeClr val="tx1"/>
                </a:solidFill>
                <a:latin typeface="Times New Roman" panose="02020603050405020304" pitchFamily="18" charset="0"/>
                <a:cs typeface="Times New Roman" panose="02020603050405020304" pitchFamily="18" charset="0"/>
              </a:rPr>
              <a:t> (solve) the subproblems </a:t>
            </a:r>
            <a:r>
              <a:rPr lang="en-US" altLang="en-US" sz="2200" dirty="0" err="1">
                <a:solidFill>
                  <a:schemeClr val="tx1"/>
                </a:solidFill>
                <a:latin typeface="Times New Roman" panose="02020603050405020304" pitchFamily="18" charset="0"/>
                <a:cs typeface="Times New Roman" panose="02020603050405020304" pitchFamily="18" charset="0"/>
              </a:rPr>
              <a:t>aT</a:t>
            </a:r>
            <a:r>
              <a:rPr lang="en-US" altLang="en-US" sz="2200" dirty="0">
                <a:solidFill>
                  <a:schemeClr val="tx1"/>
                </a:solidFill>
                <a:latin typeface="Times New Roman" panose="02020603050405020304" pitchFamily="18" charset="0"/>
                <a:cs typeface="Times New Roman" panose="02020603050405020304" pitchFamily="18" charset="0"/>
              </a:rPr>
              <a:t>(n/b) </a:t>
            </a:r>
          </a:p>
          <a:p>
            <a:pPr lvl="1">
              <a:buFont typeface="Wingdings" panose="05000000000000000000" pitchFamily="2" charset="2"/>
              <a:buChar char="§"/>
            </a:pPr>
            <a:r>
              <a:rPr lang="en-US" altLang="en-US" sz="2200" b="1" dirty="0">
                <a:solidFill>
                  <a:schemeClr val="tx1"/>
                </a:solidFill>
                <a:latin typeface="Times New Roman" panose="02020603050405020304" pitchFamily="18" charset="0"/>
                <a:cs typeface="Times New Roman" panose="02020603050405020304" pitchFamily="18" charset="0"/>
              </a:rPr>
              <a:t>Combine</a:t>
            </a:r>
            <a:r>
              <a:rPr lang="en-US" altLang="en-US" sz="2200" dirty="0">
                <a:solidFill>
                  <a:schemeClr val="tx1"/>
                </a:solidFill>
                <a:latin typeface="Times New Roman" panose="02020603050405020304" pitchFamily="18" charset="0"/>
                <a:cs typeface="Times New Roman" panose="02020603050405020304" pitchFamily="18" charset="0"/>
              </a:rPr>
              <a:t> the solutions C(n</a:t>
            </a:r>
            <a:r>
              <a:rPr lang="en-US" altLang="en-US" dirty="0">
                <a:solidFill>
                  <a:schemeClr val="tx1"/>
                </a:solidFill>
                <a:latin typeface="Times New Roman" panose="02020603050405020304" pitchFamily="18" charset="0"/>
                <a:cs typeface="Times New Roman" panose="02020603050405020304" pitchFamily="18" charset="0"/>
              </a:rPr>
              <a:t>)</a:t>
            </a:r>
          </a:p>
          <a:p>
            <a:pPr marL="381000" indent="-381000">
              <a:buFontTx/>
              <a:buNone/>
            </a:pPr>
            <a:endParaRPr lang="en-US" altLang="en-US" dirty="0">
              <a:solidFill>
                <a:schemeClr val="tx1"/>
              </a:solidFill>
              <a:latin typeface="Times New Roman" panose="02020603050405020304" pitchFamily="18" charset="0"/>
              <a:cs typeface="Times New Roman" panose="02020603050405020304" pitchFamily="18" charset="0"/>
            </a:endParaRPr>
          </a:p>
          <a:p>
            <a:pPr marL="381000" indent="-381000">
              <a:buFontTx/>
              <a:buNone/>
            </a:pPr>
            <a:r>
              <a:rPr lang="en-US" altLang="en-US" dirty="0">
                <a:solidFill>
                  <a:schemeClr val="tx1"/>
                </a:solidFill>
                <a:latin typeface="Times New Roman" panose="02020603050405020304" pitchFamily="18" charset="0"/>
                <a:cs typeface="Times New Roman" panose="02020603050405020304" pitchFamily="18" charset="0"/>
              </a:rPr>
              <a:t>			O(1)			if n ≤ c </a:t>
            </a:r>
          </a:p>
          <a:p>
            <a:pPr marL="381000" indent="-381000">
              <a:buFontTx/>
              <a:buNone/>
            </a:pPr>
            <a:r>
              <a:rPr lang="en-US" altLang="en-US" dirty="0">
                <a:solidFill>
                  <a:schemeClr val="tx1"/>
                </a:solidFill>
                <a:latin typeface="Times New Roman" panose="02020603050405020304" pitchFamily="18" charset="0"/>
                <a:cs typeface="Times New Roman" panose="02020603050405020304" pitchFamily="18" charset="0"/>
              </a:rPr>
              <a:t>      T(n) = 	 </a:t>
            </a:r>
          </a:p>
          <a:p>
            <a:pPr marL="381000" indent="-381000">
              <a:buFontTx/>
              <a:buNone/>
            </a:pP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aT</a:t>
            </a:r>
            <a:r>
              <a:rPr lang="en-US" altLang="en-US" dirty="0">
                <a:solidFill>
                  <a:schemeClr val="tx1"/>
                </a:solidFill>
                <a:latin typeface="Times New Roman" panose="02020603050405020304" pitchFamily="18" charset="0"/>
                <a:cs typeface="Times New Roman" panose="02020603050405020304" pitchFamily="18" charset="0"/>
              </a:rPr>
              <a:t>(n/b) + D(n) + C(n)	otherwise</a:t>
            </a:r>
          </a:p>
        </p:txBody>
      </p:sp>
      <p:sp>
        <p:nvSpPr>
          <p:cNvPr id="4" name="AutoShape 5">
            <a:extLst>
              <a:ext uri="{FF2B5EF4-FFF2-40B4-BE49-F238E27FC236}">
                <a16:creationId xmlns:a16="http://schemas.microsoft.com/office/drawing/2014/main" id="{008CE41B-9B9D-C79F-1E02-019DCB86D5E8}"/>
              </a:ext>
            </a:extLst>
          </p:cNvPr>
          <p:cNvSpPr>
            <a:spLocks/>
          </p:cNvSpPr>
          <p:nvPr/>
        </p:nvSpPr>
        <p:spPr bwMode="auto">
          <a:xfrm>
            <a:off x="2362200" y="4343400"/>
            <a:ext cx="198437" cy="1011237"/>
          </a:xfrm>
          <a:prstGeom prst="leftBrace">
            <a:avLst>
              <a:gd name="adj1" fmla="val 424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593976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F567CEB-1218-D4A0-BF22-299C96B8B2B8}"/>
              </a:ext>
            </a:extLst>
          </p:cNvPr>
          <p:cNvSpPr>
            <a:spLocks noGrp="1"/>
          </p:cNvSpPr>
          <p:nvPr>
            <p:ph type="title"/>
          </p:nvPr>
        </p:nvSpPr>
        <p:spPr/>
        <p:txBody>
          <a:bodyPr>
            <a:normAutofit/>
          </a:bodyPr>
          <a:lstStyle/>
          <a:p>
            <a:r>
              <a:rPr lang="en-US" sz="3200" b="1" dirty="0">
                <a:solidFill>
                  <a:srgbClr val="004200"/>
                </a:solidFill>
                <a:latin typeface="Arial"/>
                <a:ea typeface="+mn-ea"/>
                <a:cs typeface="Arial"/>
              </a:rPr>
              <a:t>Analyzing Divide-and Conquer Algorithms</a:t>
            </a:r>
            <a:endParaRPr lang="en-GB" sz="3200" b="1" dirty="0">
              <a:solidFill>
                <a:srgbClr val="004200"/>
              </a:solidFill>
              <a:latin typeface="Arial"/>
              <a:ea typeface="+mn-ea"/>
              <a:cs typeface="Arial"/>
            </a:endParaRPr>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smtClean="0">
                <a:cs typeface="+mj-cs"/>
              </a:rPr>
              <a:pPr/>
              <a:t>16</a:t>
            </a:fld>
            <a:endParaRPr lang="ur-PK" sz="1600" dirty="0">
              <a:cs typeface="+mj-cs"/>
            </a:endParaRPr>
          </a:p>
        </p:txBody>
      </p:sp>
      <p:sp>
        <p:nvSpPr>
          <p:cNvPr id="11" name="Rectangle 3">
            <a:extLst>
              <a:ext uri="{FF2B5EF4-FFF2-40B4-BE49-F238E27FC236}">
                <a16:creationId xmlns:a16="http://schemas.microsoft.com/office/drawing/2014/main" id="{2936B82B-5FFE-C794-8E0F-FB4050740748}"/>
              </a:ext>
            </a:extLst>
          </p:cNvPr>
          <p:cNvSpPr txBox="1">
            <a:spLocks noChangeArrowheads="1"/>
          </p:cNvSpPr>
          <p:nvPr/>
        </p:nvSpPr>
        <p:spPr>
          <a:xfrm>
            <a:off x="1160363" y="1737360"/>
            <a:ext cx="9936480" cy="4408403"/>
          </a:xfrm>
          <a:prstGeom prst="rect">
            <a:avLst/>
          </a:prstGeom>
        </p:spPr>
        <p:txBody>
          <a:bodyPr vert="horz" lIns="0" tIns="45720" rIns="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v"/>
            </a:pPr>
            <a:r>
              <a:rPr lang="en-US" altLang="en-US" sz="2400" b="1" dirty="0">
                <a:solidFill>
                  <a:schemeClr val="tx1"/>
                </a:solidFill>
                <a:latin typeface="Times New Roman" panose="02020603050405020304" pitchFamily="18" charset="0"/>
                <a:cs typeface="Times New Roman" panose="02020603050405020304" pitchFamily="18" charset="0"/>
              </a:rPr>
              <a:t>Divide: </a:t>
            </a:r>
          </a:p>
          <a:p>
            <a:pPr lvl="1">
              <a:buFont typeface="Wingdings" panose="05000000000000000000" pitchFamily="2" charset="2"/>
              <a:buChar char="§"/>
            </a:pPr>
            <a:r>
              <a:rPr lang="en-US" altLang="en-US" sz="2200" dirty="0">
                <a:solidFill>
                  <a:schemeClr val="tx1"/>
                </a:solidFill>
                <a:latin typeface="Times New Roman" panose="02020603050405020304" pitchFamily="18" charset="0"/>
                <a:cs typeface="Times New Roman" panose="02020603050405020304" pitchFamily="18" charset="0"/>
              </a:rPr>
              <a:t>compute q as the average of p and r: D(n) = O(1)</a:t>
            </a:r>
          </a:p>
          <a:p>
            <a:pPr>
              <a:buFont typeface="Wingdings" panose="05000000000000000000" pitchFamily="2" charset="2"/>
              <a:buChar char="v"/>
            </a:pPr>
            <a:r>
              <a:rPr lang="en-US" altLang="en-US" sz="2400" b="1" dirty="0">
                <a:solidFill>
                  <a:schemeClr val="tx1"/>
                </a:solidFill>
                <a:latin typeface="Times New Roman" panose="02020603050405020304" pitchFamily="18" charset="0"/>
                <a:cs typeface="Times New Roman" panose="02020603050405020304" pitchFamily="18" charset="0"/>
              </a:rPr>
              <a:t>Conquer: </a:t>
            </a:r>
          </a:p>
          <a:p>
            <a:pPr lvl="1">
              <a:buFont typeface="Wingdings" panose="05000000000000000000" pitchFamily="2" charset="2"/>
              <a:buChar char="§"/>
            </a:pPr>
            <a:r>
              <a:rPr lang="en-US" altLang="en-US" sz="2200" dirty="0">
                <a:solidFill>
                  <a:schemeClr val="tx1"/>
                </a:solidFill>
                <a:latin typeface="Times New Roman" panose="02020603050405020304" pitchFamily="18" charset="0"/>
                <a:cs typeface="Times New Roman" panose="02020603050405020304" pitchFamily="18" charset="0"/>
              </a:rPr>
              <a:t>recursively solve 2 subproblems, each of size n/2 =&gt; 2T (n/2)</a:t>
            </a:r>
          </a:p>
          <a:p>
            <a:pPr>
              <a:buFont typeface="Wingdings" panose="05000000000000000000" pitchFamily="2" charset="2"/>
              <a:buChar char="v"/>
            </a:pPr>
            <a:r>
              <a:rPr lang="en-US" altLang="en-US" sz="2400" b="1" dirty="0">
                <a:solidFill>
                  <a:schemeClr val="tx1"/>
                </a:solidFill>
                <a:latin typeface="Times New Roman" panose="02020603050405020304" pitchFamily="18" charset="0"/>
                <a:cs typeface="Times New Roman" panose="02020603050405020304" pitchFamily="18" charset="0"/>
              </a:rPr>
              <a:t>Combine: </a:t>
            </a:r>
          </a:p>
          <a:p>
            <a:pPr lvl="1">
              <a:buFont typeface="Wingdings" panose="05000000000000000000" pitchFamily="2" charset="2"/>
              <a:buChar char="§"/>
            </a:pPr>
            <a:r>
              <a:rPr lang="en-US" altLang="en-US" sz="2200" dirty="0">
                <a:solidFill>
                  <a:schemeClr val="tx1"/>
                </a:solidFill>
                <a:latin typeface="Times New Roman" panose="02020603050405020304" pitchFamily="18" charset="0"/>
                <a:cs typeface="Times New Roman" panose="02020603050405020304" pitchFamily="18" charset="0"/>
              </a:rPr>
              <a:t>MERGE on an n-element subarray takes O(n) time =&gt; C(n) = O(n)</a:t>
            </a:r>
          </a:p>
          <a:p>
            <a:pPr>
              <a:buFont typeface="Wingdings" panose="05000000000000000000" pitchFamily="2" charset="2"/>
              <a:buChar char="v"/>
            </a:pPr>
            <a:r>
              <a:rPr lang="en-US" altLang="en-US" sz="2400" dirty="0">
                <a:solidFill>
                  <a:schemeClr val="tx1"/>
                </a:solidFill>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r>
              <a:rPr lang="en-US" altLang="en-US" sz="2400" dirty="0">
                <a:solidFill>
                  <a:schemeClr val="tx1"/>
                </a:solidFill>
                <a:latin typeface="Times New Roman" panose="02020603050405020304" pitchFamily="18" charset="0"/>
                <a:cs typeface="Times New Roman" panose="02020603050405020304" pitchFamily="18" charset="0"/>
              </a:rPr>
              <a:t>                      O(1)			if n =1 </a:t>
            </a:r>
          </a:p>
          <a:p>
            <a:pPr>
              <a:buFont typeface="Wingdings" panose="05000000000000000000" pitchFamily="2" charset="2"/>
              <a:buChar char="v"/>
            </a:pPr>
            <a:r>
              <a:rPr lang="en-US" altLang="en-US" sz="2400" dirty="0">
                <a:solidFill>
                  <a:schemeClr val="tx1"/>
                </a:solidFill>
                <a:latin typeface="Times New Roman" panose="02020603050405020304" pitchFamily="18" charset="0"/>
                <a:cs typeface="Times New Roman" panose="02020603050405020304" pitchFamily="18" charset="0"/>
              </a:rPr>
              <a:t>      T(n) = 	 </a:t>
            </a:r>
          </a:p>
          <a:p>
            <a:pPr>
              <a:buFont typeface="Wingdings" panose="05000000000000000000" pitchFamily="2" charset="2"/>
              <a:buChar char="v"/>
            </a:pPr>
            <a:r>
              <a:rPr lang="en-US" altLang="en-US" sz="2400" dirty="0">
                <a:solidFill>
                  <a:schemeClr val="tx1"/>
                </a:solidFill>
                <a:latin typeface="Times New Roman" panose="02020603050405020304" pitchFamily="18" charset="0"/>
                <a:cs typeface="Times New Roman" panose="02020603050405020304" pitchFamily="18" charset="0"/>
              </a:rPr>
              <a:t>                       2T(n/2) + O(n) 	if n &gt; 1</a:t>
            </a:r>
          </a:p>
        </p:txBody>
      </p:sp>
      <p:sp>
        <p:nvSpPr>
          <p:cNvPr id="4" name="AutoShape 5">
            <a:extLst>
              <a:ext uri="{FF2B5EF4-FFF2-40B4-BE49-F238E27FC236}">
                <a16:creationId xmlns:a16="http://schemas.microsoft.com/office/drawing/2014/main" id="{008CE41B-9B9D-C79F-1E02-019DCB86D5E8}"/>
              </a:ext>
            </a:extLst>
          </p:cNvPr>
          <p:cNvSpPr>
            <a:spLocks/>
          </p:cNvSpPr>
          <p:nvPr/>
        </p:nvSpPr>
        <p:spPr bwMode="auto">
          <a:xfrm>
            <a:off x="2773363" y="4779963"/>
            <a:ext cx="198437" cy="1011237"/>
          </a:xfrm>
          <a:prstGeom prst="leftBrace">
            <a:avLst>
              <a:gd name="adj1" fmla="val 424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059535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92DCA54-2335-58C0-547E-262B6F897E4D}"/>
              </a:ext>
            </a:extLst>
          </p:cNvPr>
          <p:cNvSpPr>
            <a:spLocks noGrp="1"/>
          </p:cNvSpPr>
          <p:nvPr>
            <p:ph idx="1"/>
          </p:nvPr>
        </p:nvSpPr>
        <p:spPr>
          <a:xfrm>
            <a:off x="1097280" y="3141134"/>
            <a:ext cx="10058400" cy="745066"/>
          </a:xfrm>
        </p:spPr>
        <p:txBody>
          <a:bodyPr>
            <a:normAutofit/>
          </a:bodyPr>
          <a:lstStyle/>
          <a:p>
            <a:pPr marL="201168" lvl="1" indent="0" algn="ctr">
              <a:buNone/>
            </a:pPr>
            <a:r>
              <a:rPr lang="fr-FR" sz="4400" dirty="0"/>
              <a:t>Heap sort</a:t>
            </a:r>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dirty="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a:cs typeface="+mj-cs"/>
              </a:rPr>
              <a:pPr/>
              <a:t>17</a:t>
            </a:fld>
            <a:endParaRPr lang="ur-PK" sz="1600" dirty="0">
              <a:cs typeface="+mj-cs"/>
            </a:endParaRPr>
          </a:p>
        </p:txBody>
      </p:sp>
    </p:spTree>
    <p:extLst>
      <p:ext uri="{BB962C8B-B14F-4D97-AF65-F5344CB8AC3E}">
        <p14:creationId xmlns:p14="http://schemas.microsoft.com/office/powerpoint/2010/main" val="1665742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AB183-8F6B-6AFC-FD3C-6368F77FE9A2}"/>
              </a:ext>
            </a:extLst>
          </p:cNvPr>
          <p:cNvSpPr>
            <a:spLocks noGrp="1"/>
          </p:cNvSpPr>
          <p:nvPr>
            <p:ph type="title"/>
          </p:nvPr>
        </p:nvSpPr>
        <p:spPr/>
        <p:txBody>
          <a:bodyPr/>
          <a:lstStyle/>
          <a:p>
            <a:pPr>
              <a:defRPr/>
            </a:pPr>
            <a:r>
              <a:rPr lang="en-US" sz="3200" b="1" dirty="0">
                <a:solidFill>
                  <a:srgbClr val="004200"/>
                </a:solidFill>
                <a:latin typeface="Arial"/>
                <a:ea typeface="+mn-ea"/>
                <a:cs typeface="Arial"/>
              </a:rPr>
              <a:t>Heap</a:t>
            </a:r>
          </a:p>
        </p:txBody>
      </p:sp>
      <p:sp>
        <p:nvSpPr>
          <p:cNvPr id="10243" name="Content Placeholder 2">
            <a:extLst>
              <a:ext uri="{FF2B5EF4-FFF2-40B4-BE49-F238E27FC236}">
                <a16:creationId xmlns:a16="http://schemas.microsoft.com/office/drawing/2014/main" id="{F62A5DA1-CF5A-14E8-DC9B-C710C5614B47}"/>
              </a:ext>
            </a:extLst>
          </p:cNvPr>
          <p:cNvSpPr>
            <a:spLocks noGrp="1"/>
          </p:cNvSpPr>
          <p:nvPr>
            <p:ph sz="quarter" idx="1"/>
          </p:nvPr>
        </p:nvSpPr>
        <p:spPr>
          <a:xfrm>
            <a:off x="1097280" y="1828801"/>
            <a:ext cx="10058400" cy="3886199"/>
          </a:xfrm>
        </p:spPr>
        <p:txBody>
          <a:bodyPr/>
          <a:lstStyle/>
          <a:p>
            <a:pPr marL="401638" indent="-401638" eaLnBrk="1" hangingPunct="1">
              <a:lnSpc>
                <a:spcPct val="90000"/>
              </a:lnSpc>
              <a:buFont typeface="Wingdings" panose="05000000000000000000" pitchFamily="2" charset="2"/>
              <a:buChar char="v"/>
            </a:pPr>
            <a:r>
              <a:rPr lang="en-US" altLang="en-US" sz="2800" dirty="0"/>
              <a:t>A heap is a data structure that stores a collection of objects (with keys), and has the following properties:</a:t>
            </a:r>
          </a:p>
          <a:p>
            <a:pPr lvl="2">
              <a:buFont typeface="Wingdings" panose="05000000000000000000" pitchFamily="2" charset="2"/>
              <a:buChar char="§"/>
            </a:pPr>
            <a:r>
              <a:rPr lang="en-US" altLang="en-US" sz="2200" dirty="0"/>
              <a:t>Complete Binary tree</a:t>
            </a:r>
          </a:p>
          <a:p>
            <a:pPr lvl="2">
              <a:buFont typeface="Wingdings" panose="05000000000000000000" pitchFamily="2" charset="2"/>
              <a:buChar char="§"/>
            </a:pPr>
            <a:r>
              <a:rPr lang="en-US" altLang="en-US" sz="2200" dirty="0"/>
              <a:t>Heap Order </a:t>
            </a:r>
          </a:p>
          <a:p>
            <a:pPr eaLnBrk="1" hangingPunct="1">
              <a:lnSpc>
                <a:spcPct val="90000"/>
              </a:lnSpc>
              <a:buFont typeface="Wingdings" panose="05000000000000000000" pitchFamily="2" charset="2"/>
              <a:buNone/>
            </a:pPr>
            <a:endParaRPr lang="en-US" altLang="en-US" sz="2800" dirty="0"/>
          </a:p>
          <a:p>
            <a:pPr marL="401638" indent="-401638" eaLnBrk="1" hangingPunct="1">
              <a:lnSpc>
                <a:spcPct val="90000"/>
              </a:lnSpc>
              <a:buFont typeface="Wingdings" panose="05000000000000000000" pitchFamily="2" charset="2"/>
              <a:buChar char="v"/>
            </a:pPr>
            <a:r>
              <a:rPr lang="en-US" altLang="en-US" sz="2800" dirty="0"/>
              <a:t>It is implemented as an array where each node in the tree corresponds to an element of the array.</a:t>
            </a:r>
            <a:endParaRPr lang="en-US" altLang="en-US" dirty="0"/>
          </a:p>
          <a:p>
            <a:pPr lvl="1" eaLnBrk="1" hangingPunct="1"/>
            <a:endParaRPr lang="en-US" altLang="en-US" dirty="0"/>
          </a:p>
          <a:p>
            <a:pPr lvl="1" eaLnBrk="1" hangingPunct="1"/>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9ACD0-13AD-21D6-FD86-48C7452ED9F3}"/>
              </a:ext>
            </a:extLst>
          </p:cNvPr>
          <p:cNvSpPr>
            <a:spLocks noGrp="1"/>
          </p:cNvSpPr>
          <p:nvPr>
            <p:ph type="title"/>
          </p:nvPr>
        </p:nvSpPr>
        <p:spPr>
          <a:xfrm>
            <a:off x="1219200" y="1036638"/>
            <a:ext cx="9906000" cy="639762"/>
          </a:xfrm>
        </p:spPr>
        <p:txBody>
          <a:bodyPr>
            <a:normAutofit/>
          </a:bodyPr>
          <a:lstStyle/>
          <a:p>
            <a:pPr>
              <a:defRPr/>
            </a:pPr>
            <a:r>
              <a:rPr lang="en-US" sz="3200" b="1" dirty="0">
                <a:solidFill>
                  <a:srgbClr val="004200"/>
                </a:solidFill>
                <a:latin typeface="Arial"/>
                <a:ea typeface="+mn-ea"/>
                <a:cs typeface="Arial"/>
              </a:rPr>
              <a:t>Heap</a:t>
            </a:r>
          </a:p>
        </p:txBody>
      </p:sp>
      <p:sp>
        <p:nvSpPr>
          <p:cNvPr id="11267" name="Content Placeholder 2">
            <a:extLst>
              <a:ext uri="{FF2B5EF4-FFF2-40B4-BE49-F238E27FC236}">
                <a16:creationId xmlns:a16="http://schemas.microsoft.com/office/drawing/2014/main" id="{EE8359F3-8DF4-3C19-B3ED-5940BDC65AAB}"/>
              </a:ext>
            </a:extLst>
          </p:cNvPr>
          <p:cNvSpPr>
            <a:spLocks noGrp="1"/>
          </p:cNvSpPr>
          <p:nvPr>
            <p:ph sz="quarter" idx="1"/>
          </p:nvPr>
        </p:nvSpPr>
        <p:spPr>
          <a:xfrm>
            <a:off x="1219200" y="1828800"/>
            <a:ext cx="9906000" cy="4416426"/>
          </a:xfrm>
        </p:spPr>
        <p:txBody>
          <a:bodyPr>
            <a:normAutofit/>
          </a:bodyPr>
          <a:lstStyle/>
          <a:p>
            <a:pPr marL="288925" indent="-288925" algn="just"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The binary heap data structures is an array that can be viewed as a complete binary tree. </a:t>
            </a:r>
          </a:p>
          <a:p>
            <a:pPr marL="288925" indent="-288925" algn="just"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Each node of the binary tree corresponds to an element of the array. </a:t>
            </a:r>
          </a:p>
          <a:p>
            <a:pPr marL="288925" indent="-288925" algn="just"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The array is completely filled on all levels except possibly lowest.</a:t>
            </a:r>
          </a:p>
        </p:txBody>
      </p:sp>
      <p:sp>
        <p:nvSpPr>
          <p:cNvPr id="11268" name="Oval 4">
            <a:extLst>
              <a:ext uri="{FF2B5EF4-FFF2-40B4-BE49-F238E27FC236}">
                <a16:creationId xmlns:a16="http://schemas.microsoft.com/office/drawing/2014/main" id="{75442896-A11D-5766-D709-B05BFE05E6B4}"/>
              </a:ext>
            </a:extLst>
          </p:cNvPr>
          <p:cNvSpPr>
            <a:spLocks noChangeArrowheads="1"/>
          </p:cNvSpPr>
          <p:nvPr/>
        </p:nvSpPr>
        <p:spPr bwMode="auto">
          <a:xfrm>
            <a:off x="10126662" y="28194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1269" name="Text Box 6">
            <a:extLst>
              <a:ext uri="{FF2B5EF4-FFF2-40B4-BE49-F238E27FC236}">
                <a16:creationId xmlns:a16="http://schemas.microsoft.com/office/drawing/2014/main" id="{FCB88DE4-D310-7E2E-C5A3-A05B0CDC5E66}"/>
              </a:ext>
            </a:extLst>
          </p:cNvPr>
          <p:cNvSpPr txBox="1">
            <a:spLocks noChangeArrowheads="1"/>
          </p:cNvSpPr>
          <p:nvPr/>
        </p:nvSpPr>
        <p:spPr bwMode="auto">
          <a:xfrm>
            <a:off x="10191369" y="2907268"/>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Century Schoolbook" panose="02040604050505020304" pitchFamily="18" charset="0"/>
              </a:rPr>
              <a:t>19</a:t>
            </a:r>
          </a:p>
        </p:txBody>
      </p:sp>
      <p:sp>
        <p:nvSpPr>
          <p:cNvPr id="11270" name="Oval 7">
            <a:extLst>
              <a:ext uri="{FF2B5EF4-FFF2-40B4-BE49-F238E27FC236}">
                <a16:creationId xmlns:a16="http://schemas.microsoft.com/office/drawing/2014/main" id="{019CF683-6E55-160D-EBDC-760D3DA13693}"/>
              </a:ext>
            </a:extLst>
          </p:cNvPr>
          <p:cNvSpPr>
            <a:spLocks noChangeArrowheads="1"/>
          </p:cNvSpPr>
          <p:nvPr/>
        </p:nvSpPr>
        <p:spPr bwMode="auto">
          <a:xfrm>
            <a:off x="9364662" y="3733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1271" name="Text Box 8">
            <a:extLst>
              <a:ext uri="{FF2B5EF4-FFF2-40B4-BE49-F238E27FC236}">
                <a16:creationId xmlns:a16="http://schemas.microsoft.com/office/drawing/2014/main" id="{456611F5-959C-8EE0-7655-065935561A34}"/>
              </a:ext>
            </a:extLst>
          </p:cNvPr>
          <p:cNvSpPr txBox="1">
            <a:spLocks noChangeArrowheads="1"/>
          </p:cNvSpPr>
          <p:nvPr/>
        </p:nvSpPr>
        <p:spPr bwMode="auto">
          <a:xfrm>
            <a:off x="9448889" y="3801451"/>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Century Schoolbook" panose="02040604050505020304" pitchFamily="18" charset="0"/>
              </a:rPr>
              <a:t>12</a:t>
            </a:r>
          </a:p>
        </p:txBody>
      </p:sp>
      <p:sp>
        <p:nvSpPr>
          <p:cNvPr id="11272" name="Oval 9">
            <a:extLst>
              <a:ext uri="{FF2B5EF4-FFF2-40B4-BE49-F238E27FC236}">
                <a16:creationId xmlns:a16="http://schemas.microsoft.com/office/drawing/2014/main" id="{F6A89625-0C35-D646-A7F3-C8DB2A346FBA}"/>
              </a:ext>
            </a:extLst>
          </p:cNvPr>
          <p:cNvSpPr>
            <a:spLocks noChangeArrowheads="1"/>
          </p:cNvSpPr>
          <p:nvPr/>
        </p:nvSpPr>
        <p:spPr bwMode="auto">
          <a:xfrm>
            <a:off x="10964862" y="3733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1273" name="Text Box 10">
            <a:extLst>
              <a:ext uri="{FF2B5EF4-FFF2-40B4-BE49-F238E27FC236}">
                <a16:creationId xmlns:a16="http://schemas.microsoft.com/office/drawing/2014/main" id="{A7FA459B-A49C-DB6E-3E2B-8C1A0563B682}"/>
              </a:ext>
            </a:extLst>
          </p:cNvPr>
          <p:cNvSpPr txBox="1">
            <a:spLocks noChangeArrowheads="1"/>
          </p:cNvSpPr>
          <p:nvPr/>
        </p:nvSpPr>
        <p:spPr bwMode="auto">
          <a:xfrm>
            <a:off x="10995771" y="3799505"/>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Century Schoolbook" panose="02040604050505020304" pitchFamily="18" charset="0"/>
              </a:rPr>
              <a:t>16</a:t>
            </a:r>
          </a:p>
        </p:txBody>
      </p:sp>
      <p:sp>
        <p:nvSpPr>
          <p:cNvPr id="11274" name="Oval 11">
            <a:extLst>
              <a:ext uri="{FF2B5EF4-FFF2-40B4-BE49-F238E27FC236}">
                <a16:creationId xmlns:a16="http://schemas.microsoft.com/office/drawing/2014/main" id="{BC82DE34-1DBB-5EE5-143B-1B27959854C0}"/>
              </a:ext>
            </a:extLst>
          </p:cNvPr>
          <p:cNvSpPr>
            <a:spLocks noChangeArrowheads="1"/>
          </p:cNvSpPr>
          <p:nvPr/>
        </p:nvSpPr>
        <p:spPr bwMode="auto">
          <a:xfrm>
            <a:off x="9753600" y="4876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1275" name="Text Box 12">
            <a:extLst>
              <a:ext uri="{FF2B5EF4-FFF2-40B4-BE49-F238E27FC236}">
                <a16:creationId xmlns:a16="http://schemas.microsoft.com/office/drawing/2014/main" id="{353A1439-7E3E-C1D1-4D75-D0D5B89E8453}"/>
              </a:ext>
            </a:extLst>
          </p:cNvPr>
          <p:cNvSpPr txBox="1">
            <a:spLocks noChangeArrowheads="1"/>
          </p:cNvSpPr>
          <p:nvPr/>
        </p:nvSpPr>
        <p:spPr bwMode="auto">
          <a:xfrm>
            <a:off x="9898062" y="49530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11276" name="Oval 13">
            <a:extLst>
              <a:ext uri="{FF2B5EF4-FFF2-40B4-BE49-F238E27FC236}">
                <a16:creationId xmlns:a16="http://schemas.microsoft.com/office/drawing/2014/main" id="{8F95AB5F-88BB-D152-F346-B8B324D721AB}"/>
              </a:ext>
            </a:extLst>
          </p:cNvPr>
          <p:cNvSpPr>
            <a:spLocks noChangeArrowheads="1"/>
          </p:cNvSpPr>
          <p:nvPr/>
        </p:nvSpPr>
        <p:spPr bwMode="auto">
          <a:xfrm>
            <a:off x="8678862" y="49530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1277" name="Text Box 14">
            <a:extLst>
              <a:ext uri="{FF2B5EF4-FFF2-40B4-BE49-F238E27FC236}">
                <a16:creationId xmlns:a16="http://schemas.microsoft.com/office/drawing/2014/main" id="{0AD0AE62-F1B2-A3A0-06E5-E377E37BFC75}"/>
              </a:ext>
            </a:extLst>
          </p:cNvPr>
          <p:cNvSpPr txBox="1">
            <a:spLocks noChangeArrowheads="1"/>
          </p:cNvSpPr>
          <p:nvPr/>
        </p:nvSpPr>
        <p:spPr bwMode="auto">
          <a:xfrm>
            <a:off x="8845458" y="498838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11278" name="Oval 15">
            <a:extLst>
              <a:ext uri="{FF2B5EF4-FFF2-40B4-BE49-F238E27FC236}">
                <a16:creationId xmlns:a16="http://schemas.microsoft.com/office/drawing/2014/main" id="{2F1AA501-D4E7-4030-4627-16DB6CF0D968}"/>
              </a:ext>
            </a:extLst>
          </p:cNvPr>
          <p:cNvSpPr>
            <a:spLocks noChangeArrowheads="1"/>
          </p:cNvSpPr>
          <p:nvPr/>
        </p:nvSpPr>
        <p:spPr bwMode="auto">
          <a:xfrm>
            <a:off x="10583862" y="4876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1279" name="Text Box 16">
            <a:extLst>
              <a:ext uri="{FF2B5EF4-FFF2-40B4-BE49-F238E27FC236}">
                <a16:creationId xmlns:a16="http://schemas.microsoft.com/office/drawing/2014/main" id="{E134033B-79D0-9954-E1FE-37A473421637}"/>
              </a:ext>
            </a:extLst>
          </p:cNvPr>
          <p:cNvSpPr txBox="1">
            <a:spLocks noChangeArrowheads="1"/>
          </p:cNvSpPr>
          <p:nvPr/>
        </p:nvSpPr>
        <p:spPr bwMode="auto">
          <a:xfrm>
            <a:off x="10689972" y="498838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Century Schoolbook" panose="02040604050505020304" pitchFamily="18" charset="0"/>
              </a:rPr>
              <a:t>7</a:t>
            </a:r>
          </a:p>
        </p:txBody>
      </p:sp>
      <p:sp>
        <p:nvSpPr>
          <p:cNvPr id="11280" name="Line 17">
            <a:extLst>
              <a:ext uri="{FF2B5EF4-FFF2-40B4-BE49-F238E27FC236}">
                <a16:creationId xmlns:a16="http://schemas.microsoft.com/office/drawing/2014/main" id="{1F96600F-3509-482A-279B-FB4828DF3A87}"/>
              </a:ext>
            </a:extLst>
          </p:cNvPr>
          <p:cNvSpPr>
            <a:spLocks noChangeShapeType="1"/>
          </p:cNvSpPr>
          <p:nvPr/>
        </p:nvSpPr>
        <p:spPr bwMode="auto">
          <a:xfrm flipH="1">
            <a:off x="9821862" y="32766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1" name="Line 18">
            <a:extLst>
              <a:ext uri="{FF2B5EF4-FFF2-40B4-BE49-F238E27FC236}">
                <a16:creationId xmlns:a16="http://schemas.microsoft.com/office/drawing/2014/main" id="{7F886D17-F1B0-8A2F-295A-A44CB107525A}"/>
              </a:ext>
            </a:extLst>
          </p:cNvPr>
          <p:cNvSpPr>
            <a:spLocks noChangeShapeType="1"/>
          </p:cNvSpPr>
          <p:nvPr/>
        </p:nvSpPr>
        <p:spPr bwMode="auto">
          <a:xfrm flipH="1">
            <a:off x="9059862" y="42672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2" name="Line 19">
            <a:extLst>
              <a:ext uri="{FF2B5EF4-FFF2-40B4-BE49-F238E27FC236}">
                <a16:creationId xmlns:a16="http://schemas.microsoft.com/office/drawing/2014/main" id="{94AC89E0-A739-3E4E-15DD-57D71A842CEF}"/>
              </a:ext>
            </a:extLst>
          </p:cNvPr>
          <p:cNvSpPr>
            <a:spLocks noChangeShapeType="1"/>
          </p:cNvSpPr>
          <p:nvPr/>
        </p:nvSpPr>
        <p:spPr bwMode="auto">
          <a:xfrm>
            <a:off x="9821862" y="4267200"/>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3" name="Line 20">
            <a:extLst>
              <a:ext uri="{FF2B5EF4-FFF2-40B4-BE49-F238E27FC236}">
                <a16:creationId xmlns:a16="http://schemas.microsoft.com/office/drawing/2014/main" id="{ED5BF048-F4B0-7817-BB4A-4EC63A5B995F}"/>
              </a:ext>
            </a:extLst>
          </p:cNvPr>
          <p:cNvSpPr>
            <a:spLocks noChangeShapeType="1"/>
          </p:cNvSpPr>
          <p:nvPr/>
        </p:nvSpPr>
        <p:spPr bwMode="auto">
          <a:xfrm>
            <a:off x="10660062" y="32766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4" name="Line 21">
            <a:extLst>
              <a:ext uri="{FF2B5EF4-FFF2-40B4-BE49-F238E27FC236}">
                <a16:creationId xmlns:a16="http://schemas.microsoft.com/office/drawing/2014/main" id="{C2E65C50-C928-E160-B93F-5B5086C5474E}"/>
              </a:ext>
            </a:extLst>
          </p:cNvPr>
          <p:cNvSpPr>
            <a:spLocks noChangeShapeType="1"/>
          </p:cNvSpPr>
          <p:nvPr/>
        </p:nvSpPr>
        <p:spPr bwMode="auto">
          <a:xfrm flipH="1">
            <a:off x="10888662" y="4267200"/>
            <a:ext cx="304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5" name="Text Box 22">
            <a:extLst>
              <a:ext uri="{FF2B5EF4-FFF2-40B4-BE49-F238E27FC236}">
                <a16:creationId xmlns:a16="http://schemas.microsoft.com/office/drawing/2014/main" id="{B6D4819A-3D3D-D124-56DE-4876459FCA15}"/>
              </a:ext>
            </a:extLst>
          </p:cNvPr>
          <p:cNvSpPr txBox="1">
            <a:spLocks noChangeArrowheads="1"/>
          </p:cNvSpPr>
          <p:nvPr/>
        </p:nvSpPr>
        <p:spPr bwMode="auto">
          <a:xfrm>
            <a:off x="10202863" y="5638800"/>
            <a:ext cx="441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11286" name="Text Box 23">
            <a:extLst>
              <a:ext uri="{FF2B5EF4-FFF2-40B4-BE49-F238E27FC236}">
                <a16:creationId xmlns:a16="http://schemas.microsoft.com/office/drawing/2014/main" id="{490AB90E-55A5-B4E3-712C-1E0F7CF89C94}"/>
              </a:ext>
            </a:extLst>
          </p:cNvPr>
          <p:cNvSpPr txBox="1">
            <a:spLocks noChangeArrowheads="1"/>
          </p:cNvSpPr>
          <p:nvPr/>
        </p:nvSpPr>
        <p:spPr bwMode="auto">
          <a:xfrm>
            <a:off x="9288463" y="5638800"/>
            <a:ext cx="4667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11287" name="Text Box 24">
            <a:extLst>
              <a:ext uri="{FF2B5EF4-FFF2-40B4-BE49-F238E27FC236}">
                <a16:creationId xmlns:a16="http://schemas.microsoft.com/office/drawing/2014/main" id="{5A7DD2A3-3A6E-4558-910B-B4BD53E9495B}"/>
              </a:ext>
            </a:extLst>
          </p:cNvPr>
          <p:cNvSpPr txBox="1">
            <a:spLocks noChangeArrowheads="1"/>
          </p:cNvSpPr>
          <p:nvPr/>
        </p:nvSpPr>
        <p:spPr bwMode="auto">
          <a:xfrm>
            <a:off x="10660062" y="5638800"/>
            <a:ext cx="312738"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11288" name="Text Box 25">
            <a:extLst>
              <a:ext uri="{FF2B5EF4-FFF2-40B4-BE49-F238E27FC236}">
                <a16:creationId xmlns:a16="http://schemas.microsoft.com/office/drawing/2014/main" id="{458FE52F-3602-663D-E700-5658F51CBFD8}"/>
              </a:ext>
            </a:extLst>
          </p:cNvPr>
          <p:cNvSpPr txBox="1">
            <a:spLocks noChangeArrowheads="1"/>
          </p:cNvSpPr>
          <p:nvPr/>
        </p:nvSpPr>
        <p:spPr bwMode="auto">
          <a:xfrm>
            <a:off x="10964862" y="5638800"/>
            <a:ext cx="312738"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11289" name="Text Box 26">
            <a:extLst>
              <a:ext uri="{FF2B5EF4-FFF2-40B4-BE49-F238E27FC236}">
                <a16:creationId xmlns:a16="http://schemas.microsoft.com/office/drawing/2014/main" id="{648CB576-04DE-C190-65B4-27E2B5455E7D}"/>
              </a:ext>
            </a:extLst>
          </p:cNvPr>
          <p:cNvSpPr txBox="1">
            <a:spLocks noChangeArrowheads="1"/>
          </p:cNvSpPr>
          <p:nvPr/>
        </p:nvSpPr>
        <p:spPr bwMode="auto">
          <a:xfrm>
            <a:off x="9745663" y="5638800"/>
            <a:ext cx="441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11290" name="Text Box 25">
            <a:extLst>
              <a:ext uri="{FF2B5EF4-FFF2-40B4-BE49-F238E27FC236}">
                <a16:creationId xmlns:a16="http://schemas.microsoft.com/office/drawing/2014/main" id="{B6CD87A2-5938-B93D-6755-BF2EDEF8704B}"/>
              </a:ext>
            </a:extLst>
          </p:cNvPr>
          <p:cNvSpPr txBox="1">
            <a:spLocks noChangeArrowheads="1"/>
          </p:cNvSpPr>
          <p:nvPr/>
        </p:nvSpPr>
        <p:spPr bwMode="auto">
          <a:xfrm>
            <a:off x="11269662" y="5638800"/>
            <a:ext cx="312738"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11291" name="TextBox 50">
            <a:extLst>
              <a:ext uri="{FF2B5EF4-FFF2-40B4-BE49-F238E27FC236}">
                <a16:creationId xmlns:a16="http://schemas.microsoft.com/office/drawing/2014/main" id="{48D42876-EA57-BDD7-DC0A-144D4CD30E7A}"/>
              </a:ext>
            </a:extLst>
          </p:cNvPr>
          <p:cNvSpPr txBox="1">
            <a:spLocks noChangeArrowheads="1"/>
          </p:cNvSpPr>
          <p:nvPr/>
        </p:nvSpPr>
        <p:spPr bwMode="auto">
          <a:xfrm>
            <a:off x="9898062" y="6019800"/>
            <a:ext cx="1371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Century Schoolbook" panose="02040604050505020304" pitchFamily="18" charset="0"/>
              </a:rPr>
              <a:t>Array 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8DDBC-E204-4D61-53E3-7C57DB60FB5F}"/>
              </a:ext>
            </a:extLst>
          </p:cNvPr>
          <p:cNvSpPr>
            <a:spLocks noGrp="1"/>
          </p:cNvSpPr>
          <p:nvPr>
            <p:ph type="title"/>
          </p:nvPr>
        </p:nvSpPr>
        <p:spPr>
          <a:xfrm>
            <a:off x="1219200" y="884238"/>
            <a:ext cx="9906000" cy="792162"/>
          </a:xfrm>
        </p:spPr>
        <p:txBody>
          <a:bodyPr/>
          <a:lstStyle/>
          <a:p>
            <a:pPr>
              <a:defRPr/>
            </a:pPr>
            <a:r>
              <a:rPr lang="en-US" sz="3200" b="1" dirty="0">
                <a:solidFill>
                  <a:srgbClr val="004200"/>
                </a:solidFill>
                <a:latin typeface="Arial"/>
                <a:ea typeface="+mn-ea"/>
                <a:cs typeface="Arial"/>
              </a:rPr>
              <a:t>Heap</a:t>
            </a:r>
          </a:p>
        </p:txBody>
      </p:sp>
      <p:sp>
        <p:nvSpPr>
          <p:cNvPr id="12291" name="Content Placeholder 2">
            <a:extLst>
              <a:ext uri="{FF2B5EF4-FFF2-40B4-BE49-F238E27FC236}">
                <a16:creationId xmlns:a16="http://schemas.microsoft.com/office/drawing/2014/main" id="{01A1C9C8-B7E8-DE96-5743-634D691C51BE}"/>
              </a:ext>
            </a:extLst>
          </p:cNvPr>
          <p:cNvSpPr>
            <a:spLocks noGrp="1"/>
          </p:cNvSpPr>
          <p:nvPr>
            <p:ph sz="quarter" idx="1"/>
          </p:nvPr>
        </p:nvSpPr>
        <p:spPr>
          <a:xfrm>
            <a:off x="1219200" y="1828801"/>
            <a:ext cx="9906000" cy="2971799"/>
          </a:xfrm>
        </p:spPr>
        <p:txBody>
          <a:bodyPr>
            <a:normAutofit lnSpcReduction="10000"/>
          </a:bodyPr>
          <a:lstStyle/>
          <a:p>
            <a:pPr marL="288925" indent="-288925"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The root of the tree A[1] and given index </a:t>
            </a:r>
            <a:r>
              <a:rPr lang="en-US" altLang="en-US" sz="2400" i="1"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of a node, the indices of its parent, left child and right child can be computed</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 </a:t>
            </a:r>
          </a:p>
          <a:p>
            <a:pPr marL="288925" indent="0" eaLnBrk="1" hangingPunct="1">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PARENT (</a:t>
            </a:r>
            <a:r>
              <a:rPr lang="en-US" altLang="en-US" sz="2400" i="1"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        		return floor(</a:t>
            </a:r>
            <a:r>
              <a:rPr lang="en-US" altLang="en-US" sz="2400" i="1"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/2)</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	LEFT (</a:t>
            </a:r>
            <a:r>
              <a:rPr lang="en-US" altLang="en-US" sz="2400" i="1"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        		return 2</a:t>
            </a:r>
            <a:r>
              <a:rPr lang="en-US" altLang="en-US" sz="2400" i="1" dirty="0">
                <a:latin typeface="Times New Roman" panose="02020603050405020304" pitchFamily="18" charset="0"/>
                <a:cs typeface="Times New Roman" panose="02020603050405020304" pitchFamily="18" charset="0"/>
              </a:rPr>
              <a:t>i</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	RIGHT (</a:t>
            </a:r>
            <a:r>
              <a:rPr lang="en-US" altLang="en-US" sz="2400" i="1"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        		return 2</a:t>
            </a:r>
            <a:r>
              <a:rPr lang="en-US" altLang="en-US" sz="2400" i="1" dirty="0">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+ 1</a:t>
            </a:r>
          </a:p>
          <a:p>
            <a:pPr eaLnBrk="1" hangingPunct="1"/>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B822-8EA6-E34B-BEE6-71026438E387}"/>
              </a:ext>
            </a:extLst>
          </p:cNvPr>
          <p:cNvSpPr>
            <a:spLocks noGrp="1"/>
          </p:cNvSpPr>
          <p:nvPr>
            <p:ph type="title"/>
          </p:nvPr>
        </p:nvSpPr>
        <p:spPr/>
        <p:txBody>
          <a:bodyPr/>
          <a:lstStyle/>
          <a:p>
            <a:pPr>
              <a:defRPr/>
            </a:pPr>
            <a:r>
              <a:rPr lang="en-US" sz="3200" b="1" dirty="0">
                <a:solidFill>
                  <a:srgbClr val="004200"/>
                </a:solidFill>
                <a:latin typeface="Arial"/>
                <a:ea typeface="+mn-ea"/>
                <a:cs typeface="Arial"/>
              </a:rPr>
              <a:t>Heap order property</a:t>
            </a:r>
          </a:p>
        </p:txBody>
      </p:sp>
      <p:sp>
        <p:nvSpPr>
          <p:cNvPr id="13315" name="Content Placeholder 2">
            <a:extLst>
              <a:ext uri="{FF2B5EF4-FFF2-40B4-BE49-F238E27FC236}">
                <a16:creationId xmlns:a16="http://schemas.microsoft.com/office/drawing/2014/main" id="{FEE04D56-27F5-38CA-6BA0-2B04E649B0AE}"/>
              </a:ext>
            </a:extLst>
          </p:cNvPr>
          <p:cNvSpPr>
            <a:spLocks noGrp="1"/>
          </p:cNvSpPr>
          <p:nvPr>
            <p:ph sz="quarter" idx="1"/>
          </p:nvPr>
        </p:nvSpPr>
        <p:spPr>
          <a:xfrm>
            <a:off x="1219200" y="1828801"/>
            <a:ext cx="9936480" cy="1981199"/>
          </a:xfrm>
        </p:spPr>
        <p:txBody>
          <a:bodyPr/>
          <a:lstStyle/>
          <a:p>
            <a:pPr marL="288925" indent="-288925"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For every node </a:t>
            </a:r>
            <a:r>
              <a:rPr lang="en-US" altLang="en-US" sz="2400" i="1" dirty="0">
                <a:latin typeface="Times New Roman" panose="02020603050405020304" pitchFamily="18" charset="0"/>
                <a:cs typeface="Times New Roman" panose="02020603050405020304" pitchFamily="18" charset="0"/>
              </a:rPr>
              <a:t>v</a:t>
            </a:r>
            <a:r>
              <a:rPr lang="en-US" altLang="en-US" sz="2400" dirty="0">
                <a:latin typeface="Times New Roman" panose="02020603050405020304" pitchFamily="18" charset="0"/>
                <a:cs typeface="Times New Roman" panose="02020603050405020304" pitchFamily="18" charset="0"/>
              </a:rPr>
              <a:t>, other than the root, the key stored in </a:t>
            </a:r>
            <a:r>
              <a:rPr lang="en-US" altLang="en-US" sz="2400" i="1" dirty="0">
                <a:latin typeface="Times New Roman" panose="02020603050405020304" pitchFamily="18" charset="0"/>
                <a:cs typeface="Times New Roman" panose="02020603050405020304" pitchFamily="18" charset="0"/>
              </a:rPr>
              <a:t>v </a:t>
            </a:r>
            <a:r>
              <a:rPr lang="en-US" altLang="en-US" sz="2400" dirty="0">
                <a:latin typeface="Times New Roman" panose="02020603050405020304" pitchFamily="18" charset="0"/>
                <a:cs typeface="Times New Roman" panose="02020603050405020304" pitchFamily="18" charset="0"/>
              </a:rPr>
              <a:t>is greater or equal (smaller or equal for max heap) than the key stored in the parent of </a:t>
            </a:r>
            <a:r>
              <a:rPr lang="en-US" altLang="en-US" sz="2400" i="1" dirty="0">
                <a:latin typeface="Times New Roman" panose="02020603050405020304" pitchFamily="18" charset="0"/>
                <a:cs typeface="Times New Roman" panose="02020603050405020304" pitchFamily="18" charset="0"/>
              </a:rPr>
              <a:t>v</a:t>
            </a:r>
            <a:r>
              <a:rPr lang="en-US" altLang="en-US" sz="2400" dirty="0">
                <a:latin typeface="Times New Roman" panose="02020603050405020304" pitchFamily="18" charset="0"/>
                <a:cs typeface="Times New Roman" panose="02020603050405020304" pitchFamily="18" charset="0"/>
              </a:rPr>
              <a:t>.</a:t>
            </a:r>
          </a:p>
          <a:p>
            <a:pPr marL="288925" indent="-288925" eaLnBrk="1" hangingPunct="1">
              <a:buFont typeface="Wingdings" panose="05000000000000000000" pitchFamily="2" charset="2"/>
              <a:buChar char="v"/>
            </a:pPr>
            <a:endParaRPr lang="en-US" altLang="en-US" sz="2400" dirty="0">
              <a:latin typeface="Times New Roman" panose="02020603050405020304" pitchFamily="18" charset="0"/>
              <a:cs typeface="Times New Roman" panose="02020603050405020304" pitchFamily="18" charset="0"/>
            </a:endParaRPr>
          </a:p>
          <a:p>
            <a:pPr marL="288925" indent="-288925"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In this case the maximum value is stored in the root</a:t>
            </a:r>
          </a:p>
          <a:p>
            <a:pPr eaLnBrk="1" hangingPunct="1"/>
            <a:endParaRPr lang="en-US"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701B0-59D2-B5E3-C9F6-A00ACF427CFF}"/>
              </a:ext>
            </a:extLst>
          </p:cNvPr>
          <p:cNvSpPr>
            <a:spLocks noGrp="1"/>
          </p:cNvSpPr>
          <p:nvPr>
            <p:ph type="title"/>
          </p:nvPr>
        </p:nvSpPr>
        <p:spPr/>
        <p:txBody>
          <a:bodyPr/>
          <a:lstStyle/>
          <a:p>
            <a:pPr>
              <a:defRPr/>
            </a:pPr>
            <a:r>
              <a:rPr lang="en-US" sz="3200" b="1" dirty="0">
                <a:solidFill>
                  <a:srgbClr val="004200"/>
                </a:solidFill>
                <a:latin typeface="Arial"/>
                <a:ea typeface="+mn-ea"/>
                <a:cs typeface="Arial"/>
              </a:rPr>
              <a:t>Definition</a:t>
            </a:r>
          </a:p>
        </p:txBody>
      </p:sp>
      <p:sp>
        <p:nvSpPr>
          <p:cNvPr id="14339" name="Content Placeholder 2">
            <a:extLst>
              <a:ext uri="{FF2B5EF4-FFF2-40B4-BE49-F238E27FC236}">
                <a16:creationId xmlns:a16="http://schemas.microsoft.com/office/drawing/2014/main" id="{1990EC74-A9B6-7DFD-2105-63ECF58DA5DD}"/>
              </a:ext>
            </a:extLst>
          </p:cNvPr>
          <p:cNvSpPr>
            <a:spLocks noGrp="1"/>
          </p:cNvSpPr>
          <p:nvPr>
            <p:ph sz="quarter" idx="1"/>
          </p:nvPr>
        </p:nvSpPr>
        <p:spPr>
          <a:xfrm>
            <a:off x="1219200" y="1828801"/>
            <a:ext cx="9936480" cy="2895599"/>
          </a:xfrm>
        </p:spPr>
        <p:txBody>
          <a:bodyPr>
            <a:normAutofit fontScale="92500" lnSpcReduction="20000"/>
          </a:bodyPr>
          <a:lstStyle/>
          <a:p>
            <a:pPr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Max Heap</a:t>
            </a:r>
          </a:p>
          <a:p>
            <a:pPr lvl="1" eaLnBrk="1" hangingPunct="1">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Store data in ascending order</a:t>
            </a:r>
          </a:p>
          <a:p>
            <a:pPr lvl="1" eaLnBrk="1" hangingPunct="1">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Has property of</a:t>
            </a:r>
          </a:p>
          <a:p>
            <a:pPr lvl="1" eaLnBrk="1" hangingPunct="1">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A[Parent(</a:t>
            </a:r>
            <a:r>
              <a:rPr lang="en-US" altLang="en-US" sz="2400"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 A[</a:t>
            </a:r>
            <a:r>
              <a:rPr lang="en-US" altLang="en-US" sz="2400"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a:t>
            </a:r>
          </a:p>
          <a:p>
            <a:pPr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Min Heap</a:t>
            </a:r>
          </a:p>
          <a:p>
            <a:pPr lvl="1" eaLnBrk="1" hangingPunct="1">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Store data in descending order</a:t>
            </a:r>
          </a:p>
          <a:p>
            <a:pPr lvl="1" eaLnBrk="1" hangingPunct="1">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Has property of</a:t>
            </a:r>
          </a:p>
          <a:p>
            <a:pPr lvl="1" eaLnBrk="1" hangingPunct="1">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A[Parent(</a:t>
            </a:r>
            <a:r>
              <a:rPr lang="en-US" altLang="en-US" sz="2400"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 A[</a:t>
            </a:r>
            <a:r>
              <a:rPr lang="en-US" altLang="en-US" sz="2400"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a:t>
            </a:r>
          </a:p>
          <a:p>
            <a:pPr lvl="1" eaLnBrk="1" hangingPunct="1"/>
            <a:endParaRPr lang="en-US"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F40A3-FD24-91D2-2DA6-C3C3897FE249}"/>
              </a:ext>
            </a:extLst>
          </p:cNvPr>
          <p:cNvSpPr>
            <a:spLocks noGrp="1"/>
          </p:cNvSpPr>
          <p:nvPr>
            <p:ph type="title"/>
          </p:nvPr>
        </p:nvSpPr>
        <p:spPr/>
        <p:txBody>
          <a:bodyPr/>
          <a:lstStyle/>
          <a:p>
            <a:pPr>
              <a:defRPr/>
            </a:pPr>
            <a:r>
              <a:rPr lang="en-US" sz="3200" b="1" dirty="0">
                <a:solidFill>
                  <a:srgbClr val="004200"/>
                </a:solidFill>
                <a:latin typeface="Arial"/>
                <a:ea typeface="+mn-ea"/>
                <a:cs typeface="Arial"/>
              </a:rPr>
              <a:t>Max Heap Example</a:t>
            </a:r>
          </a:p>
        </p:txBody>
      </p:sp>
      <p:sp>
        <p:nvSpPr>
          <p:cNvPr id="15363" name="Text Box 22">
            <a:extLst>
              <a:ext uri="{FF2B5EF4-FFF2-40B4-BE49-F238E27FC236}">
                <a16:creationId xmlns:a16="http://schemas.microsoft.com/office/drawing/2014/main" id="{3A1D4B66-65D7-DE2B-83D2-F993A2FAC7C1}"/>
              </a:ext>
            </a:extLst>
          </p:cNvPr>
          <p:cNvSpPr txBox="1">
            <a:spLocks noChangeArrowheads="1"/>
          </p:cNvSpPr>
          <p:nvPr/>
        </p:nvSpPr>
        <p:spPr bwMode="auto">
          <a:xfrm>
            <a:off x="5562601" y="4800600"/>
            <a:ext cx="441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15364" name="Text Box 23">
            <a:extLst>
              <a:ext uri="{FF2B5EF4-FFF2-40B4-BE49-F238E27FC236}">
                <a16:creationId xmlns:a16="http://schemas.microsoft.com/office/drawing/2014/main" id="{AC6146B2-044C-208E-0401-57A475EE5649}"/>
              </a:ext>
            </a:extLst>
          </p:cNvPr>
          <p:cNvSpPr txBox="1">
            <a:spLocks noChangeArrowheads="1"/>
          </p:cNvSpPr>
          <p:nvPr/>
        </p:nvSpPr>
        <p:spPr bwMode="auto">
          <a:xfrm>
            <a:off x="4648201" y="4800600"/>
            <a:ext cx="4667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15365" name="Text Box 24">
            <a:extLst>
              <a:ext uri="{FF2B5EF4-FFF2-40B4-BE49-F238E27FC236}">
                <a16:creationId xmlns:a16="http://schemas.microsoft.com/office/drawing/2014/main" id="{C0C89800-B76D-184C-C320-E574CB706609}"/>
              </a:ext>
            </a:extLst>
          </p:cNvPr>
          <p:cNvSpPr txBox="1">
            <a:spLocks noChangeArrowheads="1"/>
          </p:cNvSpPr>
          <p:nvPr/>
        </p:nvSpPr>
        <p:spPr bwMode="auto">
          <a:xfrm>
            <a:off x="6019800" y="4800600"/>
            <a:ext cx="312738"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15366" name="Text Box 25">
            <a:extLst>
              <a:ext uri="{FF2B5EF4-FFF2-40B4-BE49-F238E27FC236}">
                <a16:creationId xmlns:a16="http://schemas.microsoft.com/office/drawing/2014/main" id="{FA971BA3-4321-693F-6AAB-AE6F58D622EF}"/>
              </a:ext>
            </a:extLst>
          </p:cNvPr>
          <p:cNvSpPr txBox="1">
            <a:spLocks noChangeArrowheads="1"/>
          </p:cNvSpPr>
          <p:nvPr/>
        </p:nvSpPr>
        <p:spPr bwMode="auto">
          <a:xfrm>
            <a:off x="6324600" y="4800600"/>
            <a:ext cx="312738"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15367" name="Text Box 26">
            <a:extLst>
              <a:ext uri="{FF2B5EF4-FFF2-40B4-BE49-F238E27FC236}">
                <a16:creationId xmlns:a16="http://schemas.microsoft.com/office/drawing/2014/main" id="{F9744894-5BEF-F150-243C-F45D085A3BA0}"/>
              </a:ext>
            </a:extLst>
          </p:cNvPr>
          <p:cNvSpPr txBox="1">
            <a:spLocks noChangeArrowheads="1"/>
          </p:cNvSpPr>
          <p:nvPr/>
        </p:nvSpPr>
        <p:spPr bwMode="auto">
          <a:xfrm>
            <a:off x="5105401" y="4800600"/>
            <a:ext cx="441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15368" name="Text Box 25">
            <a:extLst>
              <a:ext uri="{FF2B5EF4-FFF2-40B4-BE49-F238E27FC236}">
                <a16:creationId xmlns:a16="http://schemas.microsoft.com/office/drawing/2014/main" id="{AC606637-19CC-537F-2C09-7D55C481CB0C}"/>
              </a:ext>
            </a:extLst>
          </p:cNvPr>
          <p:cNvSpPr txBox="1">
            <a:spLocks noChangeArrowheads="1"/>
          </p:cNvSpPr>
          <p:nvPr/>
        </p:nvSpPr>
        <p:spPr bwMode="auto">
          <a:xfrm>
            <a:off x="6629400" y="4800600"/>
            <a:ext cx="312738"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15369" name="TextBox 50">
            <a:extLst>
              <a:ext uri="{FF2B5EF4-FFF2-40B4-BE49-F238E27FC236}">
                <a16:creationId xmlns:a16="http://schemas.microsoft.com/office/drawing/2014/main" id="{E195E274-B15D-000E-87FA-3AC90BDAAAF2}"/>
              </a:ext>
            </a:extLst>
          </p:cNvPr>
          <p:cNvSpPr txBox="1">
            <a:spLocks noChangeArrowheads="1"/>
          </p:cNvSpPr>
          <p:nvPr/>
        </p:nvSpPr>
        <p:spPr bwMode="auto">
          <a:xfrm>
            <a:off x="5257800" y="5334000"/>
            <a:ext cx="1371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Array A</a:t>
            </a:r>
          </a:p>
        </p:txBody>
      </p:sp>
      <p:sp>
        <p:nvSpPr>
          <p:cNvPr id="15370" name="Oval 4">
            <a:extLst>
              <a:ext uri="{FF2B5EF4-FFF2-40B4-BE49-F238E27FC236}">
                <a16:creationId xmlns:a16="http://schemas.microsoft.com/office/drawing/2014/main" id="{7015C399-FE16-B115-5A5E-1DC2FADB8D84}"/>
              </a:ext>
            </a:extLst>
          </p:cNvPr>
          <p:cNvSpPr>
            <a:spLocks noChangeArrowheads="1"/>
          </p:cNvSpPr>
          <p:nvPr/>
        </p:nvSpPr>
        <p:spPr bwMode="auto">
          <a:xfrm>
            <a:off x="5791200" y="19050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5371" name="Text Box 6">
            <a:extLst>
              <a:ext uri="{FF2B5EF4-FFF2-40B4-BE49-F238E27FC236}">
                <a16:creationId xmlns:a16="http://schemas.microsoft.com/office/drawing/2014/main" id="{DBE4C255-B02F-315A-88D0-2C2BEC5AB0CC}"/>
              </a:ext>
            </a:extLst>
          </p:cNvPr>
          <p:cNvSpPr txBox="1">
            <a:spLocks noChangeArrowheads="1"/>
          </p:cNvSpPr>
          <p:nvPr/>
        </p:nvSpPr>
        <p:spPr bwMode="auto">
          <a:xfrm>
            <a:off x="5867400" y="19812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15372" name="Oval 7">
            <a:extLst>
              <a:ext uri="{FF2B5EF4-FFF2-40B4-BE49-F238E27FC236}">
                <a16:creationId xmlns:a16="http://schemas.microsoft.com/office/drawing/2014/main" id="{DDCF3FAF-3012-C739-E7C1-83D45A4C3F30}"/>
              </a:ext>
            </a:extLst>
          </p:cNvPr>
          <p:cNvSpPr>
            <a:spLocks noChangeArrowheads="1"/>
          </p:cNvSpPr>
          <p:nvPr/>
        </p:nvSpPr>
        <p:spPr bwMode="auto">
          <a:xfrm>
            <a:off x="5029200" y="28194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5373" name="Text Box 8">
            <a:extLst>
              <a:ext uri="{FF2B5EF4-FFF2-40B4-BE49-F238E27FC236}">
                <a16:creationId xmlns:a16="http://schemas.microsoft.com/office/drawing/2014/main" id="{4EA5EEBF-6618-8E11-59ED-335D12268537}"/>
              </a:ext>
            </a:extLst>
          </p:cNvPr>
          <p:cNvSpPr txBox="1">
            <a:spLocks noChangeArrowheads="1"/>
          </p:cNvSpPr>
          <p:nvPr/>
        </p:nvSpPr>
        <p:spPr bwMode="auto">
          <a:xfrm>
            <a:off x="5105400" y="28956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15374" name="Oval 9">
            <a:extLst>
              <a:ext uri="{FF2B5EF4-FFF2-40B4-BE49-F238E27FC236}">
                <a16:creationId xmlns:a16="http://schemas.microsoft.com/office/drawing/2014/main" id="{01C9ED9A-E9D8-E1AD-E9DF-C1ADAE2DF3E1}"/>
              </a:ext>
            </a:extLst>
          </p:cNvPr>
          <p:cNvSpPr>
            <a:spLocks noChangeArrowheads="1"/>
          </p:cNvSpPr>
          <p:nvPr/>
        </p:nvSpPr>
        <p:spPr bwMode="auto">
          <a:xfrm>
            <a:off x="6629400" y="28194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5375" name="Text Box 10">
            <a:extLst>
              <a:ext uri="{FF2B5EF4-FFF2-40B4-BE49-F238E27FC236}">
                <a16:creationId xmlns:a16="http://schemas.microsoft.com/office/drawing/2014/main" id="{52C41250-6359-C473-0141-45BE26D59683}"/>
              </a:ext>
            </a:extLst>
          </p:cNvPr>
          <p:cNvSpPr txBox="1">
            <a:spLocks noChangeArrowheads="1"/>
          </p:cNvSpPr>
          <p:nvPr/>
        </p:nvSpPr>
        <p:spPr bwMode="auto">
          <a:xfrm>
            <a:off x="6705600" y="28956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15376" name="Oval 11">
            <a:extLst>
              <a:ext uri="{FF2B5EF4-FFF2-40B4-BE49-F238E27FC236}">
                <a16:creationId xmlns:a16="http://schemas.microsoft.com/office/drawing/2014/main" id="{72E87714-89DF-ECE6-9EAC-6AD5BEDE32FE}"/>
              </a:ext>
            </a:extLst>
          </p:cNvPr>
          <p:cNvSpPr>
            <a:spLocks noChangeArrowheads="1"/>
          </p:cNvSpPr>
          <p:nvPr/>
        </p:nvSpPr>
        <p:spPr bwMode="auto">
          <a:xfrm>
            <a:off x="5486400" y="39624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5377" name="Text Box 12">
            <a:extLst>
              <a:ext uri="{FF2B5EF4-FFF2-40B4-BE49-F238E27FC236}">
                <a16:creationId xmlns:a16="http://schemas.microsoft.com/office/drawing/2014/main" id="{89BB3940-E3A6-D0BD-3C75-2E5B1947561C}"/>
              </a:ext>
            </a:extLst>
          </p:cNvPr>
          <p:cNvSpPr txBox="1">
            <a:spLocks noChangeArrowheads="1"/>
          </p:cNvSpPr>
          <p:nvPr/>
        </p:nvSpPr>
        <p:spPr bwMode="auto">
          <a:xfrm>
            <a:off x="5562600" y="40386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15378" name="Oval 13">
            <a:extLst>
              <a:ext uri="{FF2B5EF4-FFF2-40B4-BE49-F238E27FC236}">
                <a16:creationId xmlns:a16="http://schemas.microsoft.com/office/drawing/2014/main" id="{34F12D1F-0375-AAD7-C021-40066A8E82A0}"/>
              </a:ext>
            </a:extLst>
          </p:cNvPr>
          <p:cNvSpPr>
            <a:spLocks noChangeArrowheads="1"/>
          </p:cNvSpPr>
          <p:nvPr/>
        </p:nvSpPr>
        <p:spPr bwMode="auto">
          <a:xfrm>
            <a:off x="4343400" y="4038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5379" name="Text Box 14">
            <a:extLst>
              <a:ext uri="{FF2B5EF4-FFF2-40B4-BE49-F238E27FC236}">
                <a16:creationId xmlns:a16="http://schemas.microsoft.com/office/drawing/2014/main" id="{C92E9088-3782-A571-8B29-E462A19DA74A}"/>
              </a:ext>
            </a:extLst>
          </p:cNvPr>
          <p:cNvSpPr txBox="1">
            <a:spLocks noChangeArrowheads="1"/>
          </p:cNvSpPr>
          <p:nvPr/>
        </p:nvSpPr>
        <p:spPr bwMode="auto">
          <a:xfrm>
            <a:off x="4495800" y="41148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15380" name="Oval 15">
            <a:extLst>
              <a:ext uri="{FF2B5EF4-FFF2-40B4-BE49-F238E27FC236}">
                <a16:creationId xmlns:a16="http://schemas.microsoft.com/office/drawing/2014/main" id="{FAC0282F-EE11-C238-F2D1-C5088A417083}"/>
              </a:ext>
            </a:extLst>
          </p:cNvPr>
          <p:cNvSpPr>
            <a:spLocks noChangeArrowheads="1"/>
          </p:cNvSpPr>
          <p:nvPr/>
        </p:nvSpPr>
        <p:spPr bwMode="auto">
          <a:xfrm>
            <a:off x="6248400" y="39624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5381" name="Text Box 16">
            <a:extLst>
              <a:ext uri="{FF2B5EF4-FFF2-40B4-BE49-F238E27FC236}">
                <a16:creationId xmlns:a16="http://schemas.microsoft.com/office/drawing/2014/main" id="{50BC3FC4-A834-0D08-0E6A-85EBC1F59A2A}"/>
              </a:ext>
            </a:extLst>
          </p:cNvPr>
          <p:cNvSpPr txBox="1">
            <a:spLocks noChangeArrowheads="1"/>
          </p:cNvSpPr>
          <p:nvPr/>
        </p:nvSpPr>
        <p:spPr bwMode="auto">
          <a:xfrm>
            <a:off x="6324600" y="40386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15382" name="Line 17">
            <a:extLst>
              <a:ext uri="{FF2B5EF4-FFF2-40B4-BE49-F238E27FC236}">
                <a16:creationId xmlns:a16="http://schemas.microsoft.com/office/drawing/2014/main" id="{BFD40B31-25ED-30FC-1934-722AF0E859B8}"/>
              </a:ext>
            </a:extLst>
          </p:cNvPr>
          <p:cNvSpPr>
            <a:spLocks noChangeShapeType="1"/>
          </p:cNvSpPr>
          <p:nvPr/>
        </p:nvSpPr>
        <p:spPr bwMode="auto">
          <a:xfrm flipH="1">
            <a:off x="5486400" y="23622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3" name="Line 18">
            <a:extLst>
              <a:ext uri="{FF2B5EF4-FFF2-40B4-BE49-F238E27FC236}">
                <a16:creationId xmlns:a16="http://schemas.microsoft.com/office/drawing/2014/main" id="{0DB2D60F-F4FF-562D-91A4-8EDA7FDF2AB2}"/>
              </a:ext>
            </a:extLst>
          </p:cNvPr>
          <p:cNvSpPr>
            <a:spLocks noChangeShapeType="1"/>
          </p:cNvSpPr>
          <p:nvPr/>
        </p:nvSpPr>
        <p:spPr bwMode="auto">
          <a:xfrm flipH="1">
            <a:off x="4724400" y="33528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4" name="Line 19">
            <a:extLst>
              <a:ext uri="{FF2B5EF4-FFF2-40B4-BE49-F238E27FC236}">
                <a16:creationId xmlns:a16="http://schemas.microsoft.com/office/drawing/2014/main" id="{E726D3E9-98AC-C435-C3D2-D5148C935756}"/>
              </a:ext>
            </a:extLst>
          </p:cNvPr>
          <p:cNvSpPr>
            <a:spLocks noChangeShapeType="1"/>
          </p:cNvSpPr>
          <p:nvPr/>
        </p:nvSpPr>
        <p:spPr bwMode="auto">
          <a:xfrm>
            <a:off x="5486400" y="3352800"/>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5" name="Line 20">
            <a:extLst>
              <a:ext uri="{FF2B5EF4-FFF2-40B4-BE49-F238E27FC236}">
                <a16:creationId xmlns:a16="http://schemas.microsoft.com/office/drawing/2014/main" id="{9937D915-7E02-416C-B566-A6D1542AC803}"/>
              </a:ext>
            </a:extLst>
          </p:cNvPr>
          <p:cNvSpPr>
            <a:spLocks noChangeShapeType="1"/>
          </p:cNvSpPr>
          <p:nvPr/>
        </p:nvSpPr>
        <p:spPr bwMode="auto">
          <a:xfrm>
            <a:off x="6324600" y="23622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6" name="Line 21">
            <a:extLst>
              <a:ext uri="{FF2B5EF4-FFF2-40B4-BE49-F238E27FC236}">
                <a16:creationId xmlns:a16="http://schemas.microsoft.com/office/drawing/2014/main" id="{5EF4D4CB-E8E9-F555-26AB-44EF5ED7DD42}"/>
              </a:ext>
            </a:extLst>
          </p:cNvPr>
          <p:cNvSpPr>
            <a:spLocks noChangeShapeType="1"/>
          </p:cNvSpPr>
          <p:nvPr/>
        </p:nvSpPr>
        <p:spPr bwMode="auto">
          <a:xfrm flipH="1">
            <a:off x="6553200" y="3352800"/>
            <a:ext cx="304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64E95-119F-F196-66E7-369F3BB8C780}"/>
              </a:ext>
            </a:extLst>
          </p:cNvPr>
          <p:cNvSpPr>
            <a:spLocks noGrp="1"/>
          </p:cNvSpPr>
          <p:nvPr>
            <p:ph type="title"/>
          </p:nvPr>
        </p:nvSpPr>
        <p:spPr/>
        <p:txBody>
          <a:bodyPr/>
          <a:lstStyle/>
          <a:p>
            <a:pPr>
              <a:defRPr/>
            </a:pPr>
            <a:r>
              <a:rPr lang="en-US" sz="3200" b="1" dirty="0">
                <a:solidFill>
                  <a:srgbClr val="004200"/>
                </a:solidFill>
                <a:latin typeface="Arial"/>
                <a:ea typeface="+mn-ea"/>
                <a:cs typeface="Arial"/>
              </a:rPr>
              <a:t>Min heap example</a:t>
            </a:r>
          </a:p>
        </p:txBody>
      </p:sp>
      <p:sp>
        <p:nvSpPr>
          <p:cNvPr id="16387" name="Text Box 24">
            <a:extLst>
              <a:ext uri="{FF2B5EF4-FFF2-40B4-BE49-F238E27FC236}">
                <a16:creationId xmlns:a16="http://schemas.microsoft.com/office/drawing/2014/main" id="{837ABD08-4148-856A-2360-AC4AADB34889}"/>
              </a:ext>
            </a:extLst>
          </p:cNvPr>
          <p:cNvSpPr txBox="1">
            <a:spLocks noChangeArrowheads="1"/>
          </p:cNvSpPr>
          <p:nvPr/>
        </p:nvSpPr>
        <p:spPr bwMode="auto">
          <a:xfrm>
            <a:off x="6019801" y="5257800"/>
            <a:ext cx="441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16388" name="Text Box 25">
            <a:extLst>
              <a:ext uri="{FF2B5EF4-FFF2-40B4-BE49-F238E27FC236}">
                <a16:creationId xmlns:a16="http://schemas.microsoft.com/office/drawing/2014/main" id="{99196070-B01C-D678-0C5F-7BBD05C246F5}"/>
              </a:ext>
            </a:extLst>
          </p:cNvPr>
          <p:cNvSpPr txBox="1">
            <a:spLocks noChangeArrowheads="1"/>
          </p:cNvSpPr>
          <p:nvPr/>
        </p:nvSpPr>
        <p:spPr bwMode="auto">
          <a:xfrm>
            <a:off x="5715000" y="5257800"/>
            <a:ext cx="319088"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16389" name="Text Box 26">
            <a:extLst>
              <a:ext uri="{FF2B5EF4-FFF2-40B4-BE49-F238E27FC236}">
                <a16:creationId xmlns:a16="http://schemas.microsoft.com/office/drawing/2014/main" id="{6F0F4E62-2C7C-63A8-AA8D-5A2A617C78D0}"/>
              </a:ext>
            </a:extLst>
          </p:cNvPr>
          <p:cNvSpPr txBox="1">
            <a:spLocks noChangeArrowheads="1"/>
          </p:cNvSpPr>
          <p:nvPr/>
        </p:nvSpPr>
        <p:spPr bwMode="auto">
          <a:xfrm>
            <a:off x="6477001" y="5257800"/>
            <a:ext cx="441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16390" name="Text Box 25">
            <a:extLst>
              <a:ext uri="{FF2B5EF4-FFF2-40B4-BE49-F238E27FC236}">
                <a16:creationId xmlns:a16="http://schemas.microsoft.com/office/drawing/2014/main" id="{534126FB-3853-20D9-04A8-75F6B9D87737}"/>
              </a:ext>
            </a:extLst>
          </p:cNvPr>
          <p:cNvSpPr txBox="1">
            <a:spLocks noChangeArrowheads="1"/>
          </p:cNvSpPr>
          <p:nvPr/>
        </p:nvSpPr>
        <p:spPr bwMode="auto">
          <a:xfrm>
            <a:off x="5181600" y="5257800"/>
            <a:ext cx="533400"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16391" name="Text Box 25">
            <a:extLst>
              <a:ext uri="{FF2B5EF4-FFF2-40B4-BE49-F238E27FC236}">
                <a16:creationId xmlns:a16="http://schemas.microsoft.com/office/drawing/2014/main" id="{816DF237-70CB-933D-E319-ACAF056F947E}"/>
              </a:ext>
            </a:extLst>
          </p:cNvPr>
          <p:cNvSpPr txBox="1">
            <a:spLocks noChangeArrowheads="1"/>
          </p:cNvSpPr>
          <p:nvPr/>
        </p:nvSpPr>
        <p:spPr bwMode="auto">
          <a:xfrm>
            <a:off x="4876800" y="5257800"/>
            <a:ext cx="312738"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16392" name="Text Box 25">
            <a:extLst>
              <a:ext uri="{FF2B5EF4-FFF2-40B4-BE49-F238E27FC236}">
                <a16:creationId xmlns:a16="http://schemas.microsoft.com/office/drawing/2014/main" id="{3D671A34-29C6-6A61-C66B-4261D50C357F}"/>
              </a:ext>
            </a:extLst>
          </p:cNvPr>
          <p:cNvSpPr txBox="1">
            <a:spLocks noChangeArrowheads="1"/>
          </p:cNvSpPr>
          <p:nvPr/>
        </p:nvSpPr>
        <p:spPr bwMode="auto">
          <a:xfrm>
            <a:off x="4572000" y="5257800"/>
            <a:ext cx="319088"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16393" name="TextBox 43">
            <a:extLst>
              <a:ext uri="{FF2B5EF4-FFF2-40B4-BE49-F238E27FC236}">
                <a16:creationId xmlns:a16="http://schemas.microsoft.com/office/drawing/2014/main" id="{D9C5B8AA-BD96-4F7D-8EAB-32FDB11647F7}"/>
              </a:ext>
            </a:extLst>
          </p:cNvPr>
          <p:cNvSpPr txBox="1">
            <a:spLocks noChangeArrowheads="1"/>
          </p:cNvSpPr>
          <p:nvPr/>
        </p:nvSpPr>
        <p:spPr bwMode="auto">
          <a:xfrm>
            <a:off x="5562600" y="57150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Array A</a:t>
            </a:r>
          </a:p>
        </p:txBody>
      </p:sp>
      <p:sp>
        <p:nvSpPr>
          <p:cNvPr id="16394" name="Oval 4">
            <a:extLst>
              <a:ext uri="{FF2B5EF4-FFF2-40B4-BE49-F238E27FC236}">
                <a16:creationId xmlns:a16="http://schemas.microsoft.com/office/drawing/2014/main" id="{5B362D19-EFB4-58B4-5854-9D7CEB282A3B}"/>
              </a:ext>
            </a:extLst>
          </p:cNvPr>
          <p:cNvSpPr>
            <a:spLocks noChangeArrowheads="1"/>
          </p:cNvSpPr>
          <p:nvPr/>
        </p:nvSpPr>
        <p:spPr bwMode="auto">
          <a:xfrm>
            <a:off x="5791200" y="2133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6395" name="Text Box 6">
            <a:extLst>
              <a:ext uri="{FF2B5EF4-FFF2-40B4-BE49-F238E27FC236}">
                <a16:creationId xmlns:a16="http://schemas.microsoft.com/office/drawing/2014/main" id="{5B73BFC3-743D-6554-3DAC-8FF6A9A17C9E}"/>
              </a:ext>
            </a:extLst>
          </p:cNvPr>
          <p:cNvSpPr txBox="1">
            <a:spLocks noChangeArrowheads="1"/>
          </p:cNvSpPr>
          <p:nvPr/>
        </p:nvSpPr>
        <p:spPr bwMode="auto">
          <a:xfrm>
            <a:off x="5867400" y="2209800"/>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16396" name="Oval 7">
            <a:extLst>
              <a:ext uri="{FF2B5EF4-FFF2-40B4-BE49-F238E27FC236}">
                <a16:creationId xmlns:a16="http://schemas.microsoft.com/office/drawing/2014/main" id="{1ED0AB23-ADA5-CF28-9501-BB9850335701}"/>
              </a:ext>
            </a:extLst>
          </p:cNvPr>
          <p:cNvSpPr>
            <a:spLocks noChangeArrowheads="1"/>
          </p:cNvSpPr>
          <p:nvPr/>
        </p:nvSpPr>
        <p:spPr bwMode="auto">
          <a:xfrm>
            <a:off x="5029200" y="30480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6397" name="Text Box 8">
            <a:extLst>
              <a:ext uri="{FF2B5EF4-FFF2-40B4-BE49-F238E27FC236}">
                <a16:creationId xmlns:a16="http://schemas.microsoft.com/office/drawing/2014/main" id="{9C09B81B-4CA0-B380-DACF-F956978AA61C}"/>
              </a:ext>
            </a:extLst>
          </p:cNvPr>
          <p:cNvSpPr txBox="1">
            <a:spLocks noChangeArrowheads="1"/>
          </p:cNvSpPr>
          <p:nvPr/>
        </p:nvSpPr>
        <p:spPr bwMode="auto">
          <a:xfrm>
            <a:off x="5105400" y="3124200"/>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16398" name="Oval 9">
            <a:extLst>
              <a:ext uri="{FF2B5EF4-FFF2-40B4-BE49-F238E27FC236}">
                <a16:creationId xmlns:a16="http://schemas.microsoft.com/office/drawing/2014/main" id="{B00CF3E7-B4C0-9BB6-965A-F4E3A289E677}"/>
              </a:ext>
            </a:extLst>
          </p:cNvPr>
          <p:cNvSpPr>
            <a:spLocks noChangeArrowheads="1"/>
          </p:cNvSpPr>
          <p:nvPr/>
        </p:nvSpPr>
        <p:spPr bwMode="auto">
          <a:xfrm>
            <a:off x="6629400" y="30480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6399" name="Text Box 10">
            <a:extLst>
              <a:ext uri="{FF2B5EF4-FFF2-40B4-BE49-F238E27FC236}">
                <a16:creationId xmlns:a16="http://schemas.microsoft.com/office/drawing/2014/main" id="{ACF199CD-7624-2354-2659-F65215F0E2BD}"/>
              </a:ext>
            </a:extLst>
          </p:cNvPr>
          <p:cNvSpPr txBox="1">
            <a:spLocks noChangeArrowheads="1"/>
          </p:cNvSpPr>
          <p:nvPr/>
        </p:nvSpPr>
        <p:spPr bwMode="auto">
          <a:xfrm>
            <a:off x="6705601" y="31242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16400" name="Oval 11">
            <a:extLst>
              <a:ext uri="{FF2B5EF4-FFF2-40B4-BE49-F238E27FC236}">
                <a16:creationId xmlns:a16="http://schemas.microsoft.com/office/drawing/2014/main" id="{6B50A000-1349-E861-5D34-912A70593634}"/>
              </a:ext>
            </a:extLst>
          </p:cNvPr>
          <p:cNvSpPr>
            <a:spLocks noChangeArrowheads="1"/>
          </p:cNvSpPr>
          <p:nvPr/>
        </p:nvSpPr>
        <p:spPr bwMode="auto">
          <a:xfrm>
            <a:off x="5486400" y="41910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6401" name="Text Box 12">
            <a:extLst>
              <a:ext uri="{FF2B5EF4-FFF2-40B4-BE49-F238E27FC236}">
                <a16:creationId xmlns:a16="http://schemas.microsoft.com/office/drawing/2014/main" id="{4A729AE3-10CA-1DB5-DBAA-BAFCA7DADE11}"/>
              </a:ext>
            </a:extLst>
          </p:cNvPr>
          <p:cNvSpPr txBox="1">
            <a:spLocks noChangeArrowheads="1"/>
          </p:cNvSpPr>
          <p:nvPr/>
        </p:nvSpPr>
        <p:spPr bwMode="auto">
          <a:xfrm>
            <a:off x="5562601" y="42672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16402" name="Oval 13">
            <a:extLst>
              <a:ext uri="{FF2B5EF4-FFF2-40B4-BE49-F238E27FC236}">
                <a16:creationId xmlns:a16="http://schemas.microsoft.com/office/drawing/2014/main" id="{431C5837-403F-6D64-B77F-0B7354BE0D6C}"/>
              </a:ext>
            </a:extLst>
          </p:cNvPr>
          <p:cNvSpPr>
            <a:spLocks noChangeArrowheads="1"/>
          </p:cNvSpPr>
          <p:nvPr/>
        </p:nvSpPr>
        <p:spPr bwMode="auto">
          <a:xfrm>
            <a:off x="4343400" y="42672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6403" name="Text Box 14">
            <a:extLst>
              <a:ext uri="{FF2B5EF4-FFF2-40B4-BE49-F238E27FC236}">
                <a16:creationId xmlns:a16="http://schemas.microsoft.com/office/drawing/2014/main" id="{BDD734B6-1875-3EEA-8DA3-14F443A611FD}"/>
              </a:ext>
            </a:extLst>
          </p:cNvPr>
          <p:cNvSpPr txBox="1">
            <a:spLocks noChangeArrowheads="1"/>
          </p:cNvSpPr>
          <p:nvPr/>
        </p:nvSpPr>
        <p:spPr bwMode="auto">
          <a:xfrm>
            <a:off x="4495800" y="4343400"/>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16404" name="Oval 15">
            <a:extLst>
              <a:ext uri="{FF2B5EF4-FFF2-40B4-BE49-F238E27FC236}">
                <a16:creationId xmlns:a16="http://schemas.microsoft.com/office/drawing/2014/main" id="{26B704C7-FD2B-BC93-727A-E65F29159FA2}"/>
              </a:ext>
            </a:extLst>
          </p:cNvPr>
          <p:cNvSpPr>
            <a:spLocks noChangeArrowheads="1"/>
          </p:cNvSpPr>
          <p:nvPr/>
        </p:nvSpPr>
        <p:spPr bwMode="auto">
          <a:xfrm>
            <a:off x="6248400" y="41910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6405" name="Text Box 16">
            <a:extLst>
              <a:ext uri="{FF2B5EF4-FFF2-40B4-BE49-F238E27FC236}">
                <a16:creationId xmlns:a16="http://schemas.microsoft.com/office/drawing/2014/main" id="{8DCB2F3F-7A61-0A37-5ED7-783012EF3DB9}"/>
              </a:ext>
            </a:extLst>
          </p:cNvPr>
          <p:cNvSpPr txBox="1">
            <a:spLocks noChangeArrowheads="1"/>
          </p:cNvSpPr>
          <p:nvPr/>
        </p:nvSpPr>
        <p:spPr bwMode="auto">
          <a:xfrm>
            <a:off x="6324601" y="42672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16406" name="Line 17">
            <a:extLst>
              <a:ext uri="{FF2B5EF4-FFF2-40B4-BE49-F238E27FC236}">
                <a16:creationId xmlns:a16="http://schemas.microsoft.com/office/drawing/2014/main" id="{83B52E64-7F3D-0257-3BB7-5574398C3896}"/>
              </a:ext>
            </a:extLst>
          </p:cNvPr>
          <p:cNvSpPr>
            <a:spLocks noChangeShapeType="1"/>
          </p:cNvSpPr>
          <p:nvPr/>
        </p:nvSpPr>
        <p:spPr bwMode="auto">
          <a:xfrm flipH="1">
            <a:off x="5486400" y="25908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7" name="Line 18">
            <a:extLst>
              <a:ext uri="{FF2B5EF4-FFF2-40B4-BE49-F238E27FC236}">
                <a16:creationId xmlns:a16="http://schemas.microsoft.com/office/drawing/2014/main" id="{B8008AE6-0EA3-801C-59E0-193AD77B9332}"/>
              </a:ext>
            </a:extLst>
          </p:cNvPr>
          <p:cNvSpPr>
            <a:spLocks noChangeShapeType="1"/>
          </p:cNvSpPr>
          <p:nvPr/>
        </p:nvSpPr>
        <p:spPr bwMode="auto">
          <a:xfrm flipH="1">
            <a:off x="4724400" y="35814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8" name="Line 19">
            <a:extLst>
              <a:ext uri="{FF2B5EF4-FFF2-40B4-BE49-F238E27FC236}">
                <a16:creationId xmlns:a16="http://schemas.microsoft.com/office/drawing/2014/main" id="{A5334967-B897-A417-A7D8-B0E5F2417A00}"/>
              </a:ext>
            </a:extLst>
          </p:cNvPr>
          <p:cNvSpPr>
            <a:spLocks noChangeShapeType="1"/>
          </p:cNvSpPr>
          <p:nvPr/>
        </p:nvSpPr>
        <p:spPr bwMode="auto">
          <a:xfrm>
            <a:off x="5486400" y="3581400"/>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9" name="Line 20">
            <a:extLst>
              <a:ext uri="{FF2B5EF4-FFF2-40B4-BE49-F238E27FC236}">
                <a16:creationId xmlns:a16="http://schemas.microsoft.com/office/drawing/2014/main" id="{1BBDDBAF-0769-A54F-CDB0-C9635A551CE4}"/>
              </a:ext>
            </a:extLst>
          </p:cNvPr>
          <p:cNvSpPr>
            <a:spLocks noChangeShapeType="1"/>
          </p:cNvSpPr>
          <p:nvPr/>
        </p:nvSpPr>
        <p:spPr bwMode="auto">
          <a:xfrm>
            <a:off x="6324600" y="25908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0" name="Line 21">
            <a:extLst>
              <a:ext uri="{FF2B5EF4-FFF2-40B4-BE49-F238E27FC236}">
                <a16:creationId xmlns:a16="http://schemas.microsoft.com/office/drawing/2014/main" id="{90E05B27-44A5-603B-46AA-BE018BE34C95}"/>
              </a:ext>
            </a:extLst>
          </p:cNvPr>
          <p:cNvSpPr>
            <a:spLocks noChangeShapeType="1"/>
          </p:cNvSpPr>
          <p:nvPr/>
        </p:nvSpPr>
        <p:spPr bwMode="auto">
          <a:xfrm flipH="1">
            <a:off x="6553200" y="3581400"/>
            <a:ext cx="304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4AA1B-0D88-4887-F53B-185CB354DEEB}"/>
              </a:ext>
            </a:extLst>
          </p:cNvPr>
          <p:cNvSpPr>
            <a:spLocks noGrp="1"/>
          </p:cNvSpPr>
          <p:nvPr>
            <p:ph type="title"/>
          </p:nvPr>
        </p:nvSpPr>
        <p:spPr/>
        <p:txBody>
          <a:bodyPr/>
          <a:lstStyle/>
          <a:p>
            <a:pPr>
              <a:defRPr/>
            </a:pPr>
            <a:r>
              <a:rPr lang="en-US" sz="3200" b="1" dirty="0">
                <a:solidFill>
                  <a:srgbClr val="004200"/>
                </a:solidFill>
                <a:latin typeface="Arial"/>
                <a:ea typeface="+mn-ea"/>
                <a:cs typeface="Arial"/>
              </a:rPr>
              <a:t>Insertion</a:t>
            </a:r>
          </a:p>
        </p:txBody>
      </p:sp>
      <p:sp>
        <p:nvSpPr>
          <p:cNvPr id="3" name="Content Placeholder 2">
            <a:extLst>
              <a:ext uri="{FF2B5EF4-FFF2-40B4-BE49-F238E27FC236}">
                <a16:creationId xmlns:a16="http://schemas.microsoft.com/office/drawing/2014/main" id="{5E8923D7-7EB8-0329-3B12-17F265322864}"/>
              </a:ext>
            </a:extLst>
          </p:cNvPr>
          <p:cNvSpPr>
            <a:spLocks noGrp="1"/>
          </p:cNvSpPr>
          <p:nvPr>
            <p:ph sz="quarter" idx="1"/>
          </p:nvPr>
        </p:nvSpPr>
        <p:spPr>
          <a:xfrm>
            <a:off x="1219200" y="1828801"/>
            <a:ext cx="9936480" cy="3428999"/>
          </a:xfrm>
        </p:spPr>
        <p:txBody>
          <a:bodyPr>
            <a:normAutofit/>
          </a:bodyPr>
          <a:lstStyle/>
          <a:p>
            <a:pPr>
              <a:spcAft>
                <a:spcPts val="0"/>
              </a:spcAft>
              <a:buFont typeface="Wingdings" panose="05000000000000000000" pitchFamily="2" charset="2"/>
              <a:buChar char="v"/>
              <a:defRPr/>
            </a:pPr>
            <a:r>
              <a:rPr lang="en-US" altLang="zh-CN" sz="2400" dirty="0">
                <a:latin typeface="Times New Roman" panose="02020603050405020304" pitchFamily="18" charset="0"/>
                <a:cs typeface="Times New Roman" panose="02020603050405020304" pitchFamily="18" charset="0"/>
              </a:rPr>
              <a:t>Algorithm</a:t>
            </a:r>
          </a:p>
          <a:p>
            <a:pPr marL="800100" lvl="1" indent="-342900">
              <a:spcAft>
                <a:spcPts val="0"/>
              </a:spcAft>
              <a:buFont typeface="Wingdings" panose="05000000000000000000" pitchFamily="2" charset="2"/>
              <a:buChar char="§"/>
              <a:defRPr/>
            </a:pPr>
            <a:r>
              <a:rPr lang="en-US" altLang="zh-CN" sz="2200" dirty="0">
                <a:latin typeface="Times New Roman" panose="02020603050405020304" pitchFamily="18" charset="0"/>
                <a:cs typeface="Times New Roman" panose="02020603050405020304" pitchFamily="18" charset="0"/>
              </a:rPr>
              <a:t>Add the new element to the next available position at the lowest level</a:t>
            </a:r>
          </a:p>
          <a:p>
            <a:pPr marL="800100" lvl="1" indent="-342900">
              <a:spcAft>
                <a:spcPts val="0"/>
              </a:spcAft>
              <a:buFont typeface="Wingdings" panose="05000000000000000000" pitchFamily="2" charset="2"/>
              <a:buChar char="§"/>
              <a:defRPr/>
            </a:pPr>
            <a:r>
              <a:rPr lang="en-US" altLang="zh-CN" sz="2200" dirty="0">
                <a:latin typeface="Times New Roman" panose="02020603050405020304" pitchFamily="18" charset="0"/>
                <a:cs typeface="Times New Roman" panose="02020603050405020304" pitchFamily="18" charset="0"/>
              </a:rPr>
              <a:t>Restore the max-heap property if violated</a:t>
            </a:r>
          </a:p>
          <a:p>
            <a:pPr marL="1295400" lvl="2" indent="-381000">
              <a:spcAft>
                <a:spcPts val="0"/>
              </a:spcAft>
              <a:buClr>
                <a:schemeClr val="accent1">
                  <a:shade val="75000"/>
                </a:schemeClr>
              </a:buClr>
              <a:buFont typeface="Wingdings" panose="05000000000000000000" pitchFamily="2" charset="2"/>
              <a:buChar char="Ø"/>
              <a:defRPr/>
            </a:pPr>
            <a:r>
              <a:rPr lang="en-US" altLang="zh-CN" sz="2000" dirty="0">
                <a:latin typeface="Times New Roman" panose="02020603050405020304" pitchFamily="18" charset="0"/>
                <a:cs typeface="Times New Roman" panose="02020603050405020304" pitchFamily="18" charset="0"/>
              </a:rPr>
              <a:t>General strategy is percolate up (or bubble up): if the parent of the element is smaller than the element, then interchange the parent and child.</a:t>
            </a:r>
          </a:p>
          <a:p>
            <a:pPr marL="1295400" lvl="2" indent="-381000">
              <a:spcAft>
                <a:spcPts val="0"/>
              </a:spcAft>
              <a:buClr>
                <a:schemeClr val="accent1">
                  <a:shade val="75000"/>
                </a:schemeClr>
              </a:buClr>
              <a:buFont typeface="Wingdings"/>
              <a:buChar char=""/>
              <a:defRPr/>
            </a:pPr>
            <a:endParaRPr lang="en-US" altLang="zh-CN" dirty="0">
              <a:latin typeface="Times New Roman" panose="02020603050405020304" pitchFamily="18" charset="0"/>
              <a:cs typeface="Times New Roman" panose="02020603050405020304" pitchFamily="18" charset="0"/>
            </a:endParaRPr>
          </a:p>
          <a:p>
            <a:pPr marL="1295400" lvl="2" indent="-381000">
              <a:spcAft>
                <a:spcPts val="0"/>
              </a:spcAft>
              <a:buClr>
                <a:schemeClr val="accent1">
                  <a:shade val="75000"/>
                </a:schemeClr>
              </a:buClr>
              <a:buNone/>
              <a:defRPr/>
            </a:pPr>
            <a:r>
              <a:rPr lang="en-US" altLang="zh-CN"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a:t>
            </a:r>
          </a:p>
          <a:p>
            <a:pPr marL="1295400" lvl="2" indent="-381000">
              <a:spcAft>
                <a:spcPts val="0"/>
              </a:spcAft>
              <a:buClr>
                <a:schemeClr val="accent1">
                  <a:shade val="75000"/>
                </a:schemeClr>
              </a:buClr>
              <a:buNone/>
              <a:defRPr/>
            </a:pPr>
            <a:endParaRPr lang="en-US" altLang="zh-CN" dirty="0">
              <a:latin typeface="Times New Roman" panose="02020603050405020304" pitchFamily="18" charset="0"/>
              <a:cs typeface="Times New Roman" panose="02020603050405020304" pitchFamily="18" charset="0"/>
            </a:endParaRPr>
          </a:p>
          <a:p>
            <a:pPr marL="800100" lvl="1" indent="-342900">
              <a:spcAft>
                <a:spcPts val="0"/>
              </a:spcAft>
              <a:buFont typeface="Wingdings" panose="05000000000000000000" pitchFamily="2" charset="2"/>
              <a:buChar char="§"/>
              <a:defRPr/>
            </a:pPr>
            <a:r>
              <a:rPr lang="en-US" altLang="zh-CN" sz="2200" dirty="0">
                <a:latin typeface="Times New Roman" panose="02020603050405020304" pitchFamily="18" charset="0"/>
                <a:cs typeface="Times New Roman" panose="02020603050405020304" pitchFamily="18" charset="0"/>
              </a:rPr>
              <a:t>Restore the min-heap property if violated</a:t>
            </a:r>
          </a:p>
          <a:p>
            <a:pPr marL="1295400" lvl="2" indent="-381000">
              <a:spcAft>
                <a:spcPts val="0"/>
              </a:spcAft>
              <a:buClr>
                <a:schemeClr val="accent1">
                  <a:shade val="75000"/>
                </a:schemeClr>
              </a:buClr>
              <a:buFont typeface="Wingdings" panose="05000000000000000000" pitchFamily="2" charset="2"/>
              <a:buChar char="Ø"/>
              <a:defRPr/>
            </a:pPr>
            <a:r>
              <a:rPr lang="en-US" altLang="zh-CN" sz="2000" dirty="0">
                <a:latin typeface="Times New Roman" panose="02020603050405020304" pitchFamily="18" charset="0"/>
                <a:cs typeface="Times New Roman" panose="02020603050405020304" pitchFamily="18" charset="0"/>
              </a:rPr>
              <a:t>General strategy is percolate up (or bubble up): if the parent of the element is larger than the element, then interchange the parent and child.</a:t>
            </a:r>
          </a:p>
          <a:p>
            <a:pPr marL="1295400" lvl="2" indent="-381000">
              <a:spcAft>
                <a:spcPts val="0"/>
              </a:spcAft>
              <a:buClr>
                <a:schemeClr val="accent1">
                  <a:shade val="75000"/>
                </a:schemeClr>
              </a:buClr>
              <a:buNone/>
              <a:defRPr/>
            </a:pPr>
            <a:endParaRPr lang="en-US" altLang="zh-CN" dirty="0"/>
          </a:p>
          <a:p>
            <a:pPr marL="274320" indent="-274320">
              <a:spcAft>
                <a:spcPts val="0"/>
              </a:spcAft>
              <a:buFont typeface="Wingdings"/>
              <a:buChar char=""/>
              <a:defRPr/>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Oval 4">
            <a:extLst>
              <a:ext uri="{FF2B5EF4-FFF2-40B4-BE49-F238E27FC236}">
                <a16:creationId xmlns:a16="http://schemas.microsoft.com/office/drawing/2014/main" id="{A76693FC-1E29-3BD8-74DA-8F1A16C7D042}"/>
              </a:ext>
            </a:extLst>
          </p:cNvPr>
          <p:cNvSpPr>
            <a:spLocks noChangeArrowheads="1"/>
          </p:cNvSpPr>
          <p:nvPr/>
        </p:nvSpPr>
        <p:spPr bwMode="auto">
          <a:xfrm>
            <a:off x="3124200" y="4572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35" name="Text Box 6">
            <a:extLst>
              <a:ext uri="{FF2B5EF4-FFF2-40B4-BE49-F238E27FC236}">
                <a16:creationId xmlns:a16="http://schemas.microsoft.com/office/drawing/2014/main" id="{AECFD772-E278-EA8E-CA72-E9F0FA14BECE}"/>
              </a:ext>
            </a:extLst>
          </p:cNvPr>
          <p:cNvSpPr txBox="1">
            <a:spLocks noChangeArrowheads="1"/>
          </p:cNvSpPr>
          <p:nvPr/>
        </p:nvSpPr>
        <p:spPr bwMode="auto">
          <a:xfrm>
            <a:off x="3184525" y="493713"/>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18436" name="Oval 7">
            <a:extLst>
              <a:ext uri="{FF2B5EF4-FFF2-40B4-BE49-F238E27FC236}">
                <a16:creationId xmlns:a16="http://schemas.microsoft.com/office/drawing/2014/main" id="{15715092-4887-9E8C-D6D7-395150E5C14A}"/>
              </a:ext>
            </a:extLst>
          </p:cNvPr>
          <p:cNvSpPr>
            <a:spLocks noChangeArrowheads="1"/>
          </p:cNvSpPr>
          <p:nvPr/>
        </p:nvSpPr>
        <p:spPr bwMode="auto">
          <a:xfrm>
            <a:off x="2362200" y="1371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37" name="Text Box 8">
            <a:extLst>
              <a:ext uri="{FF2B5EF4-FFF2-40B4-BE49-F238E27FC236}">
                <a16:creationId xmlns:a16="http://schemas.microsoft.com/office/drawing/2014/main" id="{88E65920-96C6-74CD-1906-8FC140070180}"/>
              </a:ext>
            </a:extLst>
          </p:cNvPr>
          <p:cNvSpPr txBox="1">
            <a:spLocks noChangeArrowheads="1"/>
          </p:cNvSpPr>
          <p:nvPr/>
        </p:nvSpPr>
        <p:spPr bwMode="auto">
          <a:xfrm>
            <a:off x="2438400" y="14478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18438" name="Oval 9">
            <a:extLst>
              <a:ext uri="{FF2B5EF4-FFF2-40B4-BE49-F238E27FC236}">
                <a16:creationId xmlns:a16="http://schemas.microsoft.com/office/drawing/2014/main" id="{640A6C23-788B-92B7-CF80-B4983BAA1182}"/>
              </a:ext>
            </a:extLst>
          </p:cNvPr>
          <p:cNvSpPr>
            <a:spLocks noChangeArrowheads="1"/>
          </p:cNvSpPr>
          <p:nvPr/>
        </p:nvSpPr>
        <p:spPr bwMode="auto">
          <a:xfrm>
            <a:off x="3962400" y="1371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39" name="Text Box 10">
            <a:extLst>
              <a:ext uri="{FF2B5EF4-FFF2-40B4-BE49-F238E27FC236}">
                <a16:creationId xmlns:a16="http://schemas.microsoft.com/office/drawing/2014/main" id="{04906DE4-D61F-9FB8-7964-7EE0CC795394}"/>
              </a:ext>
            </a:extLst>
          </p:cNvPr>
          <p:cNvSpPr txBox="1">
            <a:spLocks noChangeArrowheads="1"/>
          </p:cNvSpPr>
          <p:nvPr/>
        </p:nvSpPr>
        <p:spPr bwMode="auto">
          <a:xfrm>
            <a:off x="4038600" y="14478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18440" name="Oval 11">
            <a:extLst>
              <a:ext uri="{FF2B5EF4-FFF2-40B4-BE49-F238E27FC236}">
                <a16:creationId xmlns:a16="http://schemas.microsoft.com/office/drawing/2014/main" id="{E6FEA52A-1376-1650-6D7E-04A8AFBAF87C}"/>
              </a:ext>
            </a:extLst>
          </p:cNvPr>
          <p:cNvSpPr>
            <a:spLocks noChangeArrowheads="1"/>
          </p:cNvSpPr>
          <p:nvPr/>
        </p:nvSpPr>
        <p:spPr bwMode="auto">
          <a:xfrm>
            <a:off x="2819400" y="2514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41" name="Text Box 12">
            <a:extLst>
              <a:ext uri="{FF2B5EF4-FFF2-40B4-BE49-F238E27FC236}">
                <a16:creationId xmlns:a16="http://schemas.microsoft.com/office/drawing/2014/main" id="{483B964B-BBCF-9CCA-91FF-EB5C9CE0E53E}"/>
              </a:ext>
            </a:extLst>
          </p:cNvPr>
          <p:cNvSpPr txBox="1">
            <a:spLocks noChangeArrowheads="1"/>
          </p:cNvSpPr>
          <p:nvPr/>
        </p:nvSpPr>
        <p:spPr bwMode="auto">
          <a:xfrm>
            <a:off x="2895600" y="25908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18442" name="Oval 13">
            <a:extLst>
              <a:ext uri="{FF2B5EF4-FFF2-40B4-BE49-F238E27FC236}">
                <a16:creationId xmlns:a16="http://schemas.microsoft.com/office/drawing/2014/main" id="{2BC87F98-2AA1-9045-24B2-9A5B53CD04D9}"/>
              </a:ext>
            </a:extLst>
          </p:cNvPr>
          <p:cNvSpPr>
            <a:spLocks noChangeArrowheads="1"/>
          </p:cNvSpPr>
          <p:nvPr/>
        </p:nvSpPr>
        <p:spPr bwMode="auto">
          <a:xfrm>
            <a:off x="1676400" y="2590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43" name="Text Box 14">
            <a:extLst>
              <a:ext uri="{FF2B5EF4-FFF2-40B4-BE49-F238E27FC236}">
                <a16:creationId xmlns:a16="http://schemas.microsoft.com/office/drawing/2014/main" id="{6E40D061-B743-52DE-F969-7AF0D422DF94}"/>
              </a:ext>
            </a:extLst>
          </p:cNvPr>
          <p:cNvSpPr txBox="1">
            <a:spLocks noChangeArrowheads="1"/>
          </p:cNvSpPr>
          <p:nvPr/>
        </p:nvSpPr>
        <p:spPr bwMode="auto">
          <a:xfrm>
            <a:off x="1828800" y="26670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18444" name="Oval 15">
            <a:extLst>
              <a:ext uri="{FF2B5EF4-FFF2-40B4-BE49-F238E27FC236}">
                <a16:creationId xmlns:a16="http://schemas.microsoft.com/office/drawing/2014/main" id="{FABD8FE0-071A-3901-7BC7-39B665C62F8E}"/>
              </a:ext>
            </a:extLst>
          </p:cNvPr>
          <p:cNvSpPr>
            <a:spLocks noChangeArrowheads="1"/>
          </p:cNvSpPr>
          <p:nvPr/>
        </p:nvSpPr>
        <p:spPr bwMode="auto">
          <a:xfrm>
            <a:off x="3581400" y="2514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45" name="Text Box 16">
            <a:extLst>
              <a:ext uri="{FF2B5EF4-FFF2-40B4-BE49-F238E27FC236}">
                <a16:creationId xmlns:a16="http://schemas.microsoft.com/office/drawing/2014/main" id="{9601C1C0-74F3-5EB8-72FB-19DE003EFBE5}"/>
              </a:ext>
            </a:extLst>
          </p:cNvPr>
          <p:cNvSpPr txBox="1">
            <a:spLocks noChangeArrowheads="1"/>
          </p:cNvSpPr>
          <p:nvPr/>
        </p:nvSpPr>
        <p:spPr bwMode="auto">
          <a:xfrm>
            <a:off x="3657600" y="25908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18446" name="Line 17">
            <a:extLst>
              <a:ext uri="{FF2B5EF4-FFF2-40B4-BE49-F238E27FC236}">
                <a16:creationId xmlns:a16="http://schemas.microsoft.com/office/drawing/2014/main" id="{34374B84-953A-2A05-9927-4280957275ED}"/>
              </a:ext>
            </a:extLst>
          </p:cNvPr>
          <p:cNvSpPr>
            <a:spLocks noChangeShapeType="1"/>
          </p:cNvSpPr>
          <p:nvPr/>
        </p:nvSpPr>
        <p:spPr bwMode="auto">
          <a:xfrm flipH="1">
            <a:off x="2819400" y="9144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7" name="Line 18">
            <a:extLst>
              <a:ext uri="{FF2B5EF4-FFF2-40B4-BE49-F238E27FC236}">
                <a16:creationId xmlns:a16="http://schemas.microsoft.com/office/drawing/2014/main" id="{1B755DB3-E4F3-7850-2EF6-C61C2D9F5584}"/>
              </a:ext>
            </a:extLst>
          </p:cNvPr>
          <p:cNvSpPr>
            <a:spLocks noChangeShapeType="1"/>
          </p:cNvSpPr>
          <p:nvPr/>
        </p:nvSpPr>
        <p:spPr bwMode="auto">
          <a:xfrm flipH="1">
            <a:off x="2057400" y="19050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8" name="Line 19">
            <a:extLst>
              <a:ext uri="{FF2B5EF4-FFF2-40B4-BE49-F238E27FC236}">
                <a16:creationId xmlns:a16="http://schemas.microsoft.com/office/drawing/2014/main" id="{F2EA8E48-FCDD-9FC5-2EA0-B9506D0D0922}"/>
              </a:ext>
            </a:extLst>
          </p:cNvPr>
          <p:cNvSpPr>
            <a:spLocks noChangeShapeType="1"/>
          </p:cNvSpPr>
          <p:nvPr/>
        </p:nvSpPr>
        <p:spPr bwMode="auto">
          <a:xfrm>
            <a:off x="2819400" y="1905000"/>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9" name="Line 20">
            <a:extLst>
              <a:ext uri="{FF2B5EF4-FFF2-40B4-BE49-F238E27FC236}">
                <a16:creationId xmlns:a16="http://schemas.microsoft.com/office/drawing/2014/main" id="{3FB9BA33-4BE7-33DC-E37F-6D8395BEBDF2}"/>
              </a:ext>
            </a:extLst>
          </p:cNvPr>
          <p:cNvSpPr>
            <a:spLocks noChangeShapeType="1"/>
          </p:cNvSpPr>
          <p:nvPr/>
        </p:nvSpPr>
        <p:spPr bwMode="auto">
          <a:xfrm>
            <a:off x="3657600" y="9144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0" name="Line 21">
            <a:extLst>
              <a:ext uri="{FF2B5EF4-FFF2-40B4-BE49-F238E27FC236}">
                <a16:creationId xmlns:a16="http://schemas.microsoft.com/office/drawing/2014/main" id="{3E057C73-D488-3FB0-929D-FAC19FBA7AF3}"/>
              </a:ext>
            </a:extLst>
          </p:cNvPr>
          <p:cNvSpPr>
            <a:spLocks noChangeShapeType="1"/>
          </p:cNvSpPr>
          <p:nvPr/>
        </p:nvSpPr>
        <p:spPr bwMode="auto">
          <a:xfrm flipH="1">
            <a:off x="3886200" y="1905000"/>
            <a:ext cx="304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21" name="Straight Arrow Connector 20">
            <a:extLst>
              <a:ext uri="{FF2B5EF4-FFF2-40B4-BE49-F238E27FC236}">
                <a16:creationId xmlns:a16="http://schemas.microsoft.com/office/drawing/2014/main" id="{733489BA-45BC-D00C-21CC-7FF4D0FD40BA}"/>
              </a:ext>
            </a:extLst>
          </p:cNvPr>
          <p:cNvCxnSpPr/>
          <p:nvPr/>
        </p:nvCxnSpPr>
        <p:spPr>
          <a:xfrm>
            <a:off x="5029200" y="1600200"/>
            <a:ext cx="1676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452" name="Oval 4">
            <a:extLst>
              <a:ext uri="{FF2B5EF4-FFF2-40B4-BE49-F238E27FC236}">
                <a16:creationId xmlns:a16="http://schemas.microsoft.com/office/drawing/2014/main" id="{3BD6BD96-D746-F1BB-C4F8-8EF4F86D3169}"/>
              </a:ext>
            </a:extLst>
          </p:cNvPr>
          <p:cNvSpPr>
            <a:spLocks noChangeArrowheads="1"/>
          </p:cNvSpPr>
          <p:nvPr/>
        </p:nvSpPr>
        <p:spPr bwMode="auto">
          <a:xfrm>
            <a:off x="7924800" y="3810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53" name="Text Box 6">
            <a:extLst>
              <a:ext uri="{FF2B5EF4-FFF2-40B4-BE49-F238E27FC236}">
                <a16:creationId xmlns:a16="http://schemas.microsoft.com/office/drawing/2014/main" id="{F0483378-4B84-2A1A-9216-FF26471514C1}"/>
              </a:ext>
            </a:extLst>
          </p:cNvPr>
          <p:cNvSpPr txBox="1">
            <a:spLocks noChangeArrowheads="1"/>
          </p:cNvSpPr>
          <p:nvPr/>
        </p:nvSpPr>
        <p:spPr bwMode="auto">
          <a:xfrm>
            <a:off x="7985125" y="417513"/>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18454" name="Oval 7">
            <a:extLst>
              <a:ext uri="{FF2B5EF4-FFF2-40B4-BE49-F238E27FC236}">
                <a16:creationId xmlns:a16="http://schemas.microsoft.com/office/drawing/2014/main" id="{82FF9F92-43EE-25AC-ADD6-8D7D890B0E77}"/>
              </a:ext>
            </a:extLst>
          </p:cNvPr>
          <p:cNvSpPr>
            <a:spLocks noChangeArrowheads="1"/>
          </p:cNvSpPr>
          <p:nvPr/>
        </p:nvSpPr>
        <p:spPr bwMode="auto">
          <a:xfrm>
            <a:off x="7162800" y="12954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55" name="Text Box 8">
            <a:extLst>
              <a:ext uri="{FF2B5EF4-FFF2-40B4-BE49-F238E27FC236}">
                <a16:creationId xmlns:a16="http://schemas.microsoft.com/office/drawing/2014/main" id="{B902AE26-6364-2559-0550-FD9572A39433}"/>
              </a:ext>
            </a:extLst>
          </p:cNvPr>
          <p:cNvSpPr txBox="1">
            <a:spLocks noChangeArrowheads="1"/>
          </p:cNvSpPr>
          <p:nvPr/>
        </p:nvSpPr>
        <p:spPr bwMode="auto">
          <a:xfrm>
            <a:off x="7239000" y="13716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18456" name="Oval 9">
            <a:extLst>
              <a:ext uri="{FF2B5EF4-FFF2-40B4-BE49-F238E27FC236}">
                <a16:creationId xmlns:a16="http://schemas.microsoft.com/office/drawing/2014/main" id="{A65FDD11-344A-7612-790F-619B9BFD482D}"/>
              </a:ext>
            </a:extLst>
          </p:cNvPr>
          <p:cNvSpPr>
            <a:spLocks noChangeArrowheads="1"/>
          </p:cNvSpPr>
          <p:nvPr/>
        </p:nvSpPr>
        <p:spPr bwMode="auto">
          <a:xfrm>
            <a:off x="8763000" y="12954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57" name="Text Box 10">
            <a:extLst>
              <a:ext uri="{FF2B5EF4-FFF2-40B4-BE49-F238E27FC236}">
                <a16:creationId xmlns:a16="http://schemas.microsoft.com/office/drawing/2014/main" id="{0895978C-8059-8462-665C-9314B1DD262D}"/>
              </a:ext>
            </a:extLst>
          </p:cNvPr>
          <p:cNvSpPr txBox="1">
            <a:spLocks noChangeArrowheads="1"/>
          </p:cNvSpPr>
          <p:nvPr/>
        </p:nvSpPr>
        <p:spPr bwMode="auto">
          <a:xfrm>
            <a:off x="8839200" y="13716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18458" name="Oval 11">
            <a:extLst>
              <a:ext uri="{FF2B5EF4-FFF2-40B4-BE49-F238E27FC236}">
                <a16:creationId xmlns:a16="http://schemas.microsoft.com/office/drawing/2014/main" id="{E687C925-B960-57F5-B4D5-8D725574EBAB}"/>
              </a:ext>
            </a:extLst>
          </p:cNvPr>
          <p:cNvSpPr>
            <a:spLocks noChangeArrowheads="1"/>
          </p:cNvSpPr>
          <p:nvPr/>
        </p:nvSpPr>
        <p:spPr bwMode="auto">
          <a:xfrm>
            <a:off x="7620000" y="24384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59" name="Text Box 12">
            <a:extLst>
              <a:ext uri="{FF2B5EF4-FFF2-40B4-BE49-F238E27FC236}">
                <a16:creationId xmlns:a16="http://schemas.microsoft.com/office/drawing/2014/main" id="{9257CA5F-B6B6-F1D0-2301-20F172589BB4}"/>
              </a:ext>
            </a:extLst>
          </p:cNvPr>
          <p:cNvSpPr txBox="1">
            <a:spLocks noChangeArrowheads="1"/>
          </p:cNvSpPr>
          <p:nvPr/>
        </p:nvSpPr>
        <p:spPr bwMode="auto">
          <a:xfrm>
            <a:off x="7772400" y="25146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18460" name="Oval 13">
            <a:extLst>
              <a:ext uri="{FF2B5EF4-FFF2-40B4-BE49-F238E27FC236}">
                <a16:creationId xmlns:a16="http://schemas.microsoft.com/office/drawing/2014/main" id="{DDBD153B-8303-01ED-ABE0-964B12E9768C}"/>
              </a:ext>
            </a:extLst>
          </p:cNvPr>
          <p:cNvSpPr>
            <a:spLocks noChangeArrowheads="1"/>
          </p:cNvSpPr>
          <p:nvPr/>
        </p:nvSpPr>
        <p:spPr bwMode="auto">
          <a:xfrm>
            <a:off x="6477000" y="2514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61" name="Text Box 14">
            <a:extLst>
              <a:ext uri="{FF2B5EF4-FFF2-40B4-BE49-F238E27FC236}">
                <a16:creationId xmlns:a16="http://schemas.microsoft.com/office/drawing/2014/main" id="{58A40170-356A-D757-3425-31B003C6A46B}"/>
              </a:ext>
            </a:extLst>
          </p:cNvPr>
          <p:cNvSpPr txBox="1">
            <a:spLocks noChangeArrowheads="1"/>
          </p:cNvSpPr>
          <p:nvPr/>
        </p:nvSpPr>
        <p:spPr bwMode="auto">
          <a:xfrm>
            <a:off x="6629401" y="2590800"/>
            <a:ext cx="290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18462" name="Oval 15">
            <a:extLst>
              <a:ext uri="{FF2B5EF4-FFF2-40B4-BE49-F238E27FC236}">
                <a16:creationId xmlns:a16="http://schemas.microsoft.com/office/drawing/2014/main" id="{93236061-328F-CDD4-4072-B4B233BADF56}"/>
              </a:ext>
            </a:extLst>
          </p:cNvPr>
          <p:cNvSpPr>
            <a:spLocks noChangeArrowheads="1"/>
          </p:cNvSpPr>
          <p:nvPr/>
        </p:nvSpPr>
        <p:spPr bwMode="auto">
          <a:xfrm>
            <a:off x="8382000" y="24384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63" name="Text Box 16">
            <a:extLst>
              <a:ext uri="{FF2B5EF4-FFF2-40B4-BE49-F238E27FC236}">
                <a16:creationId xmlns:a16="http://schemas.microsoft.com/office/drawing/2014/main" id="{AF9309D4-346F-B76B-8439-899B3B7DE044}"/>
              </a:ext>
            </a:extLst>
          </p:cNvPr>
          <p:cNvSpPr txBox="1">
            <a:spLocks noChangeArrowheads="1"/>
          </p:cNvSpPr>
          <p:nvPr/>
        </p:nvSpPr>
        <p:spPr bwMode="auto">
          <a:xfrm>
            <a:off x="8458200" y="25146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18464" name="Line 17">
            <a:extLst>
              <a:ext uri="{FF2B5EF4-FFF2-40B4-BE49-F238E27FC236}">
                <a16:creationId xmlns:a16="http://schemas.microsoft.com/office/drawing/2014/main" id="{6132E54B-91F4-7D5A-108D-AB51C70DE66A}"/>
              </a:ext>
            </a:extLst>
          </p:cNvPr>
          <p:cNvSpPr>
            <a:spLocks noChangeShapeType="1"/>
          </p:cNvSpPr>
          <p:nvPr/>
        </p:nvSpPr>
        <p:spPr bwMode="auto">
          <a:xfrm flipH="1">
            <a:off x="7620000" y="8382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5" name="Line 18">
            <a:extLst>
              <a:ext uri="{FF2B5EF4-FFF2-40B4-BE49-F238E27FC236}">
                <a16:creationId xmlns:a16="http://schemas.microsoft.com/office/drawing/2014/main" id="{3CFD586A-EEE4-0171-A929-C8B52E44696A}"/>
              </a:ext>
            </a:extLst>
          </p:cNvPr>
          <p:cNvSpPr>
            <a:spLocks noChangeShapeType="1"/>
          </p:cNvSpPr>
          <p:nvPr/>
        </p:nvSpPr>
        <p:spPr bwMode="auto">
          <a:xfrm flipH="1">
            <a:off x="6858000" y="18288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6" name="Line 19">
            <a:extLst>
              <a:ext uri="{FF2B5EF4-FFF2-40B4-BE49-F238E27FC236}">
                <a16:creationId xmlns:a16="http://schemas.microsoft.com/office/drawing/2014/main" id="{20FF02C8-A3B4-D446-C89E-B96C130E25AF}"/>
              </a:ext>
            </a:extLst>
          </p:cNvPr>
          <p:cNvSpPr>
            <a:spLocks noChangeShapeType="1"/>
          </p:cNvSpPr>
          <p:nvPr/>
        </p:nvSpPr>
        <p:spPr bwMode="auto">
          <a:xfrm>
            <a:off x="7620000" y="1828800"/>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7" name="Line 20">
            <a:extLst>
              <a:ext uri="{FF2B5EF4-FFF2-40B4-BE49-F238E27FC236}">
                <a16:creationId xmlns:a16="http://schemas.microsoft.com/office/drawing/2014/main" id="{AAD3DF05-F336-8400-25D8-7AD0149139E3}"/>
              </a:ext>
            </a:extLst>
          </p:cNvPr>
          <p:cNvSpPr>
            <a:spLocks noChangeShapeType="1"/>
          </p:cNvSpPr>
          <p:nvPr/>
        </p:nvSpPr>
        <p:spPr bwMode="auto">
          <a:xfrm>
            <a:off x="8458200" y="8382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8" name="Line 21">
            <a:extLst>
              <a:ext uri="{FF2B5EF4-FFF2-40B4-BE49-F238E27FC236}">
                <a16:creationId xmlns:a16="http://schemas.microsoft.com/office/drawing/2014/main" id="{02C6A7D7-A2D0-1995-18EB-268200911DE9}"/>
              </a:ext>
            </a:extLst>
          </p:cNvPr>
          <p:cNvSpPr>
            <a:spLocks noChangeShapeType="1"/>
          </p:cNvSpPr>
          <p:nvPr/>
        </p:nvSpPr>
        <p:spPr bwMode="auto">
          <a:xfrm flipH="1">
            <a:off x="8686800" y="1828800"/>
            <a:ext cx="304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40" name="Straight Connector 39">
            <a:extLst>
              <a:ext uri="{FF2B5EF4-FFF2-40B4-BE49-F238E27FC236}">
                <a16:creationId xmlns:a16="http://schemas.microsoft.com/office/drawing/2014/main" id="{CD6FDDAA-9D9E-2412-9C09-4EE054E4701D}"/>
              </a:ext>
            </a:extLst>
          </p:cNvPr>
          <p:cNvCxnSpPr>
            <a:stCxn id="18456" idx="5"/>
          </p:cNvCxnSpPr>
          <p:nvPr/>
        </p:nvCxnSpPr>
        <p:spPr>
          <a:xfrm rot="16200000" flipH="1">
            <a:off x="9098757" y="1935957"/>
            <a:ext cx="687387" cy="31750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470" name="Oval 9">
            <a:extLst>
              <a:ext uri="{FF2B5EF4-FFF2-40B4-BE49-F238E27FC236}">
                <a16:creationId xmlns:a16="http://schemas.microsoft.com/office/drawing/2014/main" id="{3753CDD7-FEDC-123B-0E11-F9258B67C7DE}"/>
              </a:ext>
            </a:extLst>
          </p:cNvPr>
          <p:cNvSpPr>
            <a:spLocks noChangeArrowheads="1"/>
          </p:cNvSpPr>
          <p:nvPr/>
        </p:nvSpPr>
        <p:spPr bwMode="auto">
          <a:xfrm>
            <a:off x="9372600" y="2438400"/>
            <a:ext cx="609600" cy="533400"/>
          </a:xfrm>
          <a:prstGeom prst="ellipse">
            <a:avLst/>
          </a:pr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71" name="TextBox 41">
            <a:extLst>
              <a:ext uri="{FF2B5EF4-FFF2-40B4-BE49-F238E27FC236}">
                <a16:creationId xmlns:a16="http://schemas.microsoft.com/office/drawing/2014/main" id="{65D54233-01F6-BE6F-6CE5-8B42D5CF68B0}"/>
              </a:ext>
            </a:extLst>
          </p:cNvPr>
          <p:cNvSpPr txBox="1">
            <a:spLocks noChangeArrowheads="1"/>
          </p:cNvSpPr>
          <p:nvPr/>
        </p:nvSpPr>
        <p:spPr bwMode="auto">
          <a:xfrm>
            <a:off x="9525000" y="2514600"/>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17</a:t>
            </a:r>
          </a:p>
        </p:txBody>
      </p:sp>
      <p:sp>
        <p:nvSpPr>
          <p:cNvPr id="18472" name="Oval 4">
            <a:extLst>
              <a:ext uri="{FF2B5EF4-FFF2-40B4-BE49-F238E27FC236}">
                <a16:creationId xmlns:a16="http://schemas.microsoft.com/office/drawing/2014/main" id="{D90887F0-B053-DB2D-F929-401132EFD6B9}"/>
              </a:ext>
            </a:extLst>
          </p:cNvPr>
          <p:cNvSpPr>
            <a:spLocks noChangeArrowheads="1"/>
          </p:cNvSpPr>
          <p:nvPr/>
        </p:nvSpPr>
        <p:spPr bwMode="auto">
          <a:xfrm>
            <a:off x="5181600" y="31242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73" name="Text Box 6">
            <a:extLst>
              <a:ext uri="{FF2B5EF4-FFF2-40B4-BE49-F238E27FC236}">
                <a16:creationId xmlns:a16="http://schemas.microsoft.com/office/drawing/2014/main" id="{C811402B-6D29-FA37-7EB2-37577EAF7C42}"/>
              </a:ext>
            </a:extLst>
          </p:cNvPr>
          <p:cNvSpPr txBox="1">
            <a:spLocks noChangeArrowheads="1"/>
          </p:cNvSpPr>
          <p:nvPr/>
        </p:nvSpPr>
        <p:spPr bwMode="auto">
          <a:xfrm>
            <a:off x="5257800" y="32004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Century Schoolbook" panose="02040604050505020304" pitchFamily="18" charset="0"/>
              </a:rPr>
              <a:t>19</a:t>
            </a:r>
          </a:p>
        </p:txBody>
      </p:sp>
      <p:sp>
        <p:nvSpPr>
          <p:cNvPr id="18474" name="Oval 7">
            <a:extLst>
              <a:ext uri="{FF2B5EF4-FFF2-40B4-BE49-F238E27FC236}">
                <a16:creationId xmlns:a16="http://schemas.microsoft.com/office/drawing/2014/main" id="{73884C0B-D4D4-CDC7-52C7-2C598C6FB2C2}"/>
              </a:ext>
            </a:extLst>
          </p:cNvPr>
          <p:cNvSpPr>
            <a:spLocks noChangeArrowheads="1"/>
          </p:cNvSpPr>
          <p:nvPr/>
        </p:nvSpPr>
        <p:spPr bwMode="auto">
          <a:xfrm>
            <a:off x="4419600" y="4038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75" name="Text Box 8">
            <a:extLst>
              <a:ext uri="{FF2B5EF4-FFF2-40B4-BE49-F238E27FC236}">
                <a16:creationId xmlns:a16="http://schemas.microsoft.com/office/drawing/2014/main" id="{0D9437EE-7E4E-28CB-695D-500EEB75B301}"/>
              </a:ext>
            </a:extLst>
          </p:cNvPr>
          <p:cNvSpPr txBox="1">
            <a:spLocks noChangeArrowheads="1"/>
          </p:cNvSpPr>
          <p:nvPr/>
        </p:nvSpPr>
        <p:spPr bwMode="auto">
          <a:xfrm>
            <a:off x="4495800" y="41148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18476" name="Oval 9">
            <a:extLst>
              <a:ext uri="{FF2B5EF4-FFF2-40B4-BE49-F238E27FC236}">
                <a16:creationId xmlns:a16="http://schemas.microsoft.com/office/drawing/2014/main" id="{E6D56B2A-D233-D865-B2CA-8FD9E3DD3839}"/>
              </a:ext>
            </a:extLst>
          </p:cNvPr>
          <p:cNvSpPr>
            <a:spLocks noChangeArrowheads="1"/>
          </p:cNvSpPr>
          <p:nvPr/>
        </p:nvSpPr>
        <p:spPr bwMode="auto">
          <a:xfrm>
            <a:off x="6019800" y="4038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77" name="Text Box 10">
            <a:extLst>
              <a:ext uri="{FF2B5EF4-FFF2-40B4-BE49-F238E27FC236}">
                <a16:creationId xmlns:a16="http://schemas.microsoft.com/office/drawing/2014/main" id="{96A664A8-A75A-E1F3-E539-3C5EF934BED3}"/>
              </a:ext>
            </a:extLst>
          </p:cNvPr>
          <p:cNvSpPr txBox="1">
            <a:spLocks noChangeArrowheads="1"/>
          </p:cNvSpPr>
          <p:nvPr/>
        </p:nvSpPr>
        <p:spPr bwMode="auto">
          <a:xfrm>
            <a:off x="6096000" y="41148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17</a:t>
            </a:r>
          </a:p>
        </p:txBody>
      </p:sp>
      <p:sp>
        <p:nvSpPr>
          <p:cNvPr id="18478" name="Oval 11">
            <a:extLst>
              <a:ext uri="{FF2B5EF4-FFF2-40B4-BE49-F238E27FC236}">
                <a16:creationId xmlns:a16="http://schemas.microsoft.com/office/drawing/2014/main" id="{99468D6F-66E8-BCF8-C750-6D0AA57AAC56}"/>
              </a:ext>
            </a:extLst>
          </p:cNvPr>
          <p:cNvSpPr>
            <a:spLocks noChangeArrowheads="1"/>
          </p:cNvSpPr>
          <p:nvPr/>
        </p:nvSpPr>
        <p:spPr bwMode="auto">
          <a:xfrm>
            <a:off x="4876800" y="5181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79" name="Text Box 12">
            <a:extLst>
              <a:ext uri="{FF2B5EF4-FFF2-40B4-BE49-F238E27FC236}">
                <a16:creationId xmlns:a16="http://schemas.microsoft.com/office/drawing/2014/main" id="{9036B9DC-00E0-F1CD-C432-A27C7BDBD3D3}"/>
              </a:ext>
            </a:extLst>
          </p:cNvPr>
          <p:cNvSpPr txBox="1">
            <a:spLocks noChangeArrowheads="1"/>
          </p:cNvSpPr>
          <p:nvPr/>
        </p:nvSpPr>
        <p:spPr bwMode="auto">
          <a:xfrm>
            <a:off x="4953000" y="52578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18480" name="Oval 13">
            <a:extLst>
              <a:ext uri="{FF2B5EF4-FFF2-40B4-BE49-F238E27FC236}">
                <a16:creationId xmlns:a16="http://schemas.microsoft.com/office/drawing/2014/main" id="{5F376AE2-F4E2-5059-47BF-062275FA1B7D}"/>
              </a:ext>
            </a:extLst>
          </p:cNvPr>
          <p:cNvSpPr>
            <a:spLocks noChangeArrowheads="1"/>
          </p:cNvSpPr>
          <p:nvPr/>
        </p:nvSpPr>
        <p:spPr bwMode="auto">
          <a:xfrm>
            <a:off x="3733800" y="5257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81" name="Text Box 14">
            <a:extLst>
              <a:ext uri="{FF2B5EF4-FFF2-40B4-BE49-F238E27FC236}">
                <a16:creationId xmlns:a16="http://schemas.microsoft.com/office/drawing/2014/main" id="{88793492-8B3A-573D-14CC-52AD01EA3D30}"/>
              </a:ext>
            </a:extLst>
          </p:cNvPr>
          <p:cNvSpPr txBox="1">
            <a:spLocks noChangeArrowheads="1"/>
          </p:cNvSpPr>
          <p:nvPr/>
        </p:nvSpPr>
        <p:spPr bwMode="auto">
          <a:xfrm>
            <a:off x="3886200" y="53340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18482" name="Oval 15">
            <a:extLst>
              <a:ext uri="{FF2B5EF4-FFF2-40B4-BE49-F238E27FC236}">
                <a16:creationId xmlns:a16="http://schemas.microsoft.com/office/drawing/2014/main" id="{8A7ABC77-69EA-D46C-9A64-9FCEA1D8A455}"/>
              </a:ext>
            </a:extLst>
          </p:cNvPr>
          <p:cNvSpPr>
            <a:spLocks noChangeArrowheads="1"/>
          </p:cNvSpPr>
          <p:nvPr/>
        </p:nvSpPr>
        <p:spPr bwMode="auto">
          <a:xfrm>
            <a:off x="5638800" y="5181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83" name="Text Box 16">
            <a:extLst>
              <a:ext uri="{FF2B5EF4-FFF2-40B4-BE49-F238E27FC236}">
                <a16:creationId xmlns:a16="http://schemas.microsoft.com/office/drawing/2014/main" id="{B077009C-AE15-0FBE-6E02-41CF06A9FFFA}"/>
              </a:ext>
            </a:extLst>
          </p:cNvPr>
          <p:cNvSpPr txBox="1">
            <a:spLocks noChangeArrowheads="1"/>
          </p:cNvSpPr>
          <p:nvPr/>
        </p:nvSpPr>
        <p:spPr bwMode="auto">
          <a:xfrm>
            <a:off x="5715000" y="52578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18484" name="Line 17">
            <a:extLst>
              <a:ext uri="{FF2B5EF4-FFF2-40B4-BE49-F238E27FC236}">
                <a16:creationId xmlns:a16="http://schemas.microsoft.com/office/drawing/2014/main" id="{9B70129B-0E01-B3BB-4C88-7E4FD75F5541}"/>
              </a:ext>
            </a:extLst>
          </p:cNvPr>
          <p:cNvSpPr>
            <a:spLocks noChangeShapeType="1"/>
          </p:cNvSpPr>
          <p:nvPr/>
        </p:nvSpPr>
        <p:spPr bwMode="auto">
          <a:xfrm flipH="1">
            <a:off x="4876800" y="35814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85" name="Line 18">
            <a:extLst>
              <a:ext uri="{FF2B5EF4-FFF2-40B4-BE49-F238E27FC236}">
                <a16:creationId xmlns:a16="http://schemas.microsoft.com/office/drawing/2014/main" id="{D9474AA8-4304-16F7-555E-3BB3BE6C17D9}"/>
              </a:ext>
            </a:extLst>
          </p:cNvPr>
          <p:cNvSpPr>
            <a:spLocks noChangeShapeType="1"/>
          </p:cNvSpPr>
          <p:nvPr/>
        </p:nvSpPr>
        <p:spPr bwMode="auto">
          <a:xfrm flipH="1">
            <a:off x="4114800" y="45720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86" name="Line 19">
            <a:extLst>
              <a:ext uri="{FF2B5EF4-FFF2-40B4-BE49-F238E27FC236}">
                <a16:creationId xmlns:a16="http://schemas.microsoft.com/office/drawing/2014/main" id="{C3FDBFDF-9E50-E457-88AE-EE4F2A3CA860}"/>
              </a:ext>
            </a:extLst>
          </p:cNvPr>
          <p:cNvSpPr>
            <a:spLocks noChangeShapeType="1"/>
          </p:cNvSpPr>
          <p:nvPr/>
        </p:nvSpPr>
        <p:spPr bwMode="auto">
          <a:xfrm>
            <a:off x="4876800" y="4572000"/>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87" name="Line 20">
            <a:extLst>
              <a:ext uri="{FF2B5EF4-FFF2-40B4-BE49-F238E27FC236}">
                <a16:creationId xmlns:a16="http://schemas.microsoft.com/office/drawing/2014/main" id="{5F126023-D12A-3341-09EC-9E7936D4A025}"/>
              </a:ext>
            </a:extLst>
          </p:cNvPr>
          <p:cNvSpPr>
            <a:spLocks noChangeShapeType="1"/>
          </p:cNvSpPr>
          <p:nvPr/>
        </p:nvSpPr>
        <p:spPr bwMode="auto">
          <a:xfrm>
            <a:off x="5715000" y="35814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88" name="Line 21">
            <a:extLst>
              <a:ext uri="{FF2B5EF4-FFF2-40B4-BE49-F238E27FC236}">
                <a16:creationId xmlns:a16="http://schemas.microsoft.com/office/drawing/2014/main" id="{74FFB5A3-F40A-48BA-4238-E892E1A2B484}"/>
              </a:ext>
            </a:extLst>
          </p:cNvPr>
          <p:cNvSpPr>
            <a:spLocks noChangeShapeType="1"/>
          </p:cNvSpPr>
          <p:nvPr/>
        </p:nvSpPr>
        <p:spPr bwMode="auto">
          <a:xfrm flipH="1">
            <a:off x="5943600" y="4572000"/>
            <a:ext cx="304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61" name="Straight Connector 60">
            <a:extLst>
              <a:ext uri="{FF2B5EF4-FFF2-40B4-BE49-F238E27FC236}">
                <a16:creationId xmlns:a16="http://schemas.microsoft.com/office/drawing/2014/main" id="{269F7F5E-BFCF-3083-B691-91C53C87ED07}"/>
              </a:ext>
            </a:extLst>
          </p:cNvPr>
          <p:cNvCxnSpPr>
            <a:stCxn id="18476" idx="5"/>
          </p:cNvCxnSpPr>
          <p:nvPr/>
        </p:nvCxnSpPr>
        <p:spPr>
          <a:xfrm rot="16200000" flipH="1">
            <a:off x="6355557" y="4679157"/>
            <a:ext cx="687387" cy="317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490" name="Oval 9">
            <a:extLst>
              <a:ext uri="{FF2B5EF4-FFF2-40B4-BE49-F238E27FC236}">
                <a16:creationId xmlns:a16="http://schemas.microsoft.com/office/drawing/2014/main" id="{1BAC0142-33AC-FC6D-7D8F-84050D15F40F}"/>
              </a:ext>
            </a:extLst>
          </p:cNvPr>
          <p:cNvSpPr>
            <a:spLocks noChangeArrowheads="1"/>
          </p:cNvSpPr>
          <p:nvPr/>
        </p:nvSpPr>
        <p:spPr bwMode="auto">
          <a:xfrm>
            <a:off x="6629400" y="5181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18491" name="TextBox 62">
            <a:extLst>
              <a:ext uri="{FF2B5EF4-FFF2-40B4-BE49-F238E27FC236}">
                <a16:creationId xmlns:a16="http://schemas.microsoft.com/office/drawing/2014/main" id="{2840866D-AB57-0E9E-1095-B30182C3BA29}"/>
              </a:ext>
            </a:extLst>
          </p:cNvPr>
          <p:cNvSpPr txBox="1">
            <a:spLocks noChangeArrowheads="1"/>
          </p:cNvSpPr>
          <p:nvPr/>
        </p:nvSpPr>
        <p:spPr bwMode="auto">
          <a:xfrm>
            <a:off x="6781800" y="5257800"/>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18492" name="TextBox 65">
            <a:extLst>
              <a:ext uri="{FF2B5EF4-FFF2-40B4-BE49-F238E27FC236}">
                <a16:creationId xmlns:a16="http://schemas.microsoft.com/office/drawing/2014/main" id="{8C1FA2DC-EE8D-47A0-D437-3B2CDC402101}"/>
              </a:ext>
            </a:extLst>
          </p:cNvPr>
          <p:cNvSpPr txBox="1">
            <a:spLocks noChangeArrowheads="1"/>
          </p:cNvSpPr>
          <p:nvPr/>
        </p:nvSpPr>
        <p:spPr bwMode="auto">
          <a:xfrm>
            <a:off x="9067800" y="31242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Insert 17</a:t>
            </a:r>
          </a:p>
        </p:txBody>
      </p:sp>
      <p:cxnSp>
        <p:nvCxnSpPr>
          <p:cNvPr id="68" name="Curved Connector 67">
            <a:extLst>
              <a:ext uri="{FF2B5EF4-FFF2-40B4-BE49-F238E27FC236}">
                <a16:creationId xmlns:a16="http://schemas.microsoft.com/office/drawing/2014/main" id="{C005ADCA-6516-5B50-D010-70FE2B0D7F52}"/>
              </a:ext>
            </a:extLst>
          </p:cNvPr>
          <p:cNvCxnSpPr>
            <a:stCxn id="18491" idx="3"/>
            <a:endCxn id="18476" idx="6"/>
          </p:cNvCxnSpPr>
          <p:nvPr/>
        </p:nvCxnSpPr>
        <p:spPr>
          <a:xfrm flipH="1" flipV="1">
            <a:off x="6629400" y="4305300"/>
            <a:ext cx="609600" cy="1136650"/>
          </a:xfrm>
          <a:prstGeom prst="curvedConnector3">
            <a:avLst>
              <a:gd name="adj1" fmla="val -37500"/>
            </a:avLst>
          </a:prstGeom>
          <a:ln>
            <a:tailEnd type="arrow"/>
          </a:ln>
        </p:spPr>
        <p:style>
          <a:lnRef idx="1">
            <a:schemeClr val="accent1"/>
          </a:lnRef>
          <a:fillRef idx="0">
            <a:schemeClr val="accent1"/>
          </a:fillRef>
          <a:effectRef idx="0">
            <a:schemeClr val="accent1"/>
          </a:effectRef>
          <a:fontRef idx="minor">
            <a:schemeClr val="tx1"/>
          </a:fontRef>
        </p:style>
      </p:cxnSp>
      <p:sp>
        <p:nvSpPr>
          <p:cNvPr id="18494" name="TextBox 68">
            <a:extLst>
              <a:ext uri="{FF2B5EF4-FFF2-40B4-BE49-F238E27FC236}">
                <a16:creationId xmlns:a16="http://schemas.microsoft.com/office/drawing/2014/main" id="{7A84B900-BC65-96D9-82BF-ED0E0C2331CF}"/>
              </a:ext>
            </a:extLst>
          </p:cNvPr>
          <p:cNvSpPr txBox="1">
            <a:spLocks noChangeArrowheads="1"/>
          </p:cNvSpPr>
          <p:nvPr/>
        </p:nvSpPr>
        <p:spPr bwMode="auto">
          <a:xfrm>
            <a:off x="7391400" y="4648200"/>
            <a:ext cx="1219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swap</a:t>
            </a:r>
          </a:p>
        </p:txBody>
      </p:sp>
      <p:sp>
        <p:nvSpPr>
          <p:cNvPr id="18495" name="TextBox 71">
            <a:extLst>
              <a:ext uri="{FF2B5EF4-FFF2-40B4-BE49-F238E27FC236}">
                <a16:creationId xmlns:a16="http://schemas.microsoft.com/office/drawing/2014/main" id="{7DC17C12-27B0-3B95-7B81-7E96E01C13DF}"/>
              </a:ext>
            </a:extLst>
          </p:cNvPr>
          <p:cNvSpPr txBox="1">
            <a:spLocks noChangeArrowheads="1"/>
          </p:cNvSpPr>
          <p:nvPr/>
        </p:nvSpPr>
        <p:spPr bwMode="auto">
          <a:xfrm>
            <a:off x="3429000" y="5879068"/>
            <a:ext cx="480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Century Schoolbook" panose="02040604050505020304" pitchFamily="18" charset="0"/>
              </a:rPr>
              <a:t>Percolate up to maintain the heap property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7E7AF-0CD9-266C-5ED7-E076E6CE2E17}"/>
              </a:ext>
            </a:extLst>
          </p:cNvPr>
          <p:cNvSpPr>
            <a:spLocks noGrp="1"/>
          </p:cNvSpPr>
          <p:nvPr>
            <p:ph type="title"/>
          </p:nvPr>
        </p:nvSpPr>
        <p:spPr/>
        <p:txBody>
          <a:bodyPr/>
          <a:lstStyle/>
          <a:p>
            <a:pPr>
              <a:defRPr/>
            </a:pPr>
            <a:r>
              <a:rPr lang="en-US" sz="3200" b="1" dirty="0">
                <a:solidFill>
                  <a:srgbClr val="004200"/>
                </a:solidFill>
                <a:latin typeface="Arial"/>
                <a:ea typeface="+mn-ea"/>
                <a:cs typeface="Arial"/>
              </a:rPr>
              <a:t>Deletion</a:t>
            </a:r>
          </a:p>
        </p:txBody>
      </p:sp>
      <p:sp>
        <p:nvSpPr>
          <p:cNvPr id="19459" name="Content Placeholder 2">
            <a:extLst>
              <a:ext uri="{FF2B5EF4-FFF2-40B4-BE49-F238E27FC236}">
                <a16:creationId xmlns:a16="http://schemas.microsoft.com/office/drawing/2014/main" id="{9AB8DC1B-01F5-945A-E102-B242C03B250F}"/>
              </a:ext>
            </a:extLst>
          </p:cNvPr>
          <p:cNvSpPr>
            <a:spLocks noGrp="1"/>
          </p:cNvSpPr>
          <p:nvPr>
            <p:ph sz="quarter" idx="1"/>
          </p:nvPr>
        </p:nvSpPr>
        <p:spPr>
          <a:xfrm>
            <a:off x="1219200" y="1828801"/>
            <a:ext cx="9936480" cy="3352799"/>
          </a:xfrm>
        </p:spPr>
        <p:txBody>
          <a:bodyPr>
            <a:normAutofit/>
          </a:bodyPr>
          <a:lstStyle/>
          <a:p>
            <a:pPr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Delete max</a:t>
            </a:r>
          </a:p>
          <a:p>
            <a:pPr lvl="1" algn="just" eaLnBrk="1" hangingPunct="1">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rPr>
              <a:t>Copy the last number to the root ( overwrite the maximum element stored there ).</a:t>
            </a:r>
          </a:p>
          <a:p>
            <a:pPr lvl="1" algn="just" eaLnBrk="1" hangingPunct="1">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rPr>
              <a:t>Restore the max heap property by percolate down.</a:t>
            </a:r>
          </a:p>
          <a:p>
            <a:pPr lvl="1" eaLnBrk="1" hangingPunct="1"/>
            <a:endParaRPr lang="en-US" altLang="en-US" sz="24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Delete min</a:t>
            </a:r>
          </a:p>
          <a:p>
            <a:pPr lvl="1" algn="just" eaLnBrk="1" hangingPunct="1">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rPr>
              <a:t>Copy the last number to the root ( overwrite the minimum element stored there ).</a:t>
            </a:r>
          </a:p>
          <a:p>
            <a:pPr lvl="1" algn="just" eaLnBrk="1" hangingPunct="1">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rPr>
              <a:t>Restore the min heap property by percolate down.</a:t>
            </a:r>
          </a:p>
          <a:p>
            <a:pPr eaLnBrk="1" hangingPunct="1">
              <a:buFont typeface="Wingdings" panose="05000000000000000000" pitchFamily="2" charset="2"/>
              <a:buNone/>
            </a:pPr>
            <a:endParaRPr lang="en-US"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EEFE1-6491-81F8-6443-B8B3D694D3C6}"/>
              </a:ext>
            </a:extLst>
          </p:cNvPr>
          <p:cNvSpPr>
            <a:spLocks noGrp="1"/>
          </p:cNvSpPr>
          <p:nvPr>
            <p:ph type="title"/>
          </p:nvPr>
        </p:nvSpPr>
        <p:spPr/>
        <p:txBody>
          <a:bodyPr/>
          <a:lstStyle/>
          <a:p>
            <a:pPr>
              <a:defRPr/>
            </a:pPr>
            <a:r>
              <a:rPr lang="en-US" sz="3200" b="1" dirty="0">
                <a:solidFill>
                  <a:srgbClr val="004200"/>
                </a:solidFill>
                <a:latin typeface="Arial"/>
                <a:ea typeface="+mn-ea"/>
                <a:cs typeface="Arial"/>
              </a:rPr>
              <a:t>Heap Sort</a:t>
            </a:r>
          </a:p>
        </p:txBody>
      </p:sp>
      <p:sp>
        <p:nvSpPr>
          <p:cNvPr id="20483" name="Content Placeholder 2">
            <a:extLst>
              <a:ext uri="{FF2B5EF4-FFF2-40B4-BE49-F238E27FC236}">
                <a16:creationId xmlns:a16="http://schemas.microsoft.com/office/drawing/2014/main" id="{4EDDF932-71D3-82DA-3127-6C792640A8B3}"/>
              </a:ext>
            </a:extLst>
          </p:cNvPr>
          <p:cNvSpPr>
            <a:spLocks noGrp="1"/>
          </p:cNvSpPr>
          <p:nvPr>
            <p:ph sz="quarter" idx="1"/>
          </p:nvPr>
        </p:nvSpPr>
        <p:spPr>
          <a:xfrm>
            <a:off x="1219200" y="1828801"/>
            <a:ext cx="9936480" cy="838199"/>
          </a:xfrm>
        </p:spPr>
        <p:txBody>
          <a:bodyPr/>
          <a:lstStyle/>
          <a:p>
            <a:pPr marL="512763" lvl="1" indent="-312738"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A sorting algorithm that works by first organizing the data to be sorted into a special type of binary tree called a heap</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94890-5E3D-9503-1711-8A75C55D4486}"/>
              </a:ext>
            </a:extLst>
          </p:cNvPr>
          <p:cNvSpPr>
            <a:spLocks noGrp="1"/>
          </p:cNvSpPr>
          <p:nvPr>
            <p:ph type="title"/>
          </p:nvPr>
        </p:nvSpPr>
        <p:spPr/>
        <p:txBody>
          <a:bodyPr/>
          <a:lstStyle/>
          <a:p>
            <a:pPr>
              <a:defRPr/>
            </a:pPr>
            <a:r>
              <a:rPr lang="en-US" sz="3200" b="1" dirty="0">
                <a:solidFill>
                  <a:srgbClr val="004200"/>
                </a:solidFill>
                <a:latin typeface="Arial"/>
                <a:ea typeface="+mn-ea"/>
                <a:cs typeface="Arial"/>
              </a:rPr>
              <a:t>Procedures on Heap</a:t>
            </a:r>
          </a:p>
        </p:txBody>
      </p:sp>
      <p:sp>
        <p:nvSpPr>
          <p:cNvPr id="21507" name="Content Placeholder 2">
            <a:extLst>
              <a:ext uri="{FF2B5EF4-FFF2-40B4-BE49-F238E27FC236}">
                <a16:creationId xmlns:a16="http://schemas.microsoft.com/office/drawing/2014/main" id="{A24BD94F-EF68-3B07-68D3-BFC6CCD6294C}"/>
              </a:ext>
            </a:extLst>
          </p:cNvPr>
          <p:cNvSpPr>
            <a:spLocks noGrp="1"/>
          </p:cNvSpPr>
          <p:nvPr>
            <p:ph sz="quarter" idx="1"/>
          </p:nvPr>
        </p:nvSpPr>
        <p:spPr>
          <a:xfrm>
            <a:off x="1219200" y="1825843"/>
            <a:ext cx="9936480" cy="1450757"/>
          </a:xfrm>
        </p:spPr>
        <p:txBody>
          <a:bodyPr>
            <a:normAutofit lnSpcReduction="10000"/>
          </a:bodyPr>
          <a:lstStyle/>
          <a:p>
            <a:pPr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Heapify</a:t>
            </a:r>
          </a:p>
          <a:p>
            <a:pPr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Build Heap</a:t>
            </a:r>
          </a:p>
          <a:p>
            <a:pPr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Heap Sort</a:t>
            </a:r>
          </a:p>
          <a:p>
            <a:pPr eaLnBrk="1" hangingPunct="1"/>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6F2BA-987C-E20B-CB46-ABD747E44DD1}"/>
              </a:ext>
            </a:extLst>
          </p:cNvPr>
          <p:cNvSpPr>
            <a:spLocks noGrp="1"/>
          </p:cNvSpPr>
          <p:nvPr>
            <p:ph type="title"/>
          </p:nvPr>
        </p:nvSpPr>
        <p:spPr>
          <a:xfrm>
            <a:off x="1219200" y="1036638"/>
            <a:ext cx="9906000" cy="639762"/>
          </a:xfrm>
        </p:spPr>
        <p:txBody>
          <a:bodyPr>
            <a:normAutofit/>
          </a:bodyPr>
          <a:lstStyle/>
          <a:p>
            <a:pPr>
              <a:defRPr/>
            </a:pPr>
            <a:r>
              <a:rPr lang="en-US" sz="3200" b="1" dirty="0">
                <a:solidFill>
                  <a:srgbClr val="004200"/>
                </a:solidFill>
                <a:latin typeface="Arial"/>
                <a:ea typeface="+mn-ea"/>
                <a:cs typeface="Arial"/>
              </a:rPr>
              <a:t>Heapify</a:t>
            </a:r>
          </a:p>
        </p:txBody>
      </p:sp>
      <p:sp>
        <p:nvSpPr>
          <p:cNvPr id="22531" name="Content Placeholder 2">
            <a:extLst>
              <a:ext uri="{FF2B5EF4-FFF2-40B4-BE49-F238E27FC236}">
                <a16:creationId xmlns:a16="http://schemas.microsoft.com/office/drawing/2014/main" id="{D41930BE-FB7D-C820-40C0-E1F663716590}"/>
              </a:ext>
            </a:extLst>
          </p:cNvPr>
          <p:cNvSpPr>
            <a:spLocks noGrp="1"/>
          </p:cNvSpPr>
          <p:nvPr>
            <p:ph sz="quarter" idx="1"/>
          </p:nvPr>
        </p:nvSpPr>
        <p:spPr>
          <a:xfrm>
            <a:off x="1219200" y="1752600"/>
            <a:ext cx="9906000" cy="4648199"/>
          </a:xfrm>
        </p:spPr>
        <p:txBody>
          <a:bodyPr>
            <a:normAutofit lnSpcReduction="10000"/>
          </a:bodyPr>
          <a:lstStyle/>
          <a:p>
            <a:pPr marL="288925" indent="-288925" algn="just"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Heapify picks the largest child key and compare it to the parent key. If parent key is larger than heapify quits, otherwise it swaps the parent key with the largest child key. So that the parent is now becomes larger than its children.</a:t>
            </a:r>
          </a:p>
          <a:p>
            <a:pPr eaLnBrk="1" hangingPunct="1">
              <a:buFont typeface="Wingdings" panose="05000000000000000000" pitchFamily="2" charset="2"/>
              <a:buNone/>
            </a:pPr>
            <a:r>
              <a:rPr lang="en-US" altLang="en-US" sz="2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Heapify(A, </a:t>
            </a:r>
            <a:r>
              <a:rPr lang="en-US" altLang="en-US" b="1" dirty="0" err="1">
                <a:latin typeface="Times New Roman" panose="02020603050405020304" pitchFamily="18" charset="0"/>
                <a:cs typeface="Times New Roman" panose="02020603050405020304" pitchFamily="18" charset="0"/>
              </a:rPr>
              <a:t>i</a:t>
            </a:r>
            <a:r>
              <a:rPr lang="en-US" altLang="en-US" b="1" dirty="0">
                <a:latin typeface="Times New Roman" panose="02020603050405020304" pitchFamily="18" charset="0"/>
                <a:cs typeface="Times New Roman" panose="02020603050405020304" pitchFamily="18" charset="0"/>
              </a:rPr>
              <a:t>)</a:t>
            </a:r>
          </a:p>
          <a:p>
            <a:pPr eaLnBrk="1" hangingPunct="1">
              <a:buFont typeface="Wingdings" panose="05000000000000000000" pitchFamily="2" charset="2"/>
              <a:buNone/>
            </a:pP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        l </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cs typeface="Times New Roman" panose="02020603050405020304" pitchFamily="18" charset="0"/>
              </a:rPr>
              <a:t> left(</a:t>
            </a:r>
            <a:r>
              <a:rPr lang="en-US" altLang="en-US" b="1" dirty="0" err="1">
                <a:latin typeface="Times New Roman" panose="02020603050405020304" pitchFamily="18" charset="0"/>
                <a:cs typeface="Times New Roman" panose="02020603050405020304" pitchFamily="18" charset="0"/>
              </a:rPr>
              <a:t>i</a:t>
            </a:r>
            <a:r>
              <a:rPr lang="en-US" altLang="en-US" b="1"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        r </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cs typeface="Times New Roman" panose="02020603050405020304" pitchFamily="18" charset="0"/>
              </a:rPr>
              <a:t> right(</a:t>
            </a:r>
            <a:r>
              <a:rPr lang="en-US" altLang="en-US" b="1" dirty="0" err="1">
                <a:latin typeface="Times New Roman" panose="02020603050405020304" pitchFamily="18" charset="0"/>
                <a:cs typeface="Times New Roman" panose="02020603050405020304" pitchFamily="18" charset="0"/>
              </a:rPr>
              <a:t>i</a:t>
            </a:r>
            <a:r>
              <a:rPr lang="en-US" altLang="en-US" b="1"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        if l &lt;= </a:t>
            </a:r>
            <a:r>
              <a:rPr lang="en-US" altLang="en-US" b="1" dirty="0" err="1">
                <a:latin typeface="Times New Roman" panose="02020603050405020304" pitchFamily="18" charset="0"/>
                <a:cs typeface="Times New Roman" panose="02020603050405020304" pitchFamily="18" charset="0"/>
              </a:rPr>
              <a:t>heapsize</a:t>
            </a:r>
            <a:r>
              <a:rPr lang="en-US" altLang="en-US" b="1" dirty="0">
                <a:latin typeface="Times New Roman" panose="02020603050405020304" pitchFamily="18" charset="0"/>
                <a:cs typeface="Times New Roman" panose="02020603050405020304" pitchFamily="18" charset="0"/>
              </a:rPr>
              <a:t>[A] and A[l] &gt; A[</a:t>
            </a:r>
            <a:r>
              <a:rPr lang="en-US" altLang="en-US" b="1" dirty="0" err="1">
                <a:latin typeface="Times New Roman" panose="02020603050405020304" pitchFamily="18" charset="0"/>
                <a:cs typeface="Times New Roman" panose="02020603050405020304" pitchFamily="18" charset="0"/>
              </a:rPr>
              <a:t>i</a:t>
            </a:r>
            <a:r>
              <a:rPr lang="en-US" altLang="en-US" b="1"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            then largest </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b="1" dirty="0">
                <a:latin typeface="Times New Roman" panose="02020603050405020304" pitchFamily="18" charset="0"/>
                <a:cs typeface="Times New Roman" panose="02020603050405020304" pitchFamily="18" charset="0"/>
              </a:rPr>
              <a:t>l</a:t>
            </a: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            else largest </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i</a:t>
            </a: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        if r &lt;= </a:t>
            </a:r>
            <a:r>
              <a:rPr lang="en-US" altLang="en-US" b="1" dirty="0" err="1">
                <a:latin typeface="Times New Roman" panose="02020603050405020304" pitchFamily="18" charset="0"/>
                <a:cs typeface="Times New Roman" panose="02020603050405020304" pitchFamily="18" charset="0"/>
              </a:rPr>
              <a:t>heapsize</a:t>
            </a:r>
            <a:r>
              <a:rPr lang="en-US" altLang="en-US" b="1" dirty="0">
                <a:latin typeface="Times New Roman" panose="02020603050405020304" pitchFamily="18" charset="0"/>
                <a:cs typeface="Times New Roman" panose="02020603050405020304" pitchFamily="18" charset="0"/>
              </a:rPr>
              <a:t>[A] and A[r] &gt; A[largest]</a:t>
            </a: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            then largest </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cs typeface="Times New Roman" panose="02020603050405020304" pitchFamily="18" charset="0"/>
              </a:rPr>
              <a:t> r</a:t>
            </a: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        if largest != </a:t>
            </a:r>
            <a:r>
              <a:rPr lang="en-US" altLang="en-US" b="1" dirty="0" err="1">
                <a:latin typeface="Times New Roman" panose="02020603050405020304" pitchFamily="18" charset="0"/>
                <a:cs typeface="Times New Roman" panose="02020603050405020304" pitchFamily="18" charset="0"/>
              </a:rPr>
              <a:t>i</a:t>
            </a: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            then swap A[</a:t>
            </a:r>
            <a:r>
              <a:rPr lang="en-US" altLang="en-US" b="1" dirty="0" err="1">
                <a:latin typeface="Times New Roman" panose="02020603050405020304" pitchFamily="18" charset="0"/>
                <a:cs typeface="Times New Roman" panose="02020603050405020304" pitchFamily="18" charset="0"/>
              </a:rPr>
              <a:t>i</a:t>
            </a:r>
            <a:r>
              <a:rPr lang="en-US" altLang="en-US" b="1"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cs typeface="Times New Roman" panose="02020603050405020304" pitchFamily="18" charset="0"/>
              </a:rPr>
              <a:t> A[largest]</a:t>
            </a: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                Heapify(A, largest)</a:t>
            </a: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1E04F-1EC6-7D31-1B4C-D43946A4803E}"/>
              </a:ext>
            </a:extLst>
          </p:cNvPr>
          <p:cNvSpPr>
            <a:spLocks noGrp="1"/>
          </p:cNvSpPr>
          <p:nvPr>
            <p:ph type="title"/>
          </p:nvPr>
        </p:nvSpPr>
        <p:spPr>
          <a:xfrm>
            <a:off x="1219200" y="1112838"/>
            <a:ext cx="9982200" cy="639762"/>
          </a:xfrm>
        </p:spPr>
        <p:txBody>
          <a:bodyPr>
            <a:normAutofit/>
          </a:bodyPr>
          <a:lstStyle/>
          <a:p>
            <a:pPr>
              <a:defRPr/>
            </a:pPr>
            <a:r>
              <a:rPr lang="en-US" sz="3200" b="1" dirty="0">
                <a:solidFill>
                  <a:srgbClr val="004200"/>
                </a:solidFill>
                <a:latin typeface="Arial"/>
                <a:ea typeface="+mn-ea"/>
                <a:cs typeface="Arial"/>
              </a:rPr>
              <a:t>Build Heap</a:t>
            </a:r>
          </a:p>
        </p:txBody>
      </p:sp>
      <p:sp>
        <p:nvSpPr>
          <p:cNvPr id="23555" name="Content Placeholder 2">
            <a:extLst>
              <a:ext uri="{FF2B5EF4-FFF2-40B4-BE49-F238E27FC236}">
                <a16:creationId xmlns:a16="http://schemas.microsoft.com/office/drawing/2014/main" id="{966AAE0A-F686-A1D9-C632-8FDB79A46B50}"/>
              </a:ext>
            </a:extLst>
          </p:cNvPr>
          <p:cNvSpPr>
            <a:spLocks noGrp="1"/>
          </p:cNvSpPr>
          <p:nvPr>
            <p:ph sz="quarter" idx="1"/>
          </p:nvPr>
        </p:nvSpPr>
        <p:spPr>
          <a:xfrm>
            <a:off x="1219200" y="1828801"/>
            <a:ext cx="9982200" cy="4419599"/>
          </a:xfrm>
        </p:spPr>
        <p:txBody>
          <a:bodyPr>
            <a:normAutofit fontScale="92500" lnSpcReduction="20000"/>
          </a:bodyPr>
          <a:lstStyle/>
          <a:p>
            <a:pPr marL="288925" indent="-288925" algn="just" eaLnBrk="1" hangingPunct="1">
              <a:buFont typeface="Wingdings" panose="05000000000000000000" pitchFamily="2" charset="2"/>
              <a:buChar char="v"/>
            </a:pPr>
            <a:r>
              <a:rPr lang="en-US" altLang="en-US" sz="2600" dirty="0">
                <a:latin typeface="Times New Roman" panose="02020603050405020304" pitchFamily="18" charset="0"/>
                <a:cs typeface="Times New Roman" panose="02020603050405020304" pitchFamily="18" charset="0"/>
              </a:rPr>
              <a:t>We can use the procedure 'Heapify' in a bottom-up fashion to convert an array A[1 . . </a:t>
            </a:r>
            <a:r>
              <a:rPr lang="en-US" altLang="en-US" sz="2600" i="1" dirty="0">
                <a:latin typeface="Times New Roman" panose="02020603050405020304" pitchFamily="18" charset="0"/>
                <a:cs typeface="Times New Roman" panose="02020603050405020304" pitchFamily="18" charset="0"/>
              </a:rPr>
              <a:t>n</a:t>
            </a:r>
            <a:r>
              <a:rPr lang="en-US" altLang="en-US" sz="2600" dirty="0">
                <a:latin typeface="Times New Roman" panose="02020603050405020304" pitchFamily="18" charset="0"/>
                <a:cs typeface="Times New Roman" panose="02020603050405020304" pitchFamily="18" charset="0"/>
              </a:rPr>
              <a:t>] into a heap. </a:t>
            </a:r>
          </a:p>
          <a:p>
            <a:pPr marL="288925" indent="-288925" algn="just" eaLnBrk="1" hangingPunct="1">
              <a:buFont typeface="Wingdings" panose="05000000000000000000" pitchFamily="2" charset="2"/>
              <a:buChar char="v"/>
            </a:pPr>
            <a:r>
              <a:rPr lang="en-US" altLang="en-US" sz="2600" dirty="0">
                <a:latin typeface="Times New Roman" panose="02020603050405020304" pitchFamily="18" charset="0"/>
                <a:cs typeface="Times New Roman" panose="02020603050405020304" pitchFamily="18" charset="0"/>
              </a:rPr>
              <a:t>Since the elements in the subarray A[</a:t>
            </a:r>
            <a:r>
              <a:rPr lang="en-US" altLang="en-US" sz="2600" i="1" dirty="0">
                <a:latin typeface="Times New Roman" panose="02020603050405020304" pitchFamily="18" charset="0"/>
                <a:cs typeface="Times New Roman" panose="02020603050405020304" pitchFamily="18" charset="0"/>
              </a:rPr>
              <a:t>n</a:t>
            </a:r>
            <a:r>
              <a:rPr lang="en-US" altLang="en-US" sz="2600" dirty="0">
                <a:latin typeface="Times New Roman" panose="02020603050405020304" pitchFamily="18" charset="0"/>
                <a:cs typeface="Times New Roman" panose="02020603050405020304" pitchFamily="18" charset="0"/>
              </a:rPr>
              <a:t>/2 +1 . . </a:t>
            </a:r>
            <a:r>
              <a:rPr lang="en-US" altLang="en-US" sz="2600" i="1" dirty="0">
                <a:latin typeface="Times New Roman" panose="02020603050405020304" pitchFamily="18" charset="0"/>
                <a:cs typeface="Times New Roman" panose="02020603050405020304" pitchFamily="18" charset="0"/>
              </a:rPr>
              <a:t>n</a:t>
            </a:r>
            <a:r>
              <a:rPr lang="en-US" altLang="en-US" sz="2600" dirty="0">
                <a:latin typeface="Times New Roman" panose="02020603050405020304" pitchFamily="18" charset="0"/>
                <a:cs typeface="Times New Roman" panose="02020603050405020304" pitchFamily="18" charset="0"/>
              </a:rPr>
              <a:t>] are all leaves, the procedure BUILD_HEAP goes through the remaining nodes of the tree and runs 'Heapify' on each one. </a:t>
            </a:r>
          </a:p>
          <a:p>
            <a:pPr marL="288925" indent="-288925" algn="just" eaLnBrk="1" hangingPunct="1">
              <a:buFont typeface="Wingdings" panose="05000000000000000000" pitchFamily="2" charset="2"/>
              <a:buChar char="v"/>
            </a:pPr>
            <a:r>
              <a:rPr lang="en-US" altLang="en-US" sz="2600" dirty="0">
                <a:latin typeface="Times New Roman" panose="02020603050405020304" pitchFamily="18" charset="0"/>
                <a:cs typeface="Times New Roman" panose="02020603050405020304" pitchFamily="18" charset="0"/>
              </a:rPr>
              <a:t>The bottom-up order of processing node guarantees that the subtree rooted at children are heap before 'Heapify' is run at their parent.</a:t>
            </a:r>
            <a:endParaRPr lang="en-US" altLang="en-US" sz="24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pP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Buildheap</a:t>
            </a:r>
            <a:r>
              <a:rPr lang="en-US" altLang="en-US" sz="2400" b="1" dirty="0">
                <a:latin typeface="Times New Roman" panose="02020603050405020304" pitchFamily="18" charset="0"/>
                <a:cs typeface="Times New Roman" panose="02020603050405020304" pitchFamily="18" charset="0"/>
              </a:rPr>
              <a:t>(A)</a:t>
            </a:r>
          </a:p>
          <a:p>
            <a:pPr eaLnBrk="1" hangingPunct="1">
              <a:buFont typeface="Wingdings" panose="05000000000000000000" pitchFamily="2" charset="2"/>
              <a:buNone/>
            </a:pPr>
            <a:r>
              <a:rPr lang="en-US" altLang="en-US" sz="2400"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 </a:t>
            </a:r>
            <a:br>
              <a:rPr lang="en-US" altLang="en-US" sz="2400" dirty="0">
                <a:latin typeface="Times New Roman" panose="02020603050405020304" pitchFamily="18" charset="0"/>
                <a:cs typeface="Times New Roman" panose="02020603050405020304" pitchFamily="18" charset="0"/>
              </a:rPr>
            </a:b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heapsize</a:t>
            </a:r>
            <a:r>
              <a:rPr lang="en-US" altLang="en-US" sz="2400" b="1" dirty="0">
                <a:latin typeface="Times New Roman" panose="02020603050405020304" pitchFamily="18" charset="0"/>
                <a:cs typeface="Times New Roman" panose="02020603050405020304" pitchFamily="18" charset="0"/>
              </a:rPr>
              <a:t>[A] </a:t>
            </a:r>
            <a:r>
              <a:rPr lang="en-US" altLang="en-US" sz="2400" b="1"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2400" b="1" dirty="0">
                <a:latin typeface="Times New Roman" panose="02020603050405020304" pitchFamily="18" charset="0"/>
                <a:cs typeface="Times New Roman" panose="02020603050405020304" pitchFamily="18" charset="0"/>
              </a:rPr>
              <a:t>length[A]</a:t>
            </a:r>
            <a:r>
              <a:rPr lang="en-US" altLang="en-US" sz="2400" dirty="0">
                <a:latin typeface="Times New Roman" panose="02020603050405020304" pitchFamily="18" charset="0"/>
                <a:cs typeface="Times New Roman" panose="02020603050405020304" pitchFamily="18" charset="0"/>
              </a:rPr>
              <a:t> </a:t>
            </a:r>
            <a:br>
              <a:rPr lang="en-US" altLang="en-US" sz="2400" dirty="0">
                <a:latin typeface="Times New Roman" panose="02020603050405020304" pitchFamily="18" charset="0"/>
                <a:cs typeface="Times New Roman" panose="02020603050405020304" pitchFamily="18" charset="0"/>
              </a:rPr>
            </a:br>
            <a:r>
              <a:rPr lang="en-US" altLang="en-US" sz="2400" b="1" dirty="0">
                <a:latin typeface="Times New Roman" panose="02020603050405020304" pitchFamily="18" charset="0"/>
                <a:cs typeface="Times New Roman" panose="02020603050405020304" pitchFamily="18" charset="0"/>
              </a:rPr>
              <a:t>        for </a:t>
            </a:r>
            <a:r>
              <a:rPr lang="en-US" altLang="en-US" sz="2400" b="1" dirty="0" err="1">
                <a:latin typeface="Times New Roman" panose="02020603050405020304" pitchFamily="18" charset="0"/>
                <a:cs typeface="Times New Roman" panose="02020603050405020304" pitchFamily="18" charset="0"/>
              </a:rPr>
              <a:t>i</a:t>
            </a:r>
            <a:r>
              <a:rPr lang="en-US" altLang="en-US" sz="2400" b="1"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2400" b="1" dirty="0">
                <a:latin typeface="Times New Roman" panose="02020603050405020304" pitchFamily="18" charset="0"/>
                <a:cs typeface="Times New Roman" panose="02020603050405020304" pitchFamily="18" charset="0"/>
              </a:rPr>
              <a:t>|length[A]/2  </a:t>
            </a:r>
            <a:r>
              <a:rPr lang="en-US" altLang="en-US" sz="2400" b="1" dirty="0">
                <a:solidFill>
                  <a:srgbClr val="92D050"/>
                </a:solidFill>
                <a:latin typeface="Times New Roman" panose="02020603050405020304" pitchFamily="18" charset="0"/>
                <a:cs typeface="Times New Roman" panose="02020603050405020304" pitchFamily="18" charset="0"/>
              </a:rPr>
              <a:t>//down to 1</a:t>
            </a:r>
            <a:br>
              <a:rPr lang="en-US" altLang="en-US" sz="2400" dirty="0">
                <a:latin typeface="Times New Roman" panose="02020603050405020304" pitchFamily="18" charset="0"/>
                <a:cs typeface="Times New Roman" panose="02020603050405020304" pitchFamily="18" charset="0"/>
              </a:rPr>
            </a:br>
            <a:r>
              <a:rPr lang="en-US" altLang="en-US" sz="2400" b="1" dirty="0">
                <a:latin typeface="Times New Roman" panose="02020603050405020304" pitchFamily="18" charset="0"/>
                <a:cs typeface="Times New Roman" panose="02020603050405020304" pitchFamily="18" charset="0"/>
              </a:rPr>
              <a:t>            do Heapify(A, </a:t>
            </a:r>
            <a:r>
              <a:rPr lang="en-US" altLang="en-US" sz="2400" b="1" dirty="0" err="1">
                <a:latin typeface="Times New Roman" panose="02020603050405020304" pitchFamily="18" charset="0"/>
                <a:cs typeface="Times New Roman" panose="02020603050405020304" pitchFamily="18" charset="0"/>
              </a:rPr>
              <a:t>i</a:t>
            </a:r>
            <a:r>
              <a:rPr lang="en-US" altLang="en-US" sz="2400" b="1" dirty="0">
                <a:latin typeface="Times New Roman" panose="02020603050405020304" pitchFamily="18" charset="0"/>
                <a:cs typeface="Times New Roman" panose="02020603050405020304" pitchFamily="18" charset="0"/>
              </a:rPr>
              <a:t>)</a:t>
            </a:r>
            <a:r>
              <a:rPr lang="en-US" altLang="en-US" sz="2400" dirty="0">
                <a:latin typeface="Times New Roman" panose="02020603050405020304" pitchFamily="18" charset="0"/>
                <a:cs typeface="Times New Roman" panose="02020603050405020304" pitchFamily="18" charset="0"/>
              </a:rPr>
              <a:t> </a:t>
            </a:r>
            <a:br>
              <a:rPr lang="en-US" altLang="en-US" sz="2400" dirty="0">
                <a:latin typeface="Times New Roman" panose="02020603050405020304" pitchFamily="18" charset="0"/>
                <a:cs typeface="Times New Roman" panose="02020603050405020304" pitchFamily="18" charset="0"/>
              </a:rPr>
            </a:br>
            <a:r>
              <a:rPr lang="en-US" altLang="en-US" sz="2400"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 </a:t>
            </a:r>
          </a:p>
          <a:p>
            <a:pPr eaLnBrk="1" hangingPunct="1"/>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5C188-5BAB-DED1-83D1-B343DFEA21D5}"/>
              </a:ext>
            </a:extLst>
          </p:cNvPr>
          <p:cNvSpPr>
            <a:spLocks noGrp="1"/>
          </p:cNvSpPr>
          <p:nvPr>
            <p:ph type="title"/>
          </p:nvPr>
        </p:nvSpPr>
        <p:spPr>
          <a:xfrm>
            <a:off x="1143000" y="990600"/>
            <a:ext cx="9982200" cy="762000"/>
          </a:xfrm>
        </p:spPr>
        <p:txBody>
          <a:bodyPr/>
          <a:lstStyle/>
          <a:p>
            <a:pPr>
              <a:defRPr/>
            </a:pPr>
            <a:r>
              <a:rPr lang="en-US" sz="3200" b="1" dirty="0">
                <a:solidFill>
                  <a:srgbClr val="004200"/>
                </a:solidFill>
                <a:latin typeface="Arial"/>
                <a:ea typeface="+mn-ea"/>
                <a:cs typeface="Arial"/>
              </a:rPr>
              <a:t>Heap Sort Algorithm</a:t>
            </a:r>
          </a:p>
        </p:txBody>
      </p:sp>
      <p:sp>
        <p:nvSpPr>
          <p:cNvPr id="24579" name="Content Placeholder 2">
            <a:extLst>
              <a:ext uri="{FF2B5EF4-FFF2-40B4-BE49-F238E27FC236}">
                <a16:creationId xmlns:a16="http://schemas.microsoft.com/office/drawing/2014/main" id="{791F144F-6A1B-A8AE-55C8-C8D4F0AAC927}"/>
              </a:ext>
            </a:extLst>
          </p:cNvPr>
          <p:cNvSpPr>
            <a:spLocks noGrp="1"/>
          </p:cNvSpPr>
          <p:nvPr>
            <p:ph sz="quarter" idx="1"/>
          </p:nvPr>
        </p:nvSpPr>
        <p:spPr>
          <a:xfrm>
            <a:off x="1143000" y="1752600"/>
            <a:ext cx="9982200" cy="2971800"/>
          </a:xfrm>
        </p:spPr>
        <p:txBody>
          <a:bodyPr>
            <a:normAutofit fontScale="92500" lnSpcReduction="20000"/>
          </a:bodyPr>
          <a:lstStyle/>
          <a:p>
            <a:pPr marL="233363" indent="-233363" algn="just"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The heap sort algorithm starts by using procedure BUILD-HEAP to build a heap on the input array A[1 . . </a:t>
            </a:r>
            <a:r>
              <a:rPr lang="en-US" altLang="en-US" sz="2400" i="1" dirty="0">
                <a:latin typeface="Times New Roman" panose="02020603050405020304" pitchFamily="18" charset="0"/>
                <a:cs typeface="Times New Roman" panose="02020603050405020304" pitchFamily="18" charset="0"/>
              </a:rPr>
              <a:t>n</a:t>
            </a:r>
            <a:r>
              <a:rPr lang="en-US" altLang="en-US" sz="2400" dirty="0">
                <a:latin typeface="Times New Roman" panose="02020603050405020304" pitchFamily="18" charset="0"/>
                <a:cs typeface="Times New Roman" panose="02020603050405020304" pitchFamily="18" charset="0"/>
              </a:rPr>
              <a:t>]. </a:t>
            </a:r>
          </a:p>
          <a:p>
            <a:pPr marL="233363" indent="-233363" algn="just"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Since the maximum element of the array stored at the root </a:t>
            </a:r>
            <a:r>
              <a:rPr lang="en-US" altLang="en-US" sz="2400" i="1" dirty="0">
                <a:latin typeface="Times New Roman" panose="02020603050405020304" pitchFamily="18" charset="0"/>
                <a:cs typeface="Times New Roman" panose="02020603050405020304" pitchFamily="18" charset="0"/>
              </a:rPr>
              <a:t>A</a:t>
            </a:r>
            <a:r>
              <a:rPr lang="en-US" altLang="en-US" sz="2400" dirty="0">
                <a:latin typeface="Times New Roman" panose="02020603050405020304" pitchFamily="18" charset="0"/>
                <a:cs typeface="Times New Roman" panose="02020603050405020304" pitchFamily="18" charset="0"/>
              </a:rPr>
              <a:t>[1], it can be put into its correct final position by exchanging it with </a:t>
            </a:r>
            <a:r>
              <a:rPr lang="en-US" altLang="en-US" sz="2400" i="1" dirty="0">
                <a:latin typeface="Times New Roman" panose="02020603050405020304" pitchFamily="18" charset="0"/>
                <a:cs typeface="Times New Roman" panose="02020603050405020304" pitchFamily="18" charset="0"/>
              </a:rPr>
              <a:t>A</a:t>
            </a:r>
            <a:r>
              <a:rPr lang="en-US" altLang="en-US" sz="2400" dirty="0">
                <a:latin typeface="Times New Roman" panose="02020603050405020304" pitchFamily="18" charset="0"/>
                <a:cs typeface="Times New Roman" panose="02020603050405020304" pitchFamily="18" charset="0"/>
              </a:rPr>
              <a:t>[</a:t>
            </a:r>
            <a:r>
              <a:rPr lang="en-US" altLang="en-US" sz="2400" i="1" dirty="0">
                <a:latin typeface="Times New Roman" panose="02020603050405020304" pitchFamily="18" charset="0"/>
                <a:cs typeface="Times New Roman" panose="02020603050405020304" pitchFamily="18" charset="0"/>
              </a:rPr>
              <a:t>n</a:t>
            </a:r>
            <a:r>
              <a:rPr lang="en-US" altLang="en-US" sz="2400" dirty="0">
                <a:latin typeface="Times New Roman" panose="02020603050405020304" pitchFamily="18" charset="0"/>
                <a:cs typeface="Times New Roman" panose="02020603050405020304" pitchFamily="18" charset="0"/>
              </a:rPr>
              <a:t>] (the last element in </a:t>
            </a:r>
            <a:r>
              <a:rPr lang="en-US" altLang="en-US" sz="2400" i="1" dirty="0">
                <a:latin typeface="Times New Roman" panose="02020603050405020304" pitchFamily="18" charset="0"/>
                <a:cs typeface="Times New Roman" panose="02020603050405020304" pitchFamily="18" charset="0"/>
              </a:rPr>
              <a:t>A</a:t>
            </a:r>
            <a:r>
              <a:rPr lang="en-US" altLang="en-US" sz="2400" dirty="0">
                <a:latin typeface="Times New Roman" panose="02020603050405020304" pitchFamily="18" charset="0"/>
                <a:cs typeface="Times New Roman" panose="02020603050405020304" pitchFamily="18" charset="0"/>
              </a:rPr>
              <a:t>). </a:t>
            </a:r>
          </a:p>
          <a:p>
            <a:pPr marL="233363" indent="-233363" algn="just"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If we now discard node n from the heap than the remaining elements can be made into heap. </a:t>
            </a:r>
          </a:p>
          <a:p>
            <a:pPr marL="233363" indent="-233363" algn="just"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Note that the new element at the root may violate the heap property. All that is needed to restore the heap property.</a:t>
            </a:r>
          </a:p>
          <a:p>
            <a:pPr eaLnBrk="1" hangingPunct="1">
              <a:buFont typeface="Wingdings" panose="05000000000000000000" pitchFamily="2" charset="2"/>
              <a:buNone/>
            </a:pPr>
            <a:r>
              <a:rPr lang="en-US" altLang="en-US" dirty="0"/>
              <a:t>	</a:t>
            </a:r>
          </a:p>
        </p:txBody>
      </p:sp>
      <p:sp>
        <p:nvSpPr>
          <p:cNvPr id="3" name="Rectangle 5">
            <a:extLst>
              <a:ext uri="{FF2B5EF4-FFF2-40B4-BE49-F238E27FC236}">
                <a16:creationId xmlns:a16="http://schemas.microsoft.com/office/drawing/2014/main" id="{493FE26C-CDE6-9895-BDF4-192CF36ACE64}"/>
              </a:ext>
            </a:extLst>
          </p:cNvPr>
          <p:cNvSpPr txBox="1">
            <a:spLocks noChangeArrowheads="1"/>
          </p:cNvSpPr>
          <p:nvPr/>
        </p:nvSpPr>
        <p:spPr>
          <a:xfrm>
            <a:off x="4876800" y="4038600"/>
            <a:ext cx="5486400" cy="2263775"/>
          </a:xfrm>
          <a:prstGeom prst="rect">
            <a:avLst/>
          </a:prstGeom>
          <a:solidFill>
            <a:srgbClr val="CCECFF"/>
          </a:solidFill>
          <a:ln>
            <a:solidFill>
              <a:schemeClr val="tx1"/>
            </a:solidFill>
            <a:miter lim="800000"/>
            <a:headEnd/>
            <a:tailEnd/>
          </a:ln>
          <a:effectLst>
            <a:outerShdw dist="107763" dir="2700000" algn="ctr" rotWithShape="0">
              <a:schemeClr val="bg2">
                <a:alpha val="50000"/>
              </a:schemeClr>
            </a:outerShdw>
          </a:effectLst>
        </p:spPr>
        <p:txBody>
          <a:bodyPr vert="horz" lIns="0" tIns="45720" rIns="0" bIns="45720" rtlCol="0">
            <a:normAutofit fontScale="77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None/>
            </a:pPr>
            <a:r>
              <a:rPr lang="en-US" altLang="en-US" sz="2400" i="1" u="sng" dirty="0" err="1"/>
              <a:t>HeapSort</a:t>
            </a:r>
            <a:r>
              <a:rPr lang="en-US" altLang="en-US" sz="2400" u="sng" dirty="0"/>
              <a:t>(</a:t>
            </a:r>
            <a:r>
              <a:rPr lang="en-US" altLang="en-US" sz="2400" i="1" u="sng" dirty="0"/>
              <a:t>A</a:t>
            </a:r>
            <a:r>
              <a:rPr lang="en-US" altLang="en-US" sz="2400" u="sng" dirty="0"/>
              <a:t>)</a:t>
            </a:r>
            <a:endParaRPr lang="en-US" altLang="en-US" sz="2400" i="1" u="sng" dirty="0"/>
          </a:p>
          <a:p>
            <a:pPr>
              <a:buFont typeface="Wingdings" panose="05000000000000000000" pitchFamily="2" charset="2"/>
              <a:buNone/>
            </a:pPr>
            <a:r>
              <a:rPr lang="en-US" altLang="en-US" sz="2400" dirty="0"/>
              <a:t>1.  Build-Max-Heap(</a:t>
            </a:r>
            <a:r>
              <a:rPr lang="en-US" altLang="en-US" sz="2400" i="1" dirty="0"/>
              <a:t>A</a:t>
            </a:r>
            <a:r>
              <a:rPr lang="en-US" altLang="en-US" sz="2400" dirty="0"/>
              <a:t>)</a:t>
            </a:r>
          </a:p>
          <a:p>
            <a:pPr>
              <a:buFont typeface="Wingdings" panose="05000000000000000000" pitchFamily="2" charset="2"/>
              <a:buNone/>
            </a:pPr>
            <a:r>
              <a:rPr lang="en-US" altLang="en-US" sz="2400" dirty="0"/>
              <a:t>2.  </a:t>
            </a:r>
            <a:r>
              <a:rPr lang="en-US" altLang="en-US" sz="2400" b="1" dirty="0">
                <a:solidFill>
                  <a:schemeClr val="tx1"/>
                </a:solidFill>
              </a:rPr>
              <a:t>for</a:t>
            </a:r>
            <a:r>
              <a:rPr lang="en-US" altLang="en-US" sz="2400" dirty="0"/>
              <a:t> </a:t>
            </a:r>
            <a:r>
              <a:rPr lang="en-US" altLang="en-US" sz="2400" i="1" dirty="0" err="1"/>
              <a:t>i</a:t>
            </a:r>
            <a:r>
              <a:rPr lang="en-US" altLang="en-US" sz="2400" dirty="0"/>
              <a:t> </a:t>
            </a:r>
            <a:r>
              <a:rPr lang="en-US" altLang="en-US" sz="2400" dirty="0">
                <a:sym typeface="Symbol" panose="05050102010706020507" pitchFamily="18" charset="2"/>
              </a:rPr>
              <a:t></a:t>
            </a:r>
            <a:r>
              <a:rPr lang="en-US" altLang="en-US" sz="2400" dirty="0"/>
              <a:t> </a:t>
            </a:r>
            <a:r>
              <a:rPr lang="en-US" altLang="en-US" sz="2400" i="1" dirty="0"/>
              <a:t>length</a:t>
            </a:r>
            <a:r>
              <a:rPr lang="en-US" altLang="en-US" sz="2400" dirty="0"/>
              <a:t>[</a:t>
            </a:r>
            <a:r>
              <a:rPr lang="en-US" altLang="en-US" sz="2400" i="1" dirty="0"/>
              <a:t>A</a:t>
            </a:r>
            <a:r>
              <a:rPr lang="en-US" altLang="en-US" sz="2400" dirty="0"/>
              <a:t>] </a:t>
            </a:r>
            <a:r>
              <a:rPr lang="en-US" altLang="en-US" sz="2400" b="1" dirty="0" err="1"/>
              <a:t>downto</a:t>
            </a:r>
            <a:r>
              <a:rPr lang="en-US" altLang="en-US" sz="2400" dirty="0"/>
              <a:t> 2</a:t>
            </a:r>
          </a:p>
          <a:p>
            <a:pPr>
              <a:buFont typeface="Wingdings" panose="05000000000000000000" pitchFamily="2" charset="2"/>
              <a:buNone/>
            </a:pPr>
            <a:r>
              <a:rPr lang="en-US" altLang="en-US" sz="2400" dirty="0"/>
              <a:t>3.       </a:t>
            </a:r>
            <a:r>
              <a:rPr lang="en-US" altLang="en-US" sz="2400" b="1" dirty="0">
                <a:solidFill>
                  <a:schemeClr val="tx1"/>
                </a:solidFill>
              </a:rPr>
              <a:t>do</a:t>
            </a:r>
            <a:r>
              <a:rPr lang="en-US" altLang="en-US" sz="2400" dirty="0"/>
              <a:t> exchange </a:t>
            </a:r>
            <a:r>
              <a:rPr lang="en-US" altLang="en-US" i="1" dirty="0">
                <a:sym typeface="Symbol" panose="05050102010706020507" pitchFamily="18" charset="2"/>
              </a:rPr>
              <a:t>A</a:t>
            </a:r>
            <a:r>
              <a:rPr lang="en-US" altLang="en-US" dirty="0">
                <a:sym typeface="Symbol" panose="05050102010706020507" pitchFamily="18" charset="2"/>
              </a:rPr>
              <a:t>[1]  </a:t>
            </a:r>
            <a:r>
              <a:rPr lang="en-US" altLang="en-US" i="1" dirty="0">
                <a:sym typeface="Symbol" panose="05050102010706020507" pitchFamily="18" charset="2"/>
              </a:rPr>
              <a:t>A</a:t>
            </a:r>
            <a:r>
              <a:rPr lang="en-US" altLang="en-US" dirty="0">
                <a:sym typeface="Symbol" panose="05050102010706020507" pitchFamily="18" charset="2"/>
              </a:rPr>
              <a:t>[</a:t>
            </a:r>
            <a:r>
              <a:rPr lang="en-US" altLang="en-US" i="1" dirty="0" err="1">
                <a:sym typeface="Symbol" panose="05050102010706020507" pitchFamily="18" charset="2"/>
              </a:rPr>
              <a:t>i</a:t>
            </a:r>
            <a:r>
              <a:rPr lang="en-US" altLang="en-US" dirty="0">
                <a:sym typeface="Symbol" panose="05050102010706020507" pitchFamily="18" charset="2"/>
              </a:rPr>
              <a:t>]</a:t>
            </a:r>
            <a:r>
              <a:rPr lang="en-US" altLang="en-US" sz="2400" dirty="0">
                <a:sym typeface="Symbol" panose="05050102010706020507" pitchFamily="18" charset="2"/>
              </a:rPr>
              <a:t> </a:t>
            </a:r>
          </a:p>
          <a:p>
            <a:pPr>
              <a:buFont typeface="Wingdings" panose="05000000000000000000" pitchFamily="2" charset="2"/>
              <a:buNone/>
            </a:pPr>
            <a:r>
              <a:rPr lang="en-US" altLang="en-US" sz="2400" dirty="0">
                <a:sym typeface="Symbol" panose="05050102010706020507" pitchFamily="18" charset="2"/>
              </a:rPr>
              <a:t>4.              </a:t>
            </a:r>
            <a:r>
              <a:rPr lang="en-US" altLang="en-US" sz="2400" i="1" dirty="0">
                <a:sym typeface="Symbol" panose="05050102010706020507" pitchFamily="18" charset="2"/>
              </a:rPr>
              <a:t>heap-size</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heap-size</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1</a:t>
            </a:r>
          </a:p>
          <a:p>
            <a:pPr>
              <a:buFont typeface="Wingdings" panose="05000000000000000000" pitchFamily="2" charset="2"/>
              <a:buNone/>
            </a:pPr>
            <a:r>
              <a:rPr lang="en-US" altLang="en-US" sz="2400" dirty="0">
                <a:sym typeface="Symbol" panose="05050102010706020507" pitchFamily="18" charset="2"/>
              </a:rPr>
              <a:t>5.              </a:t>
            </a:r>
            <a:r>
              <a:rPr lang="en-US" altLang="en-US" sz="2400" i="1" dirty="0" err="1">
                <a:sym typeface="Symbol" panose="05050102010706020507" pitchFamily="18" charset="2"/>
              </a:rPr>
              <a:t>MaxHeapify</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1)</a:t>
            </a:r>
            <a:endParaRPr lang="en-US" altLang="en-US" i="1" dirty="0">
              <a:sym typeface="Symbol" panose="05050102010706020507" pitchFamily="18" charset="2"/>
            </a:endParaRPr>
          </a:p>
          <a:p>
            <a:pPr algn="ctr">
              <a:buFont typeface="Wingdings" panose="05000000000000000000" pitchFamily="2" charset="2"/>
              <a:buNone/>
            </a:pPr>
            <a:endParaRPr lang="en-US" altLang="en-US" sz="2400" i="1" baseline="30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a:extLst>
              <a:ext uri="{FF2B5EF4-FFF2-40B4-BE49-F238E27FC236}">
                <a16:creationId xmlns:a16="http://schemas.microsoft.com/office/drawing/2014/main" id="{4737ABD3-C756-5B8B-1295-7523175B40AB}"/>
              </a:ext>
            </a:extLst>
          </p:cNvPr>
          <p:cNvSpPr txBox="1">
            <a:spLocks noChangeArrowheads="1"/>
          </p:cNvSpPr>
          <p:nvPr/>
        </p:nvSpPr>
        <p:spPr bwMode="auto">
          <a:xfrm>
            <a:off x="1219200" y="1167825"/>
            <a:ext cx="99059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3200" b="1" spc="-50" dirty="0">
                <a:solidFill>
                  <a:srgbClr val="004200"/>
                </a:solidFill>
                <a:latin typeface="Arial"/>
                <a:cs typeface="Arial"/>
              </a:rPr>
              <a:t>Example:  Convert the following array to a heap</a:t>
            </a:r>
          </a:p>
        </p:txBody>
      </p:sp>
      <p:grpSp>
        <p:nvGrpSpPr>
          <p:cNvPr id="25603" name="Group 12">
            <a:extLst>
              <a:ext uri="{FF2B5EF4-FFF2-40B4-BE49-F238E27FC236}">
                <a16:creationId xmlns:a16="http://schemas.microsoft.com/office/drawing/2014/main" id="{98B2F4CC-5B38-D751-7B00-39EDF03B4996}"/>
              </a:ext>
            </a:extLst>
          </p:cNvPr>
          <p:cNvGrpSpPr>
            <a:grpSpLocks/>
          </p:cNvGrpSpPr>
          <p:nvPr/>
        </p:nvGrpSpPr>
        <p:grpSpPr bwMode="auto">
          <a:xfrm>
            <a:off x="3265488" y="1931989"/>
            <a:ext cx="3460750" cy="369887"/>
            <a:chOff x="561" y="657"/>
            <a:chExt cx="2180" cy="233"/>
          </a:xfrm>
        </p:grpSpPr>
        <p:sp>
          <p:nvSpPr>
            <p:cNvPr id="25622" name="Text Box 4">
              <a:extLst>
                <a:ext uri="{FF2B5EF4-FFF2-40B4-BE49-F238E27FC236}">
                  <a16:creationId xmlns:a16="http://schemas.microsoft.com/office/drawing/2014/main" id="{937ECF31-C63E-AA32-0118-31A2C68C6513}"/>
                </a:ext>
              </a:extLst>
            </p:cNvPr>
            <p:cNvSpPr txBox="1">
              <a:spLocks noChangeArrowheads="1"/>
            </p:cNvSpPr>
            <p:nvPr/>
          </p:nvSpPr>
          <p:spPr bwMode="auto">
            <a:xfrm>
              <a:off x="561" y="657"/>
              <a:ext cx="404" cy="23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a:latin typeface="Century Schoolbook" panose="02040604050505020304" pitchFamily="18" charset="0"/>
                </a:rPr>
                <a:t>16</a:t>
              </a:r>
              <a:endParaRPr lang="en-CA" altLang="en-US">
                <a:latin typeface="Century Schoolbook" panose="02040604050505020304" pitchFamily="18" charset="0"/>
              </a:endParaRPr>
            </a:p>
          </p:txBody>
        </p:sp>
        <p:sp>
          <p:nvSpPr>
            <p:cNvPr id="25623" name="Text Box 5">
              <a:extLst>
                <a:ext uri="{FF2B5EF4-FFF2-40B4-BE49-F238E27FC236}">
                  <a16:creationId xmlns:a16="http://schemas.microsoft.com/office/drawing/2014/main" id="{77305EFA-99A7-7D7B-A731-EF40E0A1427A}"/>
                </a:ext>
              </a:extLst>
            </p:cNvPr>
            <p:cNvSpPr txBox="1">
              <a:spLocks noChangeArrowheads="1"/>
            </p:cNvSpPr>
            <p:nvPr/>
          </p:nvSpPr>
          <p:spPr bwMode="auto">
            <a:xfrm>
              <a:off x="961" y="657"/>
              <a:ext cx="356" cy="23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a:latin typeface="Century Schoolbook" panose="02040604050505020304" pitchFamily="18" charset="0"/>
                </a:rPr>
                <a:t>4</a:t>
              </a:r>
              <a:endParaRPr lang="en-CA" altLang="en-US">
                <a:latin typeface="Century Schoolbook" panose="02040604050505020304" pitchFamily="18" charset="0"/>
              </a:endParaRPr>
            </a:p>
          </p:txBody>
        </p:sp>
        <p:sp>
          <p:nvSpPr>
            <p:cNvPr id="25624" name="Text Box 6">
              <a:extLst>
                <a:ext uri="{FF2B5EF4-FFF2-40B4-BE49-F238E27FC236}">
                  <a16:creationId xmlns:a16="http://schemas.microsoft.com/office/drawing/2014/main" id="{64D362A2-A773-3137-537A-7873872194DC}"/>
                </a:ext>
              </a:extLst>
            </p:cNvPr>
            <p:cNvSpPr txBox="1">
              <a:spLocks noChangeArrowheads="1"/>
            </p:cNvSpPr>
            <p:nvPr/>
          </p:nvSpPr>
          <p:spPr bwMode="auto">
            <a:xfrm>
              <a:off x="1321" y="657"/>
              <a:ext cx="356" cy="23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a:latin typeface="Century Schoolbook" panose="02040604050505020304" pitchFamily="18" charset="0"/>
                </a:rPr>
                <a:t>7</a:t>
              </a:r>
              <a:endParaRPr lang="en-CA" altLang="en-US">
                <a:latin typeface="Century Schoolbook" panose="02040604050505020304" pitchFamily="18" charset="0"/>
              </a:endParaRPr>
            </a:p>
          </p:txBody>
        </p:sp>
        <p:sp>
          <p:nvSpPr>
            <p:cNvPr id="25625" name="Text Box 7">
              <a:extLst>
                <a:ext uri="{FF2B5EF4-FFF2-40B4-BE49-F238E27FC236}">
                  <a16:creationId xmlns:a16="http://schemas.microsoft.com/office/drawing/2014/main" id="{D3E6DF45-0865-2F65-3A34-27CB23EA049D}"/>
                </a:ext>
              </a:extLst>
            </p:cNvPr>
            <p:cNvSpPr txBox="1">
              <a:spLocks noChangeArrowheads="1"/>
            </p:cNvSpPr>
            <p:nvPr/>
          </p:nvSpPr>
          <p:spPr bwMode="auto">
            <a:xfrm>
              <a:off x="1673" y="657"/>
              <a:ext cx="356" cy="23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a:latin typeface="Century Schoolbook" panose="02040604050505020304" pitchFamily="18" charset="0"/>
                </a:rPr>
                <a:t>1</a:t>
              </a:r>
              <a:endParaRPr lang="en-CA" altLang="en-US">
                <a:latin typeface="Century Schoolbook" panose="02040604050505020304" pitchFamily="18" charset="0"/>
              </a:endParaRPr>
            </a:p>
          </p:txBody>
        </p:sp>
        <p:sp>
          <p:nvSpPr>
            <p:cNvPr id="25626" name="Text Box 8">
              <a:extLst>
                <a:ext uri="{FF2B5EF4-FFF2-40B4-BE49-F238E27FC236}">
                  <a16:creationId xmlns:a16="http://schemas.microsoft.com/office/drawing/2014/main" id="{AED59FB2-9F4C-AC30-6F06-19D4013F73D5}"/>
                </a:ext>
              </a:extLst>
            </p:cNvPr>
            <p:cNvSpPr txBox="1">
              <a:spLocks noChangeArrowheads="1"/>
            </p:cNvSpPr>
            <p:nvPr/>
          </p:nvSpPr>
          <p:spPr bwMode="auto">
            <a:xfrm>
              <a:off x="2033" y="657"/>
              <a:ext cx="356" cy="23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a:latin typeface="Century Schoolbook" panose="02040604050505020304" pitchFamily="18" charset="0"/>
                </a:rPr>
                <a:t>12</a:t>
              </a:r>
              <a:endParaRPr lang="en-CA" altLang="en-US">
                <a:latin typeface="Century Schoolbook" panose="02040604050505020304" pitchFamily="18" charset="0"/>
              </a:endParaRPr>
            </a:p>
          </p:txBody>
        </p:sp>
        <p:sp>
          <p:nvSpPr>
            <p:cNvPr id="25627" name="Text Box 9">
              <a:extLst>
                <a:ext uri="{FF2B5EF4-FFF2-40B4-BE49-F238E27FC236}">
                  <a16:creationId xmlns:a16="http://schemas.microsoft.com/office/drawing/2014/main" id="{331D82E5-1017-0523-8AF6-E154BE0F8306}"/>
                </a:ext>
              </a:extLst>
            </p:cNvPr>
            <p:cNvSpPr txBox="1">
              <a:spLocks noChangeArrowheads="1"/>
            </p:cNvSpPr>
            <p:nvPr/>
          </p:nvSpPr>
          <p:spPr bwMode="auto">
            <a:xfrm>
              <a:off x="2385" y="657"/>
              <a:ext cx="356" cy="23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a:latin typeface="Century Schoolbook" panose="02040604050505020304" pitchFamily="18" charset="0"/>
                </a:rPr>
                <a:t>19</a:t>
              </a:r>
              <a:endParaRPr lang="en-CA" altLang="en-US">
                <a:latin typeface="Century Schoolbook" panose="02040604050505020304" pitchFamily="18" charset="0"/>
              </a:endParaRPr>
            </a:p>
          </p:txBody>
        </p:sp>
      </p:grpSp>
      <p:sp>
        <p:nvSpPr>
          <p:cNvPr id="25604" name="Text Box 46">
            <a:extLst>
              <a:ext uri="{FF2B5EF4-FFF2-40B4-BE49-F238E27FC236}">
                <a16:creationId xmlns:a16="http://schemas.microsoft.com/office/drawing/2014/main" id="{06B03400-3A6D-722E-DFC4-E5B79CD0088C}"/>
              </a:ext>
            </a:extLst>
          </p:cNvPr>
          <p:cNvSpPr txBox="1">
            <a:spLocks noChangeArrowheads="1"/>
          </p:cNvSpPr>
          <p:nvPr/>
        </p:nvSpPr>
        <p:spPr bwMode="auto">
          <a:xfrm>
            <a:off x="1981201" y="2438400"/>
            <a:ext cx="8531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dirty="0">
                <a:latin typeface="Century Schoolbook" panose="02040604050505020304" pitchFamily="18" charset="0"/>
              </a:rPr>
              <a:t>Picture </a:t>
            </a:r>
            <a:r>
              <a:rPr lang="en-US" altLang="en-US" b="1" dirty="0">
                <a:latin typeface="Century Schoolbook" panose="02040604050505020304" pitchFamily="18" charset="0"/>
              </a:rPr>
              <a:t>the array as a complete binary tree:</a:t>
            </a:r>
          </a:p>
        </p:txBody>
      </p:sp>
      <p:sp>
        <p:nvSpPr>
          <p:cNvPr id="25605" name="Oval 4">
            <a:extLst>
              <a:ext uri="{FF2B5EF4-FFF2-40B4-BE49-F238E27FC236}">
                <a16:creationId xmlns:a16="http://schemas.microsoft.com/office/drawing/2014/main" id="{EFF2AC86-007A-D14C-CE5A-9721F4588A4B}"/>
              </a:ext>
            </a:extLst>
          </p:cNvPr>
          <p:cNvSpPr>
            <a:spLocks noChangeArrowheads="1"/>
          </p:cNvSpPr>
          <p:nvPr/>
        </p:nvSpPr>
        <p:spPr bwMode="auto">
          <a:xfrm>
            <a:off x="5029200" y="2971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5606" name="Text Box 6">
            <a:extLst>
              <a:ext uri="{FF2B5EF4-FFF2-40B4-BE49-F238E27FC236}">
                <a16:creationId xmlns:a16="http://schemas.microsoft.com/office/drawing/2014/main" id="{6FF35D85-A447-88EB-3FB8-666B1DBB9B6C}"/>
              </a:ext>
            </a:extLst>
          </p:cNvPr>
          <p:cNvSpPr txBox="1">
            <a:spLocks noChangeArrowheads="1"/>
          </p:cNvSpPr>
          <p:nvPr/>
        </p:nvSpPr>
        <p:spPr bwMode="auto">
          <a:xfrm>
            <a:off x="5089525" y="3008313"/>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25607" name="Oval 7">
            <a:extLst>
              <a:ext uri="{FF2B5EF4-FFF2-40B4-BE49-F238E27FC236}">
                <a16:creationId xmlns:a16="http://schemas.microsoft.com/office/drawing/2014/main" id="{B4F378A5-1EE7-B877-B029-6D0E3EC6F82B}"/>
              </a:ext>
            </a:extLst>
          </p:cNvPr>
          <p:cNvSpPr>
            <a:spLocks noChangeArrowheads="1"/>
          </p:cNvSpPr>
          <p:nvPr/>
        </p:nvSpPr>
        <p:spPr bwMode="auto">
          <a:xfrm>
            <a:off x="4267200" y="38862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5608" name="Text Box 8">
            <a:extLst>
              <a:ext uri="{FF2B5EF4-FFF2-40B4-BE49-F238E27FC236}">
                <a16:creationId xmlns:a16="http://schemas.microsoft.com/office/drawing/2014/main" id="{B3A4C759-74FE-E9A7-83A4-E5E9FAFEB7D3}"/>
              </a:ext>
            </a:extLst>
          </p:cNvPr>
          <p:cNvSpPr txBox="1">
            <a:spLocks noChangeArrowheads="1"/>
          </p:cNvSpPr>
          <p:nvPr/>
        </p:nvSpPr>
        <p:spPr bwMode="auto">
          <a:xfrm>
            <a:off x="4343400" y="39624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25609" name="Oval 9">
            <a:extLst>
              <a:ext uri="{FF2B5EF4-FFF2-40B4-BE49-F238E27FC236}">
                <a16:creationId xmlns:a16="http://schemas.microsoft.com/office/drawing/2014/main" id="{43441CAE-0C5E-02AB-B92A-D91599D32F99}"/>
              </a:ext>
            </a:extLst>
          </p:cNvPr>
          <p:cNvSpPr>
            <a:spLocks noChangeArrowheads="1"/>
          </p:cNvSpPr>
          <p:nvPr/>
        </p:nvSpPr>
        <p:spPr bwMode="auto">
          <a:xfrm>
            <a:off x="5867400" y="38862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5610" name="Text Box 10">
            <a:extLst>
              <a:ext uri="{FF2B5EF4-FFF2-40B4-BE49-F238E27FC236}">
                <a16:creationId xmlns:a16="http://schemas.microsoft.com/office/drawing/2014/main" id="{22742BE2-B82D-4797-6E96-00BC7708C6D6}"/>
              </a:ext>
            </a:extLst>
          </p:cNvPr>
          <p:cNvSpPr txBox="1">
            <a:spLocks noChangeArrowheads="1"/>
          </p:cNvSpPr>
          <p:nvPr/>
        </p:nvSpPr>
        <p:spPr bwMode="auto">
          <a:xfrm>
            <a:off x="5943600" y="39624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25611" name="Oval 11">
            <a:extLst>
              <a:ext uri="{FF2B5EF4-FFF2-40B4-BE49-F238E27FC236}">
                <a16:creationId xmlns:a16="http://schemas.microsoft.com/office/drawing/2014/main" id="{6182D4D4-2D05-BC19-8FA6-1E207992E7EF}"/>
              </a:ext>
            </a:extLst>
          </p:cNvPr>
          <p:cNvSpPr>
            <a:spLocks noChangeArrowheads="1"/>
          </p:cNvSpPr>
          <p:nvPr/>
        </p:nvSpPr>
        <p:spPr bwMode="auto">
          <a:xfrm>
            <a:off x="4724400" y="50292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5612" name="Text Box 12">
            <a:extLst>
              <a:ext uri="{FF2B5EF4-FFF2-40B4-BE49-F238E27FC236}">
                <a16:creationId xmlns:a16="http://schemas.microsoft.com/office/drawing/2014/main" id="{8050AED4-2CF8-7125-651E-E8D20A7EDA33}"/>
              </a:ext>
            </a:extLst>
          </p:cNvPr>
          <p:cNvSpPr txBox="1">
            <a:spLocks noChangeArrowheads="1"/>
          </p:cNvSpPr>
          <p:nvPr/>
        </p:nvSpPr>
        <p:spPr bwMode="auto">
          <a:xfrm>
            <a:off x="4800600" y="51054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25613" name="Oval 13">
            <a:extLst>
              <a:ext uri="{FF2B5EF4-FFF2-40B4-BE49-F238E27FC236}">
                <a16:creationId xmlns:a16="http://schemas.microsoft.com/office/drawing/2014/main" id="{840F0FB9-0A96-D064-C711-A32055EC6230}"/>
              </a:ext>
            </a:extLst>
          </p:cNvPr>
          <p:cNvSpPr>
            <a:spLocks noChangeArrowheads="1"/>
          </p:cNvSpPr>
          <p:nvPr/>
        </p:nvSpPr>
        <p:spPr bwMode="auto">
          <a:xfrm>
            <a:off x="3581400" y="51054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5614" name="Text Box 14">
            <a:extLst>
              <a:ext uri="{FF2B5EF4-FFF2-40B4-BE49-F238E27FC236}">
                <a16:creationId xmlns:a16="http://schemas.microsoft.com/office/drawing/2014/main" id="{1AE46716-258D-95F0-4EE6-E77E6BEC83D5}"/>
              </a:ext>
            </a:extLst>
          </p:cNvPr>
          <p:cNvSpPr txBox="1">
            <a:spLocks noChangeArrowheads="1"/>
          </p:cNvSpPr>
          <p:nvPr/>
        </p:nvSpPr>
        <p:spPr bwMode="auto">
          <a:xfrm>
            <a:off x="3733800" y="51816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25615" name="Oval 15">
            <a:extLst>
              <a:ext uri="{FF2B5EF4-FFF2-40B4-BE49-F238E27FC236}">
                <a16:creationId xmlns:a16="http://schemas.microsoft.com/office/drawing/2014/main" id="{AA523381-DD31-0692-ABED-F079BE550A58}"/>
              </a:ext>
            </a:extLst>
          </p:cNvPr>
          <p:cNvSpPr>
            <a:spLocks noChangeArrowheads="1"/>
          </p:cNvSpPr>
          <p:nvPr/>
        </p:nvSpPr>
        <p:spPr bwMode="auto">
          <a:xfrm>
            <a:off x="5486400" y="50292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5616" name="Text Box 16">
            <a:extLst>
              <a:ext uri="{FF2B5EF4-FFF2-40B4-BE49-F238E27FC236}">
                <a16:creationId xmlns:a16="http://schemas.microsoft.com/office/drawing/2014/main" id="{41CCF502-6772-8270-E60F-5979FCF8050B}"/>
              </a:ext>
            </a:extLst>
          </p:cNvPr>
          <p:cNvSpPr txBox="1">
            <a:spLocks noChangeArrowheads="1"/>
          </p:cNvSpPr>
          <p:nvPr/>
        </p:nvSpPr>
        <p:spPr bwMode="auto">
          <a:xfrm>
            <a:off x="5562600" y="51054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25617" name="Line 17">
            <a:extLst>
              <a:ext uri="{FF2B5EF4-FFF2-40B4-BE49-F238E27FC236}">
                <a16:creationId xmlns:a16="http://schemas.microsoft.com/office/drawing/2014/main" id="{BF9CF72A-DF92-1E0D-5F1B-6D0F369A2769}"/>
              </a:ext>
            </a:extLst>
          </p:cNvPr>
          <p:cNvSpPr>
            <a:spLocks noChangeShapeType="1"/>
          </p:cNvSpPr>
          <p:nvPr/>
        </p:nvSpPr>
        <p:spPr bwMode="auto">
          <a:xfrm flipH="1">
            <a:off x="4724400" y="34290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8" name="Line 18">
            <a:extLst>
              <a:ext uri="{FF2B5EF4-FFF2-40B4-BE49-F238E27FC236}">
                <a16:creationId xmlns:a16="http://schemas.microsoft.com/office/drawing/2014/main" id="{261D8777-4343-DA90-8019-F0D5DFD371F7}"/>
              </a:ext>
            </a:extLst>
          </p:cNvPr>
          <p:cNvSpPr>
            <a:spLocks noChangeShapeType="1"/>
          </p:cNvSpPr>
          <p:nvPr/>
        </p:nvSpPr>
        <p:spPr bwMode="auto">
          <a:xfrm flipH="1">
            <a:off x="3962400" y="44196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9" name="Line 19">
            <a:extLst>
              <a:ext uri="{FF2B5EF4-FFF2-40B4-BE49-F238E27FC236}">
                <a16:creationId xmlns:a16="http://schemas.microsoft.com/office/drawing/2014/main" id="{F5554B9B-B66B-1D4D-A71F-61AB107A53E2}"/>
              </a:ext>
            </a:extLst>
          </p:cNvPr>
          <p:cNvSpPr>
            <a:spLocks noChangeShapeType="1"/>
          </p:cNvSpPr>
          <p:nvPr/>
        </p:nvSpPr>
        <p:spPr bwMode="auto">
          <a:xfrm>
            <a:off x="4724400" y="4419600"/>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0" name="Line 20">
            <a:extLst>
              <a:ext uri="{FF2B5EF4-FFF2-40B4-BE49-F238E27FC236}">
                <a16:creationId xmlns:a16="http://schemas.microsoft.com/office/drawing/2014/main" id="{C7BCAF76-546E-4DD1-3C1E-157C23750F60}"/>
              </a:ext>
            </a:extLst>
          </p:cNvPr>
          <p:cNvSpPr>
            <a:spLocks noChangeShapeType="1"/>
          </p:cNvSpPr>
          <p:nvPr/>
        </p:nvSpPr>
        <p:spPr bwMode="auto">
          <a:xfrm>
            <a:off x="5562600" y="34290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1" name="Line 21">
            <a:extLst>
              <a:ext uri="{FF2B5EF4-FFF2-40B4-BE49-F238E27FC236}">
                <a16:creationId xmlns:a16="http://schemas.microsoft.com/office/drawing/2014/main" id="{B677B972-5510-CC1D-CD4E-596621577C22}"/>
              </a:ext>
            </a:extLst>
          </p:cNvPr>
          <p:cNvSpPr>
            <a:spLocks noChangeShapeType="1"/>
          </p:cNvSpPr>
          <p:nvPr/>
        </p:nvSpPr>
        <p:spPr bwMode="auto">
          <a:xfrm flipH="1">
            <a:off x="5791200" y="4419600"/>
            <a:ext cx="304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Arrow Connector 21">
            <a:extLst>
              <a:ext uri="{FF2B5EF4-FFF2-40B4-BE49-F238E27FC236}">
                <a16:creationId xmlns:a16="http://schemas.microsoft.com/office/drawing/2014/main" id="{34648198-BA28-B8D2-8B6C-7DD1E1143383}"/>
              </a:ext>
            </a:extLst>
          </p:cNvPr>
          <p:cNvCxnSpPr/>
          <p:nvPr/>
        </p:nvCxnSpPr>
        <p:spPr>
          <a:xfrm>
            <a:off x="5105400" y="1371600"/>
            <a:ext cx="1371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627" name="Oval 4">
            <a:extLst>
              <a:ext uri="{FF2B5EF4-FFF2-40B4-BE49-F238E27FC236}">
                <a16:creationId xmlns:a16="http://schemas.microsoft.com/office/drawing/2014/main" id="{79A54E44-E2AC-FD48-357F-C6AC3A60B3D0}"/>
              </a:ext>
            </a:extLst>
          </p:cNvPr>
          <p:cNvSpPr>
            <a:spLocks noChangeArrowheads="1"/>
          </p:cNvSpPr>
          <p:nvPr/>
        </p:nvSpPr>
        <p:spPr bwMode="auto">
          <a:xfrm>
            <a:off x="3124200" y="5334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28" name="Text Box 6">
            <a:extLst>
              <a:ext uri="{FF2B5EF4-FFF2-40B4-BE49-F238E27FC236}">
                <a16:creationId xmlns:a16="http://schemas.microsoft.com/office/drawing/2014/main" id="{053E2A68-79B0-F582-2045-C63C57FEC2E8}"/>
              </a:ext>
            </a:extLst>
          </p:cNvPr>
          <p:cNvSpPr txBox="1">
            <a:spLocks noChangeArrowheads="1"/>
          </p:cNvSpPr>
          <p:nvPr/>
        </p:nvSpPr>
        <p:spPr bwMode="auto">
          <a:xfrm>
            <a:off x="3184525" y="569913"/>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26629" name="Oval 7">
            <a:extLst>
              <a:ext uri="{FF2B5EF4-FFF2-40B4-BE49-F238E27FC236}">
                <a16:creationId xmlns:a16="http://schemas.microsoft.com/office/drawing/2014/main" id="{7D547B10-21D6-8695-7105-86185BDAAEDC}"/>
              </a:ext>
            </a:extLst>
          </p:cNvPr>
          <p:cNvSpPr>
            <a:spLocks noChangeArrowheads="1"/>
          </p:cNvSpPr>
          <p:nvPr/>
        </p:nvSpPr>
        <p:spPr bwMode="auto">
          <a:xfrm>
            <a:off x="2362200" y="1447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30" name="Text Box 8">
            <a:extLst>
              <a:ext uri="{FF2B5EF4-FFF2-40B4-BE49-F238E27FC236}">
                <a16:creationId xmlns:a16="http://schemas.microsoft.com/office/drawing/2014/main" id="{2C7EA349-7E8F-2955-5A1F-743702043BB7}"/>
              </a:ext>
            </a:extLst>
          </p:cNvPr>
          <p:cNvSpPr txBox="1">
            <a:spLocks noChangeArrowheads="1"/>
          </p:cNvSpPr>
          <p:nvPr/>
        </p:nvSpPr>
        <p:spPr bwMode="auto">
          <a:xfrm>
            <a:off x="2438400" y="15240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26631" name="Oval 9">
            <a:extLst>
              <a:ext uri="{FF2B5EF4-FFF2-40B4-BE49-F238E27FC236}">
                <a16:creationId xmlns:a16="http://schemas.microsoft.com/office/drawing/2014/main" id="{130A97C7-D061-B363-551C-41EDDCDFEA14}"/>
              </a:ext>
            </a:extLst>
          </p:cNvPr>
          <p:cNvSpPr>
            <a:spLocks noChangeArrowheads="1"/>
          </p:cNvSpPr>
          <p:nvPr/>
        </p:nvSpPr>
        <p:spPr bwMode="auto">
          <a:xfrm>
            <a:off x="3962400" y="1447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32" name="Text Box 10">
            <a:extLst>
              <a:ext uri="{FF2B5EF4-FFF2-40B4-BE49-F238E27FC236}">
                <a16:creationId xmlns:a16="http://schemas.microsoft.com/office/drawing/2014/main" id="{741BA6AC-B3F9-F4F7-4471-24EB99EC395F}"/>
              </a:ext>
            </a:extLst>
          </p:cNvPr>
          <p:cNvSpPr txBox="1">
            <a:spLocks noChangeArrowheads="1"/>
          </p:cNvSpPr>
          <p:nvPr/>
        </p:nvSpPr>
        <p:spPr bwMode="auto">
          <a:xfrm>
            <a:off x="4038600" y="15240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26633" name="Oval 11">
            <a:extLst>
              <a:ext uri="{FF2B5EF4-FFF2-40B4-BE49-F238E27FC236}">
                <a16:creationId xmlns:a16="http://schemas.microsoft.com/office/drawing/2014/main" id="{2FE0A727-344D-0F6E-A43F-3CF2C837BF5D}"/>
              </a:ext>
            </a:extLst>
          </p:cNvPr>
          <p:cNvSpPr>
            <a:spLocks noChangeArrowheads="1"/>
          </p:cNvSpPr>
          <p:nvPr/>
        </p:nvSpPr>
        <p:spPr bwMode="auto">
          <a:xfrm>
            <a:off x="2819400" y="2590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34" name="Text Box 12">
            <a:extLst>
              <a:ext uri="{FF2B5EF4-FFF2-40B4-BE49-F238E27FC236}">
                <a16:creationId xmlns:a16="http://schemas.microsoft.com/office/drawing/2014/main" id="{88766751-2C52-C902-CA58-37D5935D5CB9}"/>
              </a:ext>
            </a:extLst>
          </p:cNvPr>
          <p:cNvSpPr txBox="1">
            <a:spLocks noChangeArrowheads="1"/>
          </p:cNvSpPr>
          <p:nvPr/>
        </p:nvSpPr>
        <p:spPr bwMode="auto">
          <a:xfrm>
            <a:off x="2895600" y="26670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26635" name="Oval 13">
            <a:extLst>
              <a:ext uri="{FF2B5EF4-FFF2-40B4-BE49-F238E27FC236}">
                <a16:creationId xmlns:a16="http://schemas.microsoft.com/office/drawing/2014/main" id="{91DF4E09-258C-47D7-B404-D37CAE215086}"/>
              </a:ext>
            </a:extLst>
          </p:cNvPr>
          <p:cNvSpPr>
            <a:spLocks noChangeArrowheads="1"/>
          </p:cNvSpPr>
          <p:nvPr/>
        </p:nvSpPr>
        <p:spPr bwMode="auto">
          <a:xfrm>
            <a:off x="1676400" y="26670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36" name="Text Box 14">
            <a:extLst>
              <a:ext uri="{FF2B5EF4-FFF2-40B4-BE49-F238E27FC236}">
                <a16:creationId xmlns:a16="http://schemas.microsoft.com/office/drawing/2014/main" id="{3C8DB1C8-9745-39C2-C3D2-B8BE5C61FFA2}"/>
              </a:ext>
            </a:extLst>
          </p:cNvPr>
          <p:cNvSpPr txBox="1">
            <a:spLocks noChangeArrowheads="1"/>
          </p:cNvSpPr>
          <p:nvPr/>
        </p:nvSpPr>
        <p:spPr bwMode="auto">
          <a:xfrm>
            <a:off x="1828800" y="27432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26637" name="Oval 15">
            <a:extLst>
              <a:ext uri="{FF2B5EF4-FFF2-40B4-BE49-F238E27FC236}">
                <a16:creationId xmlns:a16="http://schemas.microsoft.com/office/drawing/2014/main" id="{C5A5880C-E81A-4BF3-10BA-F891C01B326C}"/>
              </a:ext>
            </a:extLst>
          </p:cNvPr>
          <p:cNvSpPr>
            <a:spLocks noChangeArrowheads="1"/>
          </p:cNvSpPr>
          <p:nvPr/>
        </p:nvSpPr>
        <p:spPr bwMode="auto">
          <a:xfrm>
            <a:off x="3581400" y="2590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38" name="Text Box 16">
            <a:extLst>
              <a:ext uri="{FF2B5EF4-FFF2-40B4-BE49-F238E27FC236}">
                <a16:creationId xmlns:a16="http://schemas.microsoft.com/office/drawing/2014/main" id="{30475F1F-292B-7D45-4F44-C0F6A4307194}"/>
              </a:ext>
            </a:extLst>
          </p:cNvPr>
          <p:cNvSpPr txBox="1">
            <a:spLocks noChangeArrowheads="1"/>
          </p:cNvSpPr>
          <p:nvPr/>
        </p:nvSpPr>
        <p:spPr bwMode="auto">
          <a:xfrm>
            <a:off x="3657600" y="26670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26639" name="Line 17">
            <a:extLst>
              <a:ext uri="{FF2B5EF4-FFF2-40B4-BE49-F238E27FC236}">
                <a16:creationId xmlns:a16="http://schemas.microsoft.com/office/drawing/2014/main" id="{0DAAF2D9-4550-BF70-2AB3-EA83E5953AA4}"/>
              </a:ext>
            </a:extLst>
          </p:cNvPr>
          <p:cNvSpPr>
            <a:spLocks noChangeShapeType="1"/>
          </p:cNvSpPr>
          <p:nvPr/>
        </p:nvSpPr>
        <p:spPr bwMode="auto">
          <a:xfrm flipH="1">
            <a:off x="2819400" y="9906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0" name="Line 18">
            <a:extLst>
              <a:ext uri="{FF2B5EF4-FFF2-40B4-BE49-F238E27FC236}">
                <a16:creationId xmlns:a16="http://schemas.microsoft.com/office/drawing/2014/main" id="{C4929AD2-F44B-1EAD-CD0A-69B21C6BC97A}"/>
              </a:ext>
            </a:extLst>
          </p:cNvPr>
          <p:cNvSpPr>
            <a:spLocks noChangeShapeType="1"/>
          </p:cNvSpPr>
          <p:nvPr/>
        </p:nvSpPr>
        <p:spPr bwMode="auto">
          <a:xfrm flipH="1">
            <a:off x="2057400" y="19812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1" name="Line 19">
            <a:extLst>
              <a:ext uri="{FF2B5EF4-FFF2-40B4-BE49-F238E27FC236}">
                <a16:creationId xmlns:a16="http://schemas.microsoft.com/office/drawing/2014/main" id="{64C3C68D-F3EB-7F22-B5A1-9146AECDC5A7}"/>
              </a:ext>
            </a:extLst>
          </p:cNvPr>
          <p:cNvSpPr>
            <a:spLocks noChangeShapeType="1"/>
          </p:cNvSpPr>
          <p:nvPr/>
        </p:nvSpPr>
        <p:spPr bwMode="auto">
          <a:xfrm>
            <a:off x="2819400" y="1981200"/>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2" name="Line 20">
            <a:extLst>
              <a:ext uri="{FF2B5EF4-FFF2-40B4-BE49-F238E27FC236}">
                <a16:creationId xmlns:a16="http://schemas.microsoft.com/office/drawing/2014/main" id="{8A3FFC71-3FEE-E66D-2964-B72FE7618D05}"/>
              </a:ext>
            </a:extLst>
          </p:cNvPr>
          <p:cNvSpPr>
            <a:spLocks noChangeShapeType="1"/>
          </p:cNvSpPr>
          <p:nvPr/>
        </p:nvSpPr>
        <p:spPr bwMode="auto">
          <a:xfrm>
            <a:off x="3657600" y="9906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3" name="Line 21">
            <a:extLst>
              <a:ext uri="{FF2B5EF4-FFF2-40B4-BE49-F238E27FC236}">
                <a16:creationId xmlns:a16="http://schemas.microsoft.com/office/drawing/2014/main" id="{6D3EF480-9C05-24DB-DB1A-6F46BCB96E34}"/>
              </a:ext>
            </a:extLst>
          </p:cNvPr>
          <p:cNvSpPr>
            <a:spLocks noChangeShapeType="1"/>
          </p:cNvSpPr>
          <p:nvPr/>
        </p:nvSpPr>
        <p:spPr bwMode="auto">
          <a:xfrm flipH="1">
            <a:off x="3886200" y="1981200"/>
            <a:ext cx="304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4" name="Oval 4">
            <a:extLst>
              <a:ext uri="{FF2B5EF4-FFF2-40B4-BE49-F238E27FC236}">
                <a16:creationId xmlns:a16="http://schemas.microsoft.com/office/drawing/2014/main" id="{8994048D-3D84-1B06-49CD-08DF193A1AE8}"/>
              </a:ext>
            </a:extLst>
          </p:cNvPr>
          <p:cNvSpPr>
            <a:spLocks noChangeArrowheads="1"/>
          </p:cNvSpPr>
          <p:nvPr/>
        </p:nvSpPr>
        <p:spPr bwMode="auto">
          <a:xfrm>
            <a:off x="8153400" y="4572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45" name="Text Box 6">
            <a:extLst>
              <a:ext uri="{FF2B5EF4-FFF2-40B4-BE49-F238E27FC236}">
                <a16:creationId xmlns:a16="http://schemas.microsoft.com/office/drawing/2014/main" id="{1F59F788-93A7-0F9D-1E0A-82CFE3D779DD}"/>
              </a:ext>
            </a:extLst>
          </p:cNvPr>
          <p:cNvSpPr txBox="1">
            <a:spLocks noChangeArrowheads="1"/>
          </p:cNvSpPr>
          <p:nvPr/>
        </p:nvSpPr>
        <p:spPr bwMode="auto">
          <a:xfrm>
            <a:off x="8213725" y="493713"/>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26646" name="Oval 7">
            <a:extLst>
              <a:ext uri="{FF2B5EF4-FFF2-40B4-BE49-F238E27FC236}">
                <a16:creationId xmlns:a16="http://schemas.microsoft.com/office/drawing/2014/main" id="{54D092A2-5A5B-FA75-FF51-57D2BDC97EAD}"/>
              </a:ext>
            </a:extLst>
          </p:cNvPr>
          <p:cNvSpPr>
            <a:spLocks noChangeArrowheads="1"/>
          </p:cNvSpPr>
          <p:nvPr/>
        </p:nvSpPr>
        <p:spPr bwMode="auto">
          <a:xfrm>
            <a:off x="7391400" y="1371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47" name="Text Box 8">
            <a:extLst>
              <a:ext uri="{FF2B5EF4-FFF2-40B4-BE49-F238E27FC236}">
                <a16:creationId xmlns:a16="http://schemas.microsoft.com/office/drawing/2014/main" id="{FC24367A-37A5-A979-F939-47DD1309C214}"/>
              </a:ext>
            </a:extLst>
          </p:cNvPr>
          <p:cNvSpPr txBox="1">
            <a:spLocks noChangeArrowheads="1"/>
          </p:cNvSpPr>
          <p:nvPr/>
        </p:nvSpPr>
        <p:spPr bwMode="auto">
          <a:xfrm>
            <a:off x="7467600" y="14478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26648" name="Oval 9">
            <a:extLst>
              <a:ext uri="{FF2B5EF4-FFF2-40B4-BE49-F238E27FC236}">
                <a16:creationId xmlns:a16="http://schemas.microsoft.com/office/drawing/2014/main" id="{5C5DE8B1-70F3-26C7-F033-137CD69843CC}"/>
              </a:ext>
            </a:extLst>
          </p:cNvPr>
          <p:cNvSpPr>
            <a:spLocks noChangeArrowheads="1"/>
          </p:cNvSpPr>
          <p:nvPr/>
        </p:nvSpPr>
        <p:spPr bwMode="auto">
          <a:xfrm>
            <a:off x="8991600" y="1371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49" name="Text Box 10">
            <a:extLst>
              <a:ext uri="{FF2B5EF4-FFF2-40B4-BE49-F238E27FC236}">
                <a16:creationId xmlns:a16="http://schemas.microsoft.com/office/drawing/2014/main" id="{D38DA140-5353-13D0-8827-C3AF97EC861B}"/>
              </a:ext>
            </a:extLst>
          </p:cNvPr>
          <p:cNvSpPr txBox="1">
            <a:spLocks noChangeArrowheads="1"/>
          </p:cNvSpPr>
          <p:nvPr/>
        </p:nvSpPr>
        <p:spPr bwMode="auto">
          <a:xfrm>
            <a:off x="9067800" y="14478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26650" name="Oval 11">
            <a:extLst>
              <a:ext uri="{FF2B5EF4-FFF2-40B4-BE49-F238E27FC236}">
                <a16:creationId xmlns:a16="http://schemas.microsoft.com/office/drawing/2014/main" id="{8233B6C3-587D-D1DC-B5AB-CA3EACCD9C9F}"/>
              </a:ext>
            </a:extLst>
          </p:cNvPr>
          <p:cNvSpPr>
            <a:spLocks noChangeArrowheads="1"/>
          </p:cNvSpPr>
          <p:nvPr/>
        </p:nvSpPr>
        <p:spPr bwMode="auto">
          <a:xfrm>
            <a:off x="7848600" y="2514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51" name="Text Box 12">
            <a:extLst>
              <a:ext uri="{FF2B5EF4-FFF2-40B4-BE49-F238E27FC236}">
                <a16:creationId xmlns:a16="http://schemas.microsoft.com/office/drawing/2014/main" id="{946BC647-8487-A31C-328C-EEFA2E813C27}"/>
              </a:ext>
            </a:extLst>
          </p:cNvPr>
          <p:cNvSpPr txBox="1">
            <a:spLocks noChangeArrowheads="1"/>
          </p:cNvSpPr>
          <p:nvPr/>
        </p:nvSpPr>
        <p:spPr bwMode="auto">
          <a:xfrm>
            <a:off x="7924800" y="25908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26652" name="Oval 13">
            <a:extLst>
              <a:ext uri="{FF2B5EF4-FFF2-40B4-BE49-F238E27FC236}">
                <a16:creationId xmlns:a16="http://schemas.microsoft.com/office/drawing/2014/main" id="{267E43C5-3728-D583-2FA8-715452A4374C}"/>
              </a:ext>
            </a:extLst>
          </p:cNvPr>
          <p:cNvSpPr>
            <a:spLocks noChangeArrowheads="1"/>
          </p:cNvSpPr>
          <p:nvPr/>
        </p:nvSpPr>
        <p:spPr bwMode="auto">
          <a:xfrm>
            <a:off x="6705600" y="2590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53" name="Text Box 14">
            <a:extLst>
              <a:ext uri="{FF2B5EF4-FFF2-40B4-BE49-F238E27FC236}">
                <a16:creationId xmlns:a16="http://schemas.microsoft.com/office/drawing/2014/main" id="{233F49B4-466A-485E-5555-D29676397A8A}"/>
              </a:ext>
            </a:extLst>
          </p:cNvPr>
          <p:cNvSpPr txBox="1">
            <a:spLocks noChangeArrowheads="1"/>
          </p:cNvSpPr>
          <p:nvPr/>
        </p:nvSpPr>
        <p:spPr bwMode="auto">
          <a:xfrm>
            <a:off x="6858000" y="26670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26654" name="Oval 15">
            <a:extLst>
              <a:ext uri="{FF2B5EF4-FFF2-40B4-BE49-F238E27FC236}">
                <a16:creationId xmlns:a16="http://schemas.microsoft.com/office/drawing/2014/main" id="{E11A0E9E-F481-9A0D-F6CC-825DEF8DC97A}"/>
              </a:ext>
            </a:extLst>
          </p:cNvPr>
          <p:cNvSpPr>
            <a:spLocks noChangeArrowheads="1"/>
          </p:cNvSpPr>
          <p:nvPr/>
        </p:nvSpPr>
        <p:spPr bwMode="auto">
          <a:xfrm>
            <a:off x="8610600" y="2514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55" name="Text Box 16">
            <a:extLst>
              <a:ext uri="{FF2B5EF4-FFF2-40B4-BE49-F238E27FC236}">
                <a16:creationId xmlns:a16="http://schemas.microsoft.com/office/drawing/2014/main" id="{12B5EB8B-3CD3-3BF5-83B0-21324CBF2853}"/>
              </a:ext>
            </a:extLst>
          </p:cNvPr>
          <p:cNvSpPr txBox="1">
            <a:spLocks noChangeArrowheads="1"/>
          </p:cNvSpPr>
          <p:nvPr/>
        </p:nvSpPr>
        <p:spPr bwMode="auto">
          <a:xfrm>
            <a:off x="8686800" y="25908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26656" name="Line 17">
            <a:extLst>
              <a:ext uri="{FF2B5EF4-FFF2-40B4-BE49-F238E27FC236}">
                <a16:creationId xmlns:a16="http://schemas.microsoft.com/office/drawing/2014/main" id="{D9BF6A9D-FCCE-721B-C2D2-08CB86BC7D2D}"/>
              </a:ext>
            </a:extLst>
          </p:cNvPr>
          <p:cNvSpPr>
            <a:spLocks noChangeShapeType="1"/>
          </p:cNvSpPr>
          <p:nvPr/>
        </p:nvSpPr>
        <p:spPr bwMode="auto">
          <a:xfrm flipH="1">
            <a:off x="7848600" y="9144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7" name="Line 18">
            <a:extLst>
              <a:ext uri="{FF2B5EF4-FFF2-40B4-BE49-F238E27FC236}">
                <a16:creationId xmlns:a16="http://schemas.microsoft.com/office/drawing/2014/main" id="{08790AD3-1D1C-1AB1-621B-EEFEFEFF4FB2}"/>
              </a:ext>
            </a:extLst>
          </p:cNvPr>
          <p:cNvSpPr>
            <a:spLocks noChangeShapeType="1"/>
          </p:cNvSpPr>
          <p:nvPr/>
        </p:nvSpPr>
        <p:spPr bwMode="auto">
          <a:xfrm flipH="1">
            <a:off x="7086600" y="19050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8" name="Line 19">
            <a:extLst>
              <a:ext uri="{FF2B5EF4-FFF2-40B4-BE49-F238E27FC236}">
                <a16:creationId xmlns:a16="http://schemas.microsoft.com/office/drawing/2014/main" id="{B46153F7-863A-DDFF-F3B6-A4CD83DB4CCF}"/>
              </a:ext>
            </a:extLst>
          </p:cNvPr>
          <p:cNvSpPr>
            <a:spLocks noChangeShapeType="1"/>
          </p:cNvSpPr>
          <p:nvPr/>
        </p:nvSpPr>
        <p:spPr bwMode="auto">
          <a:xfrm>
            <a:off x="7848600" y="1905000"/>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9" name="Line 20">
            <a:extLst>
              <a:ext uri="{FF2B5EF4-FFF2-40B4-BE49-F238E27FC236}">
                <a16:creationId xmlns:a16="http://schemas.microsoft.com/office/drawing/2014/main" id="{D5544FF7-D024-903A-DDAB-F1A8301BDE1D}"/>
              </a:ext>
            </a:extLst>
          </p:cNvPr>
          <p:cNvSpPr>
            <a:spLocks noChangeShapeType="1"/>
          </p:cNvSpPr>
          <p:nvPr/>
        </p:nvSpPr>
        <p:spPr bwMode="auto">
          <a:xfrm>
            <a:off x="8686800" y="9144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0" name="Line 21">
            <a:extLst>
              <a:ext uri="{FF2B5EF4-FFF2-40B4-BE49-F238E27FC236}">
                <a16:creationId xmlns:a16="http://schemas.microsoft.com/office/drawing/2014/main" id="{A2A7C196-D792-A529-33B4-9DD37A89A360}"/>
              </a:ext>
            </a:extLst>
          </p:cNvPr>
          <p:cNvSpPr>
            <a:spLocks noChangeShapeType="1"/>
          </p:cNvSpPr>
          <p:nvPr/>
        </p:nvSpPr>
        <p:spPr bwMode="auto">
          <a:xfrm flipH="1">
            <a:off x="8915400" y="1905000"/>
            <a:ext cx="304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1" name="Oval 4">
            <a:extLst>
              <a:ext uri="{FF2B5EF4-FFF2-40B4-BE49-F238E27FC236}">
                <a16:creationId xmlns:a16="http://schemas.microsoft.com/office/drawing/2014/main" id="{54618B0D-8B9B-6173-9F5C-8F8A9B340E35}"/>
              </a:ext>
            </a:extLst>
          </p:cNvPr>
          <p:cNvSpPr>
            <a:spLocks noChangeArrowheads="1"/>
          </p:cNvSpPr>
          <p:nvPr/>
        </p:nvSpPr>
        <p:spPr bwMode="auto">
          <a:xfrm>
            <a:off x="3200400" y="35814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62" name="Text Box 6">
            <a:extLst>
              <a:ext uri="{FF2B5EF4-FFF2-40B4-BE49-F238E27FC236}">
                <a16:creationId xmlns:a16="http://schemas.microsoft.com/office/drawing/2014/main" id="{206CEC9C-3B3F-42FB-B1AF-239BC8AEECA8}"/>
              </a:ext>
            </a:extLst>
          </p:cNvPr>
          <p:cNvSpPr txBox="1">
            <a:spLocks noChangeArrowheads="1"/>
          </p:cNvSpPr>
          <p:nvPr/>
        </p:nvSpPr>
        <p:spPr bwMode="auto">
          <a:xfrm>
            <a:off x="3260725" y="3617913"/>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26663" name="Oval 7">
            <a:extLst>
              <a:ext uri="{FF2B5EF4-FFF2-40B4-BE49-F238E27FC236}">
                <a16:creationId xmlns:a16="http://schemas.microsoft.com/office/drawing/2014/main" id="{05B40E51-9E7A-69F0-BF1E-F4F32A38C0F1}"/>
              </a:ext>
            </a:extLst>
          </p:cNvPr>
          <p:cNvSpPr>
            <a:spLocks noChangeArrowheads="1"/>
          </p:cNvSpPr>
          <p:nvPr/>
        </p:nvSpPr>
        <p:spPr bwMode="auto">
          <a:xfrm>
            <a:off x="2438400" y="4495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64" name="Text Box 8">
            <a:extLst>
              <a:ext uri="{FF2B5EF4-FFF2-40B4-BE49-F238E27FC236}">
                <a16:creationId xmlns:a16="http://schemas.microsoft.com/office/drawing/2014/main" id="{FDE9E5B4-F310-F65A-F404-7FC5C84743A1}"/>
              </a:ext>
            </a:extLst>
          </p:cNvPr>
          <p:cNvSpPr txBox="1">
            <a:spLocks noChangeArrowheads="1"/>
          </p:cNvSpPr>
          <p:nvPr/>
        </p:nvSpPr>
        <p:spPr bwMode="auto">
          <a:xfrm>
            <a:off x="2514600" y="45720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26665" name="Oval 9">
            <a:extLst>
              <a:ext uri="{FF2B5EF4-FFF2-40B4-BE49-F238E27FC236}">
                <a16:creationId xmlns:a16="http://schemas.microsoft.com/office/drawing/2014/main" id="{DCFC0FA4-312A-619B-4802-3EC116550959}"/>
              </a:ext>
            </a:extLst>
          </p:cNvPr>
          <p:cNvSpPr>
            <a:spLocks noChangeArrowheads="1"/>
          </p:cNvSpPr>
          <p:nvPr/>
        </p:nvSpPr>
        <p:spPr bwMode="auto">
          <a:xfrm>
            <a:off x="4038600" y="4495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66" name="Text Box 10">
            <a:extLst>
              <a:ext uri="{FF2B5EF4-FFF2-40B4-BE49-F238E27FC236}">
                <a16:creationId xmlns:a16="http://schemas.microsoft.com/office/drawing/2014/main" id="{CC9077B1-8A22-009E-4ED9-99EC6AEB8641}"/>
              </a:ext>
            </a:extLst>
          </p:cNvPr>
          <p:cNvSpPr txBox="1">
            <a:spLocks noChangeArrowheads="1"/>
          </p:cNvSpPr>
          <p:nvPr/>
        </p:nvSpPr>
        <p:spPr bwMode="auto">
          <a:xfrm>
            <a:off x="4114800" y="45720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26667" name="Oval 11">
            <a:extLst>
              <a:ext uri="{FF2B5EF4-FFF2-40B4-BE49-F238E27FC236}">
                <a16:creationId xmlns:a16="http://schemas.microsoft.com/office/drawing/2014/main" id="{B361AA29-F290-EF10-B10C-A52982E013F7}"/>
              </a:ext>
            </a:extLst>
          </p:cNvPr>
          <p:cNvSpPr>
            <a:spLocks noChangeArrowheads="1"/>
          </p:cNvSpPr>
          <p:nvPr/>
        </p:nvSpPr>
        <p:spPr bwMode="auto">
          <a:xfrm>
            <a:off x="2895600" y="5638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68" name="Text Box 12">
            <a:extLst>
              <a:ext uri="{FF2B5EF4-FFF2-40B4-BE49-F238E27FC236}">
                <a16:creationId xmlns:a16="http://schemas.microsoft.com/office/drawing/2014/main" id="{5948F51C-B19D-4204-2232-B0F69243148E}"/>
              </a:ext>
            </a:extLst>
          </p:cNvPr>
          <p:cNvSpPr txBox="1">
            <a:spLocks noChangeArrowheads="1"/>
          </p:cNvSpPr>
          <p:nvPr/>
        </p:nvSpPr>
        <p:spPr bwMode="auto">
          <a:xfrm>
            <a:off x="2971800" y="57150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26669" name="Oval 13">
            <a:extLst>
              <a:ext uri="{FF2B5EF4-FFF2-40B4-BE49-F238E27FC236}">
                <a16:creationId xmlns:a16="http://schemas.microsoft.com/office/drawing/2014/main" id="{4A41B893-F3BC-0D85-E237-0287D08E0F4B}"/>
              </a:ext>
            </a:extLst>
          </p:cNvPr>
          <p:cNvSpPr>
            <a:spLocks noChangeArrowheads="1"/>
          </p:cNvSpPr>
          <p:nvPr/>
        </p:nvSpPr>
        <p:spPr bwMode="auto">
          <a:xfrm>
            <a:off x="1752600" y="57150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70" name="Text Box 14">
            <a:extLst>
              <a:ext uri="{FF2B5EF4-FFF2-40B4-BE49-F238E27FC236}">
                <a16:creationId xmlns:a16="http://schemas.microsoft.com/office/drawing/2014/main" id="{6EBB1493-E139-F318-8483-24AB7EA4BA2E}"/>
              </a:ext>
            </a:extLst>
          </p:cNvPr>
          <p:cNvSpPr txBox="1">
            <a:spLocks noChangeArrowheads="1"/>
          </p:cNvSpPr>
          <p:nvPr/>
        </p:nvSpPr>
        <p:spPr bwMode="auto">
          <a:xfrm>
            <a:off x="1905000" y="57912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26671" name="Oval 15">
            <a:extLst>
              <a:ext uri="{FF2B5EF4-FFF2-40B4-BE49-F238E27FC236}">
                <a16:creationId xmlns:a16="http://schemas.microsoft.com/office/drawing/2014/main" id="{08E19BD6-2A1B-B8B2-B583-4EA9E7B7CB23}"/>
              </a:ext>
            </a:extLst>
          </p:cNvPr>
          <p:cNvSpPr>
            <a:spLocks noChangeArrowheads="1"/>
          </p:cNvSpPr>
          <p:nvPr/>
        </p:nvSpPr>
        <p:spPr bwMode="auto">
          <a:xfrm>
            <a:off x="3657600" y="5638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72" name="Text Box 16">
            <a:extLst>
              <a:ext uri="{FF2B5EF4-FFF2-40B4-BE49-F238E27FC236}">
                <a16:creationId xmlns:a16="http://schemas.microsoft.com/office/drawing/2014/main" id="{D059DDAB-299B-6E86-4B14-612D5CD3A334}"/>
              </a:ext>
            </a:extLst>
          </p:cNvPr>
          <p:cNvSpPr txBox="1">
            <a:spLocks noChangeArrowheads="1"/>
          </p:cNvSpPr>
          <p:nvPr/>
        </p:nvSpPr>
        <p:spPr bwMode="auto">
          <a:xfrm>
            <a:off x="3733800" y="57150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26673" name="Line 17">
            <a:extLst>
              <a:ext uri="{FF2B5EF4-FFF2-40B4-BE49-F238E27FC236}">
                <a16:creationId xmlns:a16="http://schemas.microsoft.com/office/drawing/2014/main" id="{5CC47133-A88B-3D26-3B6C-B46FE7574E65}"/>
              </a:ext>
            </a:extLst>
          </p:cNvPr>
          <p:cNvSpPr>
            <a:spLocks noChangeShapeType="1"/>
          </p:cNvSpPr>
          <p:nvPr/>
        </p:nvSpPr>
        <p:spPr bwMode="auto">
          <a:xfrm flipH="1">
            <a:off x="2895600" y="40386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4" name="Line 18">
            <a:extLst>
              <a:ext uri="{FF2B5EF4-FFF2-40B4-BE49-F238E27FC236}">
                <a16:creationId xmlns:a16="http://schemas.microsoft.com/office/drawing/2014/main" id="{441EF5AE-725E-F13E-D14D-6715E6947275}"/>
              </a:ext>
            </a:extLst>
          </p:cNvPr>
          <p:cNvSpPr>
            <a:spLocks noChangeShapeType="1"/>
          </p:cNvSpPr>
          <p:nvPr/>
        </p:nvSpPr>
        <p:spPr bwMode="auto">
          <a:xfrm flipH="1">
            <a:off x="2133600" y="50292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5" name="Line 19">
            <a:extLst>
              <a:ext uri="{FF2B5EF4-FFF2-40B4-BE49-F238E27FC236}">
                <a16:creationId xmlns:a16="http://schemas.microsoft.com/office/drawing/2014/main" id="{20366A32-E4AB-D20C-5A89-2DEFB5071AE7}"/>
              </a:ext>
            </a:extLst>
          </p:cNvPr>
          <p:cNvSpPr>
            <a:spLocks noChangeShapeType="1"/>
          </p:cNvSpPr>
          <p:nvPr/>
        </p:nvSpPr>
        <p:spPr bwMode="auto">
          <a:xfrm>
            <a:off x="2895600" y="5029200"/>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6" name="Line 20">
            <a:extLst>
              <a:ext uri="{FF2B5EF4-FFF2-40B4-BE49-F238E27FC236}">
                <a16:creationId xmlns:a16="http://schemas.microsoft.com/office/drawing/2014/main" id="{4EE1074B-60E3-F70A-1465-2BB349045AF1}"/>
              </a:ext>
            </a:extLst>
          </p:cNvPr>
          <p:cNvSpPr>
            <a:spLocks noChangeShapeType="1"/>
          </p:cNvSpPr>
          <p:nvPr/>
        </p:nvSpPr>
        <p:spPr bwMode="auto">
          <a:xfrm>
            <a:off x="3733800" y="40386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7" name="Line 21">
            <a:extLst>
              <a:ext uri="{FF2B5EF4-FFF2-40B4-BE49-F238E27FC236}">
                <a16:creationId xmlns:a16="http://schemas.microsoft.com/office/drawing/2014/main" id="{24ADB6ED-9A08-DB78-5A25-B4AAAACE3AF0}"/>
              </a:ext>
            </a:extLst>
          </p:cNvPr>
          <p:cNvSpPr>
            <a:spLocks noChangeShapeType="1"/>
          </p:cNvSpPr>
          <p:nvPr/>
        </p:nvSpPr>
        <p:spPr bwMode="auto">
          <a:xfrm flipH="1">
            <a:off x="3962400" y="5029200"/>
            <a:ext cx="304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8" name="Oval 4">
            <a:extLst>
              <a:ext uri="{FF2B5EF4-FFF2-40B4-BE49-F238E27FC236}">
                <a16:creationId xmlns:a16="http://schemas.microsoft.com/office/drawing/2014/main" id="{7D911258-19A5-9001-0851-AE2F1540F077}"/>
              </a:ext>
            </a:extLst>
          </p:cNvPr>
          <p:cNvSpPr>
            <a:spLocks noChangeArrowheads="1"/>
          </p:cNvSpPr>
          <p:nvPr/>
        </p:nvSpPr>
        <p:spPr bwMode="auto">
          <a:xfrm>
            <a:off x="8077200" y="35052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79" name="Text Box 6">
            <a:extLst>
              <a:ext uri="{FF2B5EF4-FFF2-40B4-BE49-F238E27FC236}">
                <a16:creationId xmlns:a16="http://schemas.microsoft.com/office/drawing/2014/main" id="{3267F4A4-102D-AEBD-53C2-1F905B0D043B}"/>
              </a:ext>
            </a:extLst>
          </p:cNvPr>
          <p:cNvSpPr txBox="1">
            <a:spLocks noChangeArrowheads="1"/>
          </p:cNvSpPr>
          <p:nvPr/>
        </p:nvSpPr>
        <p:spPr bwMode="auto">
          <a:xfrm>
            <a:off x="8137525" y="3541713"/>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26680" name="Oval 7">
            <a:extLst>
              <a:ext uri="{FF2B5EF4-FFF2-40B4-BE49-F238E27FC236}">
                <a16:creationId xmlns:a16="http://schemas.microsoft.com/office/drawing/2014/main" id="{B8F935C5-10FF-2D05-89F0-48C645F6068B}"/>
              </a:ext>
            </a:extLst>
          </p:cNvPr>
          <p:cNvSpPr>
            <a:spLocks noChangeArrowheads="1"/>
          </p:cNvSpPr>
          <p:nvPr/>
        </p:nvSpPr>
        <p:spPr bwMode="auto">
          <a:xfrm>
            <a:off x="7315200" y="4419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81" name="Text Box 8">
            <a:extLst>
              <a:ext uri="{FF2B5EF4-FFF2-40B4-BE49-F238E27FC236}">
                <a16:creationId xmlns:a16="http://schemas.microsoft.com/office/drawing/2014/main" id="{B184DB48-F775-1BC5-1BA6-5A48921E1077}"/>
              </a:ext>
            </a:extLst>
          </p:cNvPr>
          <p:cNvSpPr txBox="1">
            <a:spLocks noChangeArrowheads="1"/>
          </p:cNvSpPr>
          <p:nvPr/>
        </p:nvSpPr>
        <p:spPr bwMode="auto">
          <a:xfrm>
            <a:off x="7391400" y="44958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26682" name="Oval 9">
            <a:extLst>
              <a:ext uri="{FF2B5EF4-FFF2-40B4-BE49-F238E27FC236}">
                <a16:creationId xmlns:a16="http://schemas.microsoft.com/office/drawing/2014/main" id="{9C2F2E9C-B27F-53DF-0072-4D079539F556}"/>
              </a:ext>
            </a:extLst>
          </p:cNvPr>
          <p:cNvSpPr>
            <a:spLocks noChangeArrowheads="1"/>
          </p:cNvSpPr>
          <p:nvPr/>
        </p:nvSpPr>
        <p:spPr bwMode="auto">
          <a:xfrm>
            <a:off x="8915400" y="4419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83" name="Text Box 10">
            <a:extLst>
              <a:ext uri="{FF2B5EF4-FFF2-40B4-BE49-F238E27FC236}">
                <a16:creationId xmlns:a16="http://schemas.microsoft.com/office/drawing/2014/main" id="{9CD0DBE4-2043-14D4-006F-8309838D9C13}"/>
              </a:ext>
            </a:extLst>
          </p:cNvPr>
          <p:cNvSpPr txBox="1">
            <a:spLocks noChangeArrowheads="1"/>
          </p:cNvSpPr>
          <p:nvPr/>
        </p:nvSpPr>
        <p:spPr bwMode="auto">
          <a:xfrm>
            <a:off x="8991600" y="44958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26684" name="Oval 11">
            <a:extLst>
              <a:ext uri="{FF2B5EF4-FFF2-40B4-BE49-F238E27FC236}">
                <a16:creationId xmlns:a16="http://schemas.microsoft.com/office/drawing/2014/main" id="{ECD72F71-BF98-B6EE-E4B7-7E3D96CDD611}"/>
              </a:ext>
            </a:extLst>
          </p:cNvPr>
          <p:cNvSpPr>
            <a:spLocks noChangeArrowheads="1"/>
          </p:cNvSpPr>
          <p:nvPr/>
        </p:nvSpPr>
        <p:spPr bwMode="auto">
          <a:xfrm>
            <a:off x="7772400" y="5562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85" name="Text Box 12">
            <a:extLst>
              <a:ext uri="{FF2B5EF4-FFF2-40B4-BE49-F238E27FC236}">
                <a16:creationId xmlns:a16="http://schemas.microsoft.com/office/drawing/2014/main" id="{43C1F594-B2BB-F664-47A5-9C5B1D6A9944}"/>
              </a:ext>
            </a:extLst>
          </p:cNvPr>
          <p:cNvSpPr txBox="1">
            <a:spLocks noChangeArrowheads="1"/>
          </p:cNvSpPr>
          <p:nvPr/>
        </p:nvSpPr>
        <p:spPr bwMode="auto">
          <a:xfrm>
            <a:off x="7848600" y="56388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26686" name="Oval 13">
            <a:extLst>
              <a:ext uri="{FF2B5EF4-FFF2-40B4-BE49-F238E27FC236}">
                <a16:creationId xmlns:a16="http://schemas.microsoft.com/office/drawing/2014/main" id="{191FFDAC-5E9E-86B0-0E8D-3910EDA17C02}"/>
              </a:ext>
            </a:extLst>
          </p:cNvPr>
          <p:cNvSpPr>
            <a:spLocks noChangeArrowheads="1"/>
          </p:cNvSpPr>
          <p:nvPr/>
        </p:nvSpPr>
        <p:spPr bwMode="auto">
          <a:xfrm>
            <a:off x="6629400" y="5638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87" name="Text Box 14">
            <a:extLst>
              <a:ext uri="{FF2B5EF4-FFF2-40B4-BE49-F238E27FC236}">
                <a16:creationId xmlns:a16="http://schemas.microsoft.com/office/drawing/2014/main" id="{B89DB1DD-D897-3A56-DFA8-FC90CAB79FB8}"/>
              </a:ext>
            </a:extLst>
          </p:cNvPr>
          <p:cNvSpPr txBox="1">
            <a:spLocks noChangeArrowheads="1"/>
          </p:cNvSpPr>
          <p:nvPr/>
        </p:nvSpPr>
        <p:spPr bwMode="auto">
          <a:xfrm>
            <a:off x="6781800" y="57150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26688" name="Oval 15">
            <a:extLst>
              <a:ext uri="{FF2B5EF4-FFF2-40B4-BE49-F238E27FC236}">
                <a16:creationId xmlns:a16="http://schemas.microsoft.com/office/drawing/2014/main" id="{C02715A5-41F8-8B59-2289-8BFDD7130535}"/>
              </a:ext>
            </a:extLst>
          </p:cNvPr>
          <p:cNvSpPr>
            <a:spLocks noChangeArrowheads="1"/>
          </p:cNvSpPr>
          <p:nvPr/>
        </p:nvSpPr>
        <p:spPr bwMode="auto">
          <a:xfrm>
            <a:off x="8534400" y="5562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6689" name="Text Box 16">
            <a:extLst>
              <a:ext uri="{FF2B5EF4-FFF2-40B4-BE49-F238E27FC236}">
                <a16:creationId xmlns:a16="http://schemas.microsoft.com/office/drawing/2014/main" id="{7886C06F-6DCC-F6E7-B564-FE93FA607F84}"/>
              </a:ext>
            </a:extLst>
          </p:cNvPr>
          <p:cNvSpPr txBox="1">
            <a:spLocks noChangeArrowheads="1"/>
          </p:cNvSpPr>
          <p:nvPr/>
        </p:nvSpPr>
        <p:spPr bwMode="auto">
          <a:xfrm>
            <a:off x="8610600" y="56388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26690" name="Line 17">
            <a:extLst>
              <a:ext uri="{FF2B5EF4-FFF2-40B4-BE49-F238E27FC236}">
                <a16:creationId xmlns:a16="http://schemas.microsoft.com/office/drawing/2014/main" id="{1753FC02-8337-F6B0-BEA0-BD15A4DA37A5}"/>
              </a:ext>
            </a:extLst>
          </p:cNvPr>
          <p:cNvSpPr>
            <a:spLocks noChangeShapeType="1"/>
          </p:cNvSpPr>
          <p:nvPr/>
        </p:nvSpPr>
        <p:spPr bwMode="auto">
          <a:xfrm flipH="1">
            <a:off x="7772400" y="39624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91" name="Line 18">
            <a:extLst>
              <a:ext uri="{FF2B5EF4-FFF2-40B4-BE49-F238E27FC236}">
                <a16:creationId xmlns:a16="http://schemas.microsoft.com/office/drawing/2014/main" id="{3E9A0F33-70B2-C83B-DE32-F9E3ED55FC6B}"/>
              </a:ext>
            </a:extLst>
          </p:cNvPr>
          <p:cNvSpPr>
            <a:spLocks noChangeShapeType="1"/>
          </p:cNvSpPr>
          <p:nvPr/>
        </p:nvSpPr>
        <p:spPr bwMode="auto">
          <a:xfrm flipH="1">
            <a:off x="7010400" y="49530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92" name="Line 19">
            <a:extLst>
              <a:ext uri="{FF2B5EF4-FFF2-40B4-BE49-F238E27FC236}">
                <a16:creationId xmlns:a16="http://schemas.microsoft.com/office/drawing/2014/main" id="{447D9826-F894-E9A4-A1E5-73A1E001E3DA}"/>
              </a:ext>
            </a:extLst>
          </p:cNvPr>
          <p:cNvSpPr>
            <a:spLocks noChangeShapeType="1"/>
          </p:cNvSpPr>
          <p:nvPr/>
        </p:nvSpPr>
        <p:spPr bwMode="auto">
          <a:xfrm>
            <a:off x="7772400" y="4953000"/>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93" name="Line 20">
            <a:extLst>
              <a:ext uri="{FF2B5EF4-FFF2-40B4-BE49-F238E27FC236}">
                <a16:creationId xmlns:a16="http://schemas.microsoft.com/office/drawing/2014/main" id="{95A02674-F453-08CE-143D-B37C4A27E008}"/>
              </a:ext>
            </a:extLst>
          </p:cNvPr>
          <p:cNvSpPr>
            <a:spLocks noChangeShapeType="1"/>
          </p:cNvSpPr>
          <p:nvPr/>
        </p:nvSpPr>
        <p:spPr bwMode="auto">
          <a:xfrm>
            <a:off x="8610600" y="39624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94" name="Line 21">
            <a:extLst>
              <a:ext uri="{FF2B5EF4-FFF2-40B4-BE49-F238E27FC236}">
                <a16:creationId xmlns:a16="http://schemas.microsoft.com/office/drawing/2014/main" id="{7FB0BE91-4D1F-A418-C588-0CEBA2B67C9B}"/>
              </a:ext>
            </a:extLst>
          </p:cNvPr>
          <p:cNvSpPr>
            <a:spLocks noChangeShapeType="1"/>
          </p:cNvSpPr>
          <p:nvPr/>
        </p:nvSpPr>
        <p:spPr bwMode="auto">
          <a:xfrm flipH="1">
            <a:off x="8839200" y="4953000"/>
            <a:ext cx="304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177" name="Straight Arrow Connector 176">
            <a:extLst>
              <a:ext uri="{FF2B5EF4-FFF2-40B4-BE49-F238E27FC236}">
                <a16:creationId xmlns:a16="http://schemas.microsoft.com/office/drawing/2014/main" id="{82FAC88C-DAC6-941E-8176-7144D86B46F8}"/>
              </a:ext>
            </a:extLst>
          </p:cNvPr>
          <p:cNvCxnSpPr/>
          <p:nvPr/>
        </p:nvCxnSpPr>
        <p:spPr>
          <a:xfrm>
            <a:off x="5105400" y="4724400"/>
            <a:ext cx="1371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4" name="Curved Connector 193">
            <a:extLst>
              <a:ext uri="{FF2B5EF4-FFF2-40B4-BE49-F238E27FC236}">
                <a16:creationId xmlns:a16="http://schemas.microsoft.com/office/drawing/2014/main" id="{E8CA7C3D-F6F3-BCAA-6856-D914D32A97D2}"/>
              </a:ext>
            </a:extLst>
          </p:cNvPr>
          <p:cNvCxnSpPr>
            <a:stCxn id="26667" idx="7"/>
            <a:endCxn id="26663" idx="6"/>
          </p:cNvCxnSpPr>
          <p:nvPr/>
        </p:nvCxnSpPr>
        <p:spPr>
          <a:xfrm rot="16200000" flipV="1">
            <a:off x="2755106" y="5055394"/>
            <a:ext cx="954088" cy="3683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4" name="Curved Connector 203">
            <a:extLst>
              <a:ext uri="{FF2B5EF4-FFF2-40B4-BE49-F238E27FC236}">
                <a16:creationId xmlns:a16="http://schemas.microsoft.com/office/drawing/2014/main" id="{4D59B7D4-3EFF-5391-BF65-245CE9AA6134}"/>
              </a:ext>
            </a:extLst>
          </p:cNvPr>
          <p:cNvCxnSpPr>
            <a:stCxn id="26682" idx="7"/>
            <a:endCxn id="26678" idx="6"/>
          </p:cNvCxnSpPr>
          <p:nvPr/>
        </p:nvCxnSpPr>
        <p:spPr>
          <a:xfrm rot="16200000" flipV="1">
            <a:off x="8698706" y="3759994"/>
            <a:ext cx="725488" cy="7493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3" name="Curved Connector 212">
            <a:extLst>
              <a:ext uri="{FF2B5EF4-FFF2-40B4-BE49-F238E27FC236}">
                <a16:creationId xmlns:a16="http://schemas.microsoft.com/office/drawing/2014/main" id="{002DE734-06A9-F514-6994-D342576BB540}"/>
              </a:ext>
            </a:extLst>
          </p:cNvPr>
          <p:cNvCxnSpPr>
            <a:stCxn id="26654" idx="7"/>
            <a:endCxn id="26648" idx="6"/>
          </p:cNvCxnSpPr>
          <p:nvPr/>
        </p:nvCxnSpPr>
        <p:spPr>
          <a:xfrm rot="5400000" flipH="1" flipV="1">
            <a:off x="8889206" y="1880394"/>
            <a:ext cx="954088" cy="469900"/>
          </a:xfrm>
          <a:prstGeom prst="curvedConnector4">
            <a:avLst>
              <a:gd name="adj1" fmla="val 2777"/>
              <a:gd name="adj2" fmla="val 148610"/>
            </a:avLst>
          </a:prstGeom>
          <a:ln>
            <a:tailEnd type="arrow"/>
          </a:ln>
        </p:spPr>
        <p:style>
          <a:lnRef idx="1">
            <a:schemeClr val="accent1"/>
          </a:lnRef>
          <a:fillRef idx="0">
            <a:schemeClr val="accent1"/>
          </a:fillRef>
          <a:effectRef idx="0">
            <a:schemeClr val="accent1"/>
          </a:effectRef>
          <a:fontRef idx="minor">
            <a:schemeClr val="tx1"/>
          </a:fontRef>
        </p:style>
      </p:cxnSp>
      <p:sp>
        <p:nvSpPr>
          <p:cNvPr id="26699" name="TextBox 218">
            <a:extLst>
              <a:ext uri="{FF2B5EF4-FFF2-40B4-BE49-F238E27FC236}">
                <a16:creationId xmlns:a16="http://schemas.microsoft.com/office/drawing/2014/main" id="{08A7488E-8834-B0B1-51AC-47F5134907C6}"/>
              </a:ext>
            </a:extLst>
          </p:cNvPr>
          <p:cNvSpPr txBox="1">
            <a:spLocks noChangeArrowheads="1"/>
          </p:cNvSpPr>
          <p:nvPr/>
        </p:nvSpPr>
        <p:spPr bwMode="auto">
          <a:xfrm>
            <a:off x="9753600" y="1828800"/>
            <a:ext cx="76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swap</a:t>
            </a:r>
          </a:p>
        </p:txBody>
      </p:sp>
      <p:sp>
        <p:nvSpPr>
          <p:cNvPr id="26700" name="TextBox 219">
            <a:extLst>
              <a:ext uri="{FF2B5EF4-FFF2-40B4-BE49-F238E27FC236}">
                <a16:creationId xmlns:a16="http://schemas.microsoft.com/office/drawing/2014/main" id="{0F144C43-F61A-DF44-EEEA-17190ADD242B}"/>
              </a:ext>
            </a:extLst>
          </p:cNvPr>
          <p:cNvSpPr txBox="1">
            <a:spLocks noChangeArrowheads="1"/>
          </p:cNvSpPr>
          <p:nvPr/>
        </p:nvSpPr>
        <p:spPr bwMode="auto">
          <a:xfrm>
            <a:off x="3352800" y="4876800"/>
            <a:ext cx="76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swap</a:t>
            </a:r>
          </a:p>
        </p:txBody>
      </p:sp>
      <p:sp>
        <p:nvSpPr>
          <p:cNvPr id="26701" name="TextBox 220">
            <a:extLst>
              <a:ext uri="{FF2B5EF4-FFF2-40B4-BE49-F238E27FC236}">
                <a16:creationId xmlns:a16="http://schemas.microsoft.com/office/drawing/2014/main" id="{0AE71767-7395-6250-5ECE-15C4AE28A666}"/>
              </a:ext>
            </a:extLst>
          </p:cNvPr>
          <p:cNvSpPr txBox="1">
            <a:spLocks noChangeArrowheads="1"/>
          </p:cNvSpPr>
          <p:nvPr/>
        </p:nvSpPr>
        <p:spPr bwMode="auto">
          <a:xfrm>
            <a:off x="9372600" y="3886200"/>
            <a:ext cx="76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swap</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20CEF-8FFC-B32D-5AE0-23726017E696}"/>
              </a:ext>
            </a:extLst>
          </p:cNvPr>
          <p:cNvSpPr>
            <a:spLocks noGrp="1"/>
          </p:cNvSpPr>
          <p:nvPr>
            <p:ph type="title"/>
          </p:nvPr>
        </p:nvSpPr>
        <p:spPr/>
        <p:txBody>
          <a:bodyPr/>
          <a:lstStyle/>
          <a:p>
            <a:pPr>
              <a:defRPr/>
            </a:pPr>
            <a:r>
              <a:rPr lang="en-US" sz="3200" b="1" dirty="0">
                <a:solidFill>
                  <a:srgbClr val="004200"/>
                </a:solidFill>
                <a:latin typeface="Arial"/>
                <a:ea typeface="+mn-ea"/>
                <a:cs typeface="Arial"/>
              </a:rPr>
              <a:t>Heap Sort</a:t>
            </a:r>
          </a:p>
        </p:txBody>
      </p:sp>
      <p:sp>
        <p:nvSpPr>
          <p:cNvPr id="27651" name="Content Placeholder 2">
            <a:extLst>
              <a:ext uri="{FF2B5EF4-FFF2-40B4-BE49-F238E27FC236}">
                <a16:creationId xmlns:a16="http://schemas.microsoft.com/office/drawing/2014/main" id="{1A24A7A8-5B3D-1BAD-9505-8486C0E70229}"/>
              </a:ext>
            </a:extLst>
          </p:cNvPr>
          <p:cNvSpPr>
            <a:spLocks noGrp="1"/>
          </p:cNvSpPr>
          <p:nvPr>
            <p:ph sz="quarter" idx="1"/>
          </p:nvPr>
        </p:nvSpPr>
        <p:spPr>
          <a:xfrm>
            <a:off x="1219200" y="1828800"/>
            <a:ext cx="9936480" cy="4724400"/>
          </a:xfrm>
        </p:spPr>
        <p:txBody>
          <a:bodyPr/>
          <a:lstStyle/>
          <a:p>
            <a:pPr eaLnBrk="1" hangingPunct="1">
              <a:spcBef>
                <a:spcPct val="50000"/>
              </a:spcBef>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The heapsort algorithm consists of two phases:</a:t>
            </a:r>
          </a:p>
          <a:p>
            <a:pPr lvl="1">
              <a:spcBef>
                <a:spcPct val="50000"/>
              </a:spcBef>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rPr>
              <a:t>build a heap from an arbitrary array</a:t>
            </a:r>
          </a:p>
          <a:p>
            <a:pPr lvl="1">
              <a:spcBef>
                <a:spcPct val="50000"/>
              </a:spcBef>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rPr>
              <a:t>use the heap to sort the data</a:t>
            </a:r>
          </a:p>
          <a:p>
            <a:pPr eaLnBrk="1" hangingPunct="1">
              <a:spcBef>
                <a:spcPct val="50000"/>
              </a:spcBef>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To sort the elements in the </a:t>
            </a:r>
            <a:r>
              <a:rPr lang="en-US" altLang="zh-CN" sz="2400" dirty="0">
                <a:solidFill>
                  <a:schemeClr val="hlink"/>
                </a:solidFill>
                <a:latin typeface="Times New Roman" panose="02020603050405020304" pitchFamily="18" charset="0"/>
                <a:cs typeface="Times New Roman" panose="02020603050405020304" pitchFamily="18" charset="0"/>
              </a:rPr>
              <a:t>decreasing order</a:t>
            </a:r>
            <a:r>
              <a:rPr lang="en-US" altLang="zh-CN" sz="2400" dirty="0">
                <a:latin typeface="Times New Roman" panose="02020603050405020304" pitchFamily="18" charset="0"/>
                <a:cs typeface="Times New Roman" panose="02020603050405020304" pitchFamily="18" charset="0"/>
              </a:rPr>
              <a:t>, use a </a:t>
            </a:r>
            <a:r>
              <a:rPr lang="en-US" altLang="zh-CN" sz="2400" dirty="0">
                <a:solidFill>
                  <a:schemeClr val="hlink"/>
                </a:solidFill>
                <a:latin typeface="Times New Roman" panose="02020603050405020304" pitchFamily="18" charset="0"/>
                <a:cs typeface="Times New Roman" panose="02020603050405020304" pitchFamily="18" charset="0"/>
              </a:rPr>
              <a:t>min heap</a:t>
            </a:r>
          </a:p>
          <a:p>
            <a:pPr eaLnBrk="1" hangingPunct="1">
              <a:buFont typeface="Wingdings" panose="05000000000000000000" pitchFamily="2" charset="2"/>
              <a:buChar char="v"/>
            </a:pPr>
            <a:r>
              <a:rPr lang="en-US" altLang="zh-CN" sz="2400" dirty="0">
                <a:latin typeface="Times New Roman" panose="02020603050405020304" pitchFamily="18" charset="0"/>
                <a:cs typeface="Times New Roman" panose="02020603050405020304" pitchFamily="18" charset="0"/>
              </a:rPr>
              <a:t>To sort the elements in the </a:t>
            </a:r>
            <a:r>
              <a:rPr lang="en-US" altLang="zh-CN" sz="2400" dirty="0">
                <a:solidFill>
                  <a:schemeClr val="hlink"/>
                </a:solidFill>
                <a:latin typeface="Times New Roman" panose="02020603050405020304" pitchFamily="18" charset="0"/>
                <a:cs typeface="Times New Roman" panose="02020603050405020304" pitchFamily="18" charset="0"/>
              </a:rPr>
              <a:t>increasing order</a:t>
            </a:r>
            <a:r>
              <a:rPr lang="en-US" altLang="zh-CN" sz="2400" dirty="0">
                <a:latin typeface="Times New Roman" panose="02020603050405020304" pitchFamily="18" charset="0"/>
                <a:cs typeface="Times New Roman" panose="02020603050405020304" pitchFamily="18" charset="0"/>
              </a:rPr>
              <a:t>, use a </a:t>
            </a:r>
            <a:r>
              <a:rPr lang="en-US" altLang="zh-CN" sz="2400" dirty="0">
                <a:solidFill>
                  <a:schemeClr val="hlink"/>
                </a:solidFill>
                <a:latin typeface="Times New Roman" panose="02020603050405020304" pitchFamily="18" charset="0"/>
                <a:cs typeface="Times New Roman" panose="02020603050405020304" pitchFamily="18" charset="0"/>
              </a:rPr>
              <a:t>max heap</a:t>
            </a:r>
          </a:p>
          <a:p>
            <a:pPr eaLnBrk="1" hangingPunct="1">
              <a:buFont typeface="Wingdings" panose="05000000000000000000" pitchFamily="2" charset="2"/>
              <a:buNone/>
            </a:pPr>
            <a:endParaRPr lang="en-US" altLang="en-US" sz="1800" dirty="0"/>
          </a:p>
        </p:txBody>
      </p:sp>
      <p:sp>
        <p:nvSpPr>
          <p:cNvPr id="27652" name="Oval 4">
            <a:extLst>
              <a:ext uri="{FF2B5EF4-FFF2-40B4-BE49-F238E27FC236}">
                <a16:creationId xmlns:a16="http://schemas.microsoft.com/office/drawing/2014/main" id="{25B48A44-AA87-ABE7-5691-925C5054ABB2}"/>
              </a:ext>
            </a:extLst>
          </p:cNvPr>
          <p:cNvSpPr>
            <a:spLocks noChangeArrowheads="1"/>
          </p:cNvSpPr>
          <p:nvPr/>
        </p:nvSpPr>
        <p:spPr bwMode="auto">
          <a:xfrm>
            <a:off x="8991600" y="35052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7653" name="Text Box 6">
            <a:extLst>
              <a:ext uri="{FF2B5EF4-FFF2-40B4-BE49-F238E27FC236}">
                <a16:creationId xmlns:a16="http://schemas.microsoft.com/office/drawing/2014/main" id="{63179596-8005-7B29-E331-5AC3B92C8B26}"/>
              </a:ext>
            </a:extLst>
          </p:cNvPr>
          <p:cNvSpPr txBox="1">
            <a:spLocks noChangeArrowheads="1"/>
          </p:cNvSpPr>
          <p:nvPr/>
        </p:nvSpPr>
        <p:spPr bwMode="auto">
          <a:xfrm>
            <a:off x="9067800" y="35814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27654" name="Oval 7">
            <a:extLst>
              <a:ext uri="{FF2B5EF4-FFF2-40B4-BE49-F238E27FC236}">
                <a16:creationId xmlns:a16="http://schemas.microsoft.com/office/drawing/2014/main" id="{88E8DDEB-CD47-E2BD-01F2-76101AD632EB}"/>
              </a:ext>
            </a:extLst>
          </p:cNvPr>
          <p:cNvSpPr>
            <a:spLocks noChangeArrowheads="1"/>
          </p:cNvSpPr>
          <p:nvPr/>
        </p:nvSpPr>
        <p:spPr bwMode="auto">
          <a:xfrm>
            <a:off x="8229600" y="4419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7655" name="Text Box 8">
            <a:extLst>
              <a:ext uri="{FF2B5EF4-FFF2-40B4-BE49-F238E27FC236}">
                <a16:creationId xmlns:a16="http://schemas.microsoft.com/office/drawing/2014/main" id="{599E0D2F-E20D-CB27-5E44-E6316F091105}"/>
              </a:ext>
            </a:extLst>
          </p:cNvPr>
          <p:cNvSpPr txBox="1">
            <a:spLocks noChangeArrowheads="1"/>
          </p:cNvSpPr>
          <p:nvPr/>
        </p:nvSpPr>
        <p:spPr bwMode="auto">
          <a:xfrm>
            <a:off x="8305800" y="44958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27656" name="Oval 9">
            <a:extLst>
              <a:ext uri="{FF2B5EF4-FFF2-40B4-BE49-F238E27FC236}">
                <a16:creationId xmlns:a16="http://schemas.microsoft.com/office/drawing/2014/main" id="{26B817C0-DA90-86AF-4A9F-D95AB300B299}"/>
              </a:ext>
            </a:extLst>
          </p:cNvPr>
          <p:cNvSpPr>
            <a:spLocks noChangeArrowheads="1"/>
          </p:cNvSpPr>
          <p:nvPr/>
        </p:nvSpPr>
        <p:spPr bwMode="auto">
          <a:xfrm>
            <a:off x="9829800" y="4419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7657" name="Text Box 10">
            <a:extLst>
              <a:ext uri="{FF2B5EF4-FFF2-40B4-BE49-F238E27FC236}">
                <a16:creationId xmlns:a16="http://schemas.microsoft.com/office/drawing/2014/main" id="{F7946421-2CF4-9D06-3340-3AA3015A3FBF}"/>
              </a:ext>
            </a:extLst>
          </p:cNvPr>
          <p:cNvSpPr txBox="1">
            <a:spLocks noChangeArrowheads="1"/>
          </p:cNvSpPr>
          <p:nvPr/>
        </p:nvSpPr>
        <p:spPr bwMode="auto">
          <a:xfrm>
            <a:off x="9906000" y="449580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27658" name="Oval 11">
            <a:extLst>
              <a:ext uri="{FF2B5EF4-FFF2-40B4-BE49-F238E27FC236}">
                <a16:creationId xmlns:a16="http://schemas.microsoft.com/office/drawing/2014/main" id="{0CEE6BEF-30E3-99FA-ED7A-EF904FEE99F8}"/>
              </a:ext>
            </a:extLst>
          </p:cNvPr>
          <p:cNvSpPr>
            <a:spLocks noChangeArrowheads="1"/>
          </p:cNvSpPr>
          <p:nvPr/>
        </p:nvSpPr>
        <p:spPr bwMode="auto">
          <a:xfrm>
            <a:off x="8686800" y="5562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7659" name="Text Box 12">
            <a:extLst>
              <a:ext uri="{FF2B5EF4-FFF2-40B4-BE49-F238E27FC236}">
                <a16:creationId xmlns:a16="http://schemas.microsoft.com/office/drawing/2014/main" id="{81C60070-105C-68B6-98D2-736F0B681947}"/>
              </a:ext>
            </a:extLst>
          </p:cNvPr>
          <p:cNvSpPr txBox="1">
            <a:spLocks noChangeArrowheads="1"/>
          </p:cNvSpPr>
          <p:nvPr/>
        </p:nvSpPr>
        <p:spPr bwMode="auto">
          <a:xfrm>
            <a:off x="8763000" y="56388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27660" name="Oval 13">
            <a:extLst>
              <a:ext uri="{FF2B5EF4-FFF2-40B4-BE49-F238E27FC236}">
                <a16:creationId xmlns:a16="http://schemas.microsoft.com/office/drawing/2014/main" id="{113A578A-71FD-42BB-F30B-DDE83997E299}"/>
              </a:ext>
            </a:extLst>
          </p:cNvPr>
          <p:cNvSpPr>
            <a:spLocks noChangeArrowheads="1"/>
          </p:cNvSpPr>
          <p:nvPr/>
        </p:nvSpPr>
        <p:spPr bwMode="auto">
          <a:xfrm>
            <a:off x="7543800" y="56388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7661" name="Text Box 14">
            <a:extLst>
              <a:ext uri="{FF2B5EF4-FFF2-40B4-BE49-F238E27FC236}">
                <a16:creationId xmlns:a16="http://schemas.microsoft.com/office/drawing/2014/main" id="{EBC52315-0212-A194-1B69-4584921CE2B7}"/>
              </a:ext>
            </a:extLst>
          </p:cNvPr>
          <p:cNvSpPr txBox="1">
            <a:spLocks noChangeArrowheads="1"/>
          </p:cNvSpPr>
          <p:nvPr/>
        </p:nvSpPr>
        <p:spPr bwMode="auto">
          <a:xfrm>
            <a:off x="7696200" y="57150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27662" name="Oval 15">
            <a:extLst>
              <a:ext uri="{FF2B5EF4-FFF2-40B4-BE49-F238E27FC236}">
                <a16:creationId xmlns:a16="http://schemas.microsoft.com/office/drawing/2014/main" id="{E6A9F6DA-BD63-70E5-99D7-9682E9471B3F}"/>
              </a:ext>
            </a:extLst>
          </p:cNvPr>
          <p:cNvSpPr>
            <a:spLocks noChangeArrowheads="1"/>
          </p:cNvSpPr>
          <p:nvPr/>
        </p:nvSpPr>
        <p:spPr bwMode="auto">
          <a:xfrm>
            <a:off x="9448800" y="55626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7663" name="Text Box 16">
            <a:extLst>
              <a:ext uri="{FF2B5EF4-FFF2-40B4-BE49-F238E27FC236}">
                <a16:creationId xmlns:a16="http://schemas.microsoft.com/office/drawing/2014/main" id="{F7A28D00-255A-E774-105D-59A6B8F022D5}"/>
              </a:ext>
            </a:extLst>
          </p:cNvPr>
          <p:cNvSpPr txBox="1">
            <a:spLocks noChangeArrowheads="1"/>
          </p:cNvSpPr>
          <p:nvPr/>
        </p:nvSpPr>
        <p:spPr bwMode="auto">
          <a:xfrm>
            <a:off x="9525000" y="56388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27664" name="Line 17">
            <a:extLst>
              <a:ext uri="{FF2B5EF4-FFF2-40B4-BE49-F238E27FC236}">
                <a16:creationId xmlns:a16="http://schemas.microsoft.com/office/drawing/2014/main" id="{AFAE6A45-9616-FA9A-60BD-B30A042A7196}"/>
              </a:ext>
            </a:extLst>
          </p:cNvPr>
          <p:cNvSpPr>
            <a:spLocks noChangeShapeType="1"/>
          </p:cNvSpPr>
          <p:nvPr/>
        </p:nvSpPr>
        <p:spPr bwMode="auto">
          <a:xfrm flipH="1">
            <a:off x="8686800" y="39624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5" name="Line 18">
            <a:extLst>
              <a:ext uri="{FF2B5EF4-FFF2-40B4-BE49-F238E27FC236}">
                <a16:creationId xmlns:a16="http://schemas.microsoft.com/office/drawing/2014/main" id="{FB5C7E26-5C90-A05C-78A9-214D126E3735}"/>
              </a:ext>
            </a:extLst>
          </p:cNvPr>
          <p:cNvSpPr>
            <a:spLocks noChangeShapeType="1"/>
          </p:cNvSpPr>
          <p:nvPr/>
        </p:nvSpPr>
        <p:spPr bwMode="auto">
          <a:xfrm flipH="1">
            <a:off x="7924800" y="49530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6" name="Line 19">
            <a:extLst>
              <a:ext uri="{FF2B5EF4-FFF2-40B4-BE49-F238E27FC236}">
                <a16:creationId xmlns:a16="http://schemas.microsoft.com/office/drawing/2014/main" id="{0F61B9E6-4DC7-94CB-CE73-903B780B10D2}"/>
              </a:ext>
            </a:extLst>
          </p:cNvPr>
          <p:cNvSpPr>
            <a:spLocks noChangeShapeType="1"/>
          </p:cNvSpPr>
          <p:nvPr/>
        </p:nvSpPr>
        <p:spPr bwMode="auto">
          <a:xfrm>
            <a:off x="8686800" y="4953000"/>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7" name="Line 20">
            <a:extLst>
              <a:ext uri="{FF2B5EF4-FFF2-40B4-BE49-F238E27FC236}">
                <a16:creationId xmlns:a16="http://schemas.microsoft.com/office/drawing/2014/main" id="{34E43EBC-6644-C180-8BC4-2DB384C9EB3B}"/>
              </a:ext>
            </a:extLst>
          </p:cNvPr>
          <p:cNvSpPr>
            <a:spLocks noChangeShapeType="1"/>
          </p:cNvSpPr>
          <p:nvPr/>
        </p:nvSpPr>
        <p:spPr bwMode="auto">
          <a:xfrm>
            <a:off x="9525000" y="39624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8" name="Line 21">
            <a:extLst>
              <a:ext uri="{FF2B5EF4-FFF2-40B4-BE49-F238E27FC236}">
                <a16:creationId xmlns:a16="http://schemas.microsoft.com/office/drawing/2014/main" id="{0B6E85F9-E9C9-0B47-0CA9-6E5B52F0AE78}"/>
              </a:ext>
            </a:extLst>
          </p:cNvPr>
          <p:cNvSpPr>
            <a:spLocks noChangeShapeType="1"/>
          </p:cNvSpPr>
          <p:nvPr/>
        </p:nvSpPr>
        <p:spPr bwMode="auto">
          <a:xfrm flipH="1">
            <a:off x="9753600" y="4953000"/>
            <a:ext cx="304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A919E-2C76-8FCA-B173-9CC80B58DC27}"/>
              </a:ext>
            </a:extLst>
          </p:cNvPr>
          <p:cNvSpPr>
            <a:spLocks noGrp="1"/>
          </p:cNvSpPr>
          <p:nvPr>
            <p:ph type="title"/>
          </p:nvPr>
        </p:nvSpPr>
        <p:spPr>
          <a:xfrm>
            <a:off x="1127126" y="378043"/>
            <a:ext cx="10058400" cy="1450757"/>
          </a:xfrm>
        </p:spPr>
        <p:txBody>
          <a:bodyPr/>
          <a:lstStyle/>
          <a:p>
            <a:pPr>
              <a:defRPr/>
            </a:pPr>
            <a:r>
              <a:rPr lang="en-US" sz="3200" b="1" dirty="0">
                <a:solidFill>
                  <a:srgbClr val="004200"/>
                </a:solidFill>
                <a:latin typeface="Arial"/>
                <a:ea typeface="+mn-ea"/>
                <a:cs typeface="Arial"/>
              </a:rPr>
              <a:t>Example</a:t>
            </a:r>
            <a:r>
              <a:rPr lang="en-US" dirty="0"/>
              <a:t> </a:t>
            </a:r>
            <a:r>
              <a:rPr lang="en-US" sz="3200" b="1" dirty="0">
                <a:solidFill>
                  <a:srgbClr val="004200"/>
                </a:solidFill>
                <a:latin typeface="Arial"/>
                <a:ea typeface="+mn-ea"/>
                <a:cs typeface="Arial"/>
              </a:rPr>
              <a:t>of Heap Sort</a:t>
            </a:r>
          </a:p>
        </p:txBody>
      </p:sp>
      <p:sp>
        <p:nvSpPr>
          <p:cNvPr id="28675" name="Oval 4">
            <a:extLst>
              <a:ext uri="{FF2B5EF4-FFF2-40B4-BE49-F238E27FC236}">
                <a16:creationId xmlns:a16="http://schemas.microsoft.com/office/drawing/2014/main" id="{04F3C282-C975-8829-0B14-F66732AB0FA2}"/>
              </a:ext>
            </a:extLst>
          </p:cNvPr>
          <p:cNvSpPr>
            <a:spLocks noChangeArrowheads="1"/>
          </p:cNvSpPr>
          <p:nvPr/>
        </p:nvSpPr>
        <p:spPr bwMode="auto">
          <a:xfrm>
            <a:off x="5181600" y="194627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8676" name="Text Box 5">
            <a:extLst>
              <a:ext uri="{FF2B5EF4-FFF2-40B4-BE49-F238E27FC236}">
                <a16:creationId xmlns:a16="http://schemas.microsoft.com/office/drawing/2014/main" id="{09BA3BB4-F773-DB64-AEC9-107EC30F5118}"/>
              </a:ext>
            </a:extLst>
          </p:cNvPr>
          <p:cNvSpPr txBox="1">
            <a:spLocks noChangeArrowheads="1"/>
          </p:cNvSpPr>
          <p:nvPr/>
        </p:nvSpPr>
        <p:spPr bwMode="auto">
          <a:xfrm>
            <a:off x="8561388" y="1973262"/>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28677" name="Oval 6">
            <a:extLst>
              <a:ext uri="{FF2B5EF4-FFF2-40B4-BE49-F238E27FC236}">
                <a16:creationId xmlns:a16="http://schemas.microsoft.com/office/drawing/2014/main" id="{14A3049D-AB8B-024F-7A5C-AD1A752F6C9E}"/>
              </a:ext>
            </a:extLst>
          </p:cNvPr>
          <p:cNvSpPr>
            <a:spLocks noChangeArrowheads="1"/>
          </p:cNvSpPr>
          <p:nvPr/>
        </p:nvSpPr>
        <p:spPr bwMode="auto">
          <a:xfrm>
            <a:off x="4419600" y="286067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8678" name="Text Box 7">
            <a:extLst>
              <a:ext uri="{FF2B5EF4-FFF2-40B4-BE49-F238E27FC236}">
                <a16:creationId xmlns:a16="http://schemas.microsoft.com/office/drawing/2014/main" id="{719469C0-042D-D8E4-ED32-68CC7FF215E6}"/>
              </a:ext>
            </a:extLst>
          </p:cNvPr>
          <p:cNvSpPr txBox="1">
            <a:spLocks noChangeArrowheads="1"/>
          </p:cNvSpPr>
          <p:nvPr/>
        </p:nvSpPr>
        <p:spPr bwMode="auto">
          <a:xfrm>
            <a:off x="4495800" y="2936875"/>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28679" name="Oval 8">
            <a:extLst>
              <a:ext uri="{FF2B5EF4-FFF2-40B4-BE49-F238E27FC236}">
                <a16:creationId xmlns:a16="http://schemas.microsoft.com/office/drawing/2014/main" id="{3FD57ED9-D6FE-0852-31DA-3362F1E96B7B}"/>
              </a:ext>
            </a:extLst>
          </p:cNvPr>
          <p:cNvSpPr>
            <a:spLocks noChangeArrowheads="1"/>
          </p:cNvSpPr>
          <p:nvPr/>
        </p:nvSpPr>
        <p:spPr bwMode="auto">
          <a:xfrm>
            <a:off x="6019800" y="286067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8680" name="Text Box 9">
            <a:extLst>
              <a:ext uri="{FF2B5EF4-FFF2-40B4-BE49-F238E27FC236}">
                <a16:creationId xmlns:a16="http://schemas.microsoft.com/office/drawing/2014/main" id="{A3972C53-D09C-234B-CE00-327FC2BB59E0}"/>
              </a:ext>
            </a:extLst>
          </p:cNvPr>
          <p:cNvSpPr txBox="1">
            <a:spLocks noChangeArrowheads="1"/>
          </p:cNvSpPr>
          <p:nvPr/>
        </p:nvSpPr>
        <p:spPr bwMode="auto">
          <a:xfrm>
            <a:off x="6096000" y="2936875"/>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28681" name="Oval 10">
            <a:extLst>
              <a:ext uri="{FF2B5EF4-FFF2-40B4-BE49-F238E27FC236}">
                <a16:creationId xmlns:a16="http://schemas.microsoft.com/office/drawing/2014/main" id="{81D10F58-9A42-B997-709A-365A9B5B3636}"/>
              </a:ext>
            </a:extLst>
          </p:cNvPr>
          <p:cNvSpPr>
            <a:spLocks noChangeArrowheads="1"/>
          </p:cNvSpPr>
          <p:nvPr/>
        </p:nvSpPr>
        <p:spPr bwMode="auto">
          <a:xfrm>
            <a:off x="4876800" y="400367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8682" name="Text Box 11">
            <a:extLst>
              <a:ext uri="{FF2B5EF4-FFF2-40B4-BE49-F238E27FC236}">
                <a16:creationId xmlns:a16="http://schemas.microsoft.com/office/drawing/2014/main" id="{25061A29-95AB-23DE-65AE-F6BD4B717B0F}"/>
              </a:ext>
            </a:extLst>
          </p:cNvPr>
          <p:cNvSpPr txBox="1">
            <a:spLocks noChangeArrowheads="1"/>
          </p:cNvSpPr>
          <p:nvPr/>
        </p:nvSpPr>
        <p:spPr bwMode="auto">
          <a:xfrm>
            <a:off x="4953000" y="407987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28683" name="Oval 12">
            <a:extLst>
              <a:ext uri="{FF2B5EF4-FFF2-40B4-BE49-F238E27FC236}">
                <a16:creationId xmlns:a16="http://schemas.microsoft.com/office/drawing/2014/main" id="{8EB77AE0-AACA-F292-524F-D8654D148469}"/>
              </a:ext>
            </a:extLst>
          </p:cNvPr>
          <p:cNvSpPr>
            <a:spLocks noChangeArrowheads="1"/>
          </p:cNvSpPr>
          <p:nvPr/>
        </p:nvSpPr>
        <p:spPr bwMode="auto">
          <a:xfrm>
            <a:off x="3733800" y="392747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8684" name="Text Box 13">
            <a:extLst>
              <a:ext uri="{FF2B5EF4-FFF2-40B4-BE49-F238E27FC236}">
                <a16:creationId xmlns:a16="http://schemas.microsoft.com/office/drawing/2014/main" id="{45986FB1-5067-489B-8F5C-2AD9E5D46B41}"/>
              </a:ext>
            </a:extLst>
          </p:cNvPr>
          <p:cNvSpPr txBox="1">
            <a:spLocks noChangeArrowheads="1"/>
          </p:cNvSpPr>
          <p:nvPr/>
        </p:nvSpPr>
        <p:spPr bwMode="auto">
          <a:xfrm>
            <a:off x="3810000" y="400367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28685" name="Oval 14">
            <a:extLst>
              <a:ext uri="{FF2B5EF4-FFF2-40B4-BE49-F238E27FC236}">
                <a16:creationId xmlns:a16="http://schemas.microsoft.com/office/drawing/2014/main" id="{82EF93F4-A938-049C-E6AC-1820D3907574}"/>
              </a:ext>
            </a:extLst>
          </p:cNvPr>
          <p:cNvSpPr>
            <a:spLocks noChangeArrowheads="1"/>
          </p:cNvSpPr>
          <p:nvPr/>
        </p:nvSpPr>
        <p:spPr bwMode="auto">
          <a:xfrm>
            <a:off x="5638800" y="400367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8686" name="Text Box 15">
            <a:extLst>
              <a:ext uri="{FF2B5EF4-FFF2-40B4-BE49-F238E27FC236}">
                <a16:creationId xmlns:a16="http://schemas.microsoft.com/office/drawing/2014/main" id="{4758C9B3-0634-66BC-D48A-D14F7B414B35}"/>
              </a:ext>
            </a:extLst>
          </p:cNvPr>
          <p:cNvSpPr txBox="1">
            <a:spLocks noChangeArrowheads="1"/>
          </p:cNvSpPr>
          <p:nvPr/>
        </p:nvSpPr>
        <p:spPr bwMode="auto">
          <a:xfrm>
            <a:off x="5715000" y="407987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28687" name="Line 16">
            <a:extLst>
              <a:ext uri="{FF2B5EF4-FFF2-40B4-BE49-F238E27FC236}">
                <a16:creationId xmlns:a16="http://schemas.microsoft.com/office/drawing/2014/main" id="{A67F9E78-5A23-17E6-918F-C9B89D17B5A1}"/>
              </a:ext>
            </a:extLst>
          </p:cNvPr>
          <p:cNvSpPr>
            <a:spLocks noChangeShapeType="1"/>
          </p:cNvSpPr>
          <p:nvPr/>
        </p:nvSpPr>
        <p:spPr bwMode="auto">
          <a:xfrm flipH="1">
            <a:off x="4876800" y="2403474"/>
            <a:ext cx="457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8" name="Line 17">
            <a:extLst>
              <a:ext uri="{FF2B5EF4-FFF2-40B4-BE49-F238E27FC236}">
                <a16:creationId xmlns:a16="http://schemas.microsoft.com/office/drawing/2014/main" id="{6F955F89-912E-A2B5-9D92-F93D250857FE}"/>
              </a:ext>
            </a:extLst>
          </p:cNvPr>
          <p:cNvSpPr>
            <a:spLocks noChangeShapeType="1"/>
          </p:cNvSpPr>
          <p:nvPr/>
        </p:nvSpPr>
        <p:spPr bwMode="auto">
          <a:xfrm flipH="1">
            <a:off x="4191000" y="3394074"/>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9" name="Line 18">
            <a:extLst>
              <a:ext uri="{FF2B5EF4-FFF2-40B4-BE49-F238E27FC236}">
                <a16:creationId xmlns:a16="http://schemas.microsoft.com/office/drawing/2014/main" id="{3C6FAAB6-54B3-69B2-0BA4-60AC67D1F9BF}"/>
              </a:ext>
            </a:extLst>
          </p:cNvPr>
          <p:cNvSpPr>
            <a:spLocks noChangeShapeType="1"/>
          </p:cNvSpPr>
          <p:nvPr/>
        </p:nvSpPr>
        <p:spPr bwMode="auto">
          <a:xfrm>
            <a:off x="4876800" y="3317874"/>
            <a:ext cx="228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0" name="Line 19">
            <a:extLst>
              <a:ext uri="{FF2B5EF4-FFF2-40B4-BE49-F238E27FC236}">
                <a16:creationId xmlns:a16="http://schemas.microsoft.com/office/drawing/2014/main" id="{F4AC5049-0370-EACC-1C09-8D3FA825DE25}"/>
              </a:ext>
            </a:extLst>
          </p:cNvPr>
          <p:cNvSpPr>
            <a:spLocks noChangeShapeType="1"/>
          </p:cNvSpPr>
          <p:nvPr/>
        </p:nvSpPr>
        <p:spPr bwMode="auto">
          <a:xfrm>
            <a:off x="5715000" y="2403474"/>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1" name="Line 20">
            <a:extLst>
              <a:ext uri="{FF2B5EF4-FFF2-40B4-BE49-F238E27FC236}">
                <a16:creationId xmlns:a16="http://schemas.microsoft.com/office/drawing/2014/main" id="{212DD561-55DE-36A9-BFF8-8EC364796B23}"/>
              </a:ext>
            </a:extLst>
          </p:cNvPr>
          <p:cNvSpPr>
            <a:spLocks noChangeShapeType="1"/>
          </p:cNvSpPr>
          <p:nvPr/>
        </p:nvSpPr>
        <p:spPr bwMode="auto">
          <a:xfrm flipH="1">
            <a:off x="5943600" y="3394074"/>
            <a:ext cx="304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2" name="Text Box 21">
            <a:extLst>
              <a:ext uri="{FF2B5EF4-FFF2-40B4-BE49-F238E27FC236}">
                <a16:creationId xmlns:a16="http://schemas.microsoft.com/office/drawing/2014/main" id="{E2D82E8E-B246-0949-7099-078E18A0CB0B}"/>
              </a:ext>
            </a:extLst>
          </p:cNvPr>
          <p:cNvSpPr txBox="1">
            <a:spLocks noChangeArrowheads="1"/>
          </p:cNvSpPr>
          <p:nvPr/>
        </p:nvSpPr>
        <p:spPr bwMode="auto">
          <a:xfrm>
            <a:off x="8061326" y="5859463"/>
            <a:ext cx="441325" cy="369887"/>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28693" name="Text Box 22">
            <a:extLst>
              <a:ext uri="{FF2B5EF4-FFF2-40B4-BE49-F238E27FC236}">
                <a16:creationId xmlns:a16="http://schemas.microsoft.com/office/drawing/2014/main" id="{ED298D83-5A7D-735B-70D3-5E69E6B9220C}"/>
              </a:ext>
            </a:extLst>
          </p:cNvPr>
          <p:cNvSpPr txBox="1">
            <a:spLocks noChangeArrowheads="1"/>
          </p:cNvSpPr>
          <p:nvPr/>
        </p:nvSpPr>
        <p:spPr bwMode="auto">
          <a:xfrm>
            <a:off x="4953001" y="5841999"/>
            <a:ext cx="441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28694" name="Text Box 23">
            <a:extLst>
              <a:ext uri="{FF2B5EF4-FFF2-40B4-BE49-F238E27FC236}">
                <a16:creationId xmlns:a16="http://schemas.microsoft.com/office/drawing/2014/main" id="{75255D73-6A09-D770-3B4C-7BBA0724C0BD}"/>
              </a:ext>
            </a:extLst>
          </p:cNvPr>
          <p:cNvSpPr txBox="1">
            <a:spLocks noChangeArrowheads="1"/>
          </p:cNvSpPr>
          <p:nvPr/>
        </p:nvSpPr>
        <p:spPr bwMode="auto">
          <a:xfrm>
            <a:off x="5400676" y="5837238"/>
            <a:ext cx="441325" cy="369887"/>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28695" name="Text Box 24">
            <a:extLst>
              <a:ext uri="{FF2B5EF4-FFF2-40B4-BE49-F238E27FC236}">
                <a16:creationId xmlns:a16="http://schemas.microsoft.com/office/drawing/2014/main" id="{AA2246E5-6C53-7C63-349E-BF9E5C4FAC11}"/>
              </a:ext>
            </a:extLst>
          </p:cNvPr>
          <p:cNvSpPr txBox="1">
            <a:spLocks noChangeArrowheads="1"/>
          </p:cNvSpPr>
          <p:nvPr/>
        </p:nvSpPr>
        <p:spPr bwMode="auto">
          <a:xfrm>
            <a:off x="5842001" y="5835649"/>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28696" name="Text Box 25">
            <a:extLst>
              <a:ext uri="{FF2B5EF4-FFF2-40B4-BE49-F238E27FC236}">
                <a16:creationId xmlns:a16="http://schemas.microsoft.com/office/drawing/2014/main" id="{F5ED23C0-B1E5-9D4B-D732-889DF4BA3CAF}"/>
              </a:ext>
            </a:extLst>
          </p:cNvPr>
          <p:cNvSpPr txBox="1">
            <a:spLocks noChangeArrowheads="1"/>
          </p:cNvSpPr>
          <p:nvPr/>
        </p:nvSpPr>
        <p:spPr bwMode="auto">
          <a:xfrm>
            <a:off x="6157914" y="5834063"/>
            <a:ext cx="314325" cy="369887"/>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28697" name="Text Box 26">
            <a:extLst>
              <a:ext uri="{FF2B5EF4-FFF2-40B4-BE49-F238E27FC236}">
                <a16:creationId xmlns:a16="http://schemas.microsoft.com/office/drawing/2014/main" id="{325343C8-FCDB-BC62-73DA-7A4B2F435B41}"/>
              </a:ext>
            </a:extLst>
          </p:cNvPr>
          <p:cNvSpPr txBox="1">
            <a:spLocks noChangeArrowheads="1"/>
          </p:cNvSpPr>
          <p:nvPr/>
        </p:nvSpPr>
        <p:spPr bwMode="auto">
          <a:xfrm>
            <a:off x="6472239" y="5841999"/>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28698" name="Text Box 27">
            <a:extLst>
              <a:ext uri="{FF2B5EF4-FFF2-40B4-BE49-F238E27FC236}">
                <a16:creationId xmlns:a16="http://schemas.microsoft.com/office/drawing/2014/main" id="{63647CB7-10D2-62DC-D5A2-6960FD0BD120}"/>
              </a:ext>
            </a:extLst>
          </p:cNvPr>
          <p:cNvSpPr txBox="1">
            <a:spLocks noChangeArrowheads="1"/>
          </p:cNvSpPr>
          <p:nvPr/>
        </p:nvSpPr>
        <p:spPr bwMode="auto">
          <a:xfrm>
            <a:off x="4772026" y="5322887"/>
            <a:ext cx="10390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Array A</a:t>
            </a:r>
          </a:p>
        </p:txBody>
      </p:sp>
      <p:sp>
        <p:nvSpPr>
          <p:cNvPr id="28699" name="Text Box 28">
            <a:extLst>
              <a:ext uri="{FF2B5EF4-FFF2-40B4-BE49-F238E27FC236}">
                <a16:creationId xmlns:a16="http://schemas.microsoft.com/office/drawing/2014/main" id="{B7D2D77C-D79B-568B-8428-2E275DD0F3DD}"/>
              </a:ext>
            </a:extLst>
          </p:cNvPr>
          <p:cNvSpPr txBox="1">
            <a:spLocks noChangeArrowheads="1"/>
          </p:cNvSpPr>
          <p:nvPr/>
        </p:nvSpPr>
        <p:spPr bwMode="auto">
          <a:xfrm>
            <a:off x="7169151" y="5159374"/>
            <a:ext cx="9509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Sorted:</a:t>
            </a:r>
          </a:p>
        </p:txBody>
      </p:sp>
      <p:sp>
        <p:nvSpPr>
          <p:cNvPr id="28700" name="Line 29">
            <a:extLst>
              <a:ext uri="{FF2B5EF4-FFF2-40B4-BE49-F238E27FC236}">
                <a16:creationId xmlns:a16="http://schemas.microsoft.com/office/drawing/2014/main" id="{F83CC077-F129-69E3-7D69-42529C889296}"/>
              </a:ext>
            </a:extLst>
          </p:cNvPr>
          <p:cNvSpPr>
            <a:spLocks noChangeShapeType="1"/>
          </p:cNvSpPr>
          <p:nvPr/>
        </p:nvSpPr>
        <p:spPr bwMode="auto">
          <a:xfrm>
            <a:off x="5903914" y="2174875"/>
            <a:ext cx="2454275" cy="28575"/>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01" name="Text Box 30">
            <a:extLst>
              <a:ext uri="{FF2B5EF4-FFF2-40B4-BE49-F238E27FC236}">
                <a16:creationId xmlns:a16="http://schemas.microsoft.com/office/drawing/2014/main" id="{272A3616-64AE-466F-3CD4-471789FB79CC}"/>
              </a:ext>
            </a:extLst>
          </p:cNvPr>
          <p:cNvSpPr txBox="1">
            <a:spLocks noChangeArrowheads="1"/>
          </p:cNvSpPr>
          <p:nvPr/>
        </p:nvSpPr>
        <p:spPr bwMode="auto">
          <a:xfrm>
            <a:off x="6427789" y="1771649"/>
            <a:ext cx="19527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Take out biggest</a:t>
            </a:r>
          </a:p>
        </p:txBody>
      </p:sp>
      <p:sp>
        <p:nvSpPr>
          <p:cNvPr id="28702" name="Line 31">
            <a:extLst>
              <a:ext uri="{FF2B5EF4-FFF2-40B4-BE49-F238E27FC236}">
                <a16:creationId xmlns:a16="http://schemas.microsoft.com/office/drawing/2014/main" id="{6C77A0DE-CF99-6559-BF57-EAF0F23687BF}"/>
              </a:ext>
            </a:extLst>
          </p:cNvPr>
          <p:cNvSpPr>
            <a:spLocks noChangeShapeType="1"/>
          </p:cNvSpPr>
          <p:nvPr/>
        </p:nvSpPr>
        <p:spPr bwMode="auto">
          <a:xfrm flipV="1">
            <a:off x="6240463" y="4186237"/>
            <a:ext cx="1077912" cy="68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3" name="Line 32">
            <a:extLst>
              <a:ext uri="{FF2B5EF4-FFF2-40B4-BE49-F238E27FC236}">
                <a16:creationId xmlns:a16="http://schemas.microsoft.com/office/drawing/2014/main" id="{101AF6FF-85F7-0614-159F-0D1870FE8A82}"/>
              </a:ext>
            </a:extLst>
          </p:cNvPr>
          <p:cNvSpPr>
            <a:spLocks noChangeShapeType="1"/>
          </p:cNvSpPr>
          <p:nvPr/>
        </p:nvSpPr>
        <p:spPr bwMode="auto">
          <a:xfrm>
            <a:off x="7299325" y="2386012"/>
            <a:ext cx="19050" cy="179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4" name="Line 33">
            <a:extLst>
              <a:ext uri="{FF2B5EF4-FFF2-40B4-BE49-F238E27FC236}">
                <a16:creationId xmlns:a16="http://schemas.microsoft.com/office/drawing/2014/main" id="{DD433AFF-10A2-E3B0-5B86-882E151570D1}"/>
              </a:ext>
            </a:extLst>
          </p:cNvPr>
          <p:cNvSpPr>
            <a:spLocks noChangeShapeType="1"/>
          </p:cNvSpPr>
          <p:nvPr/>
        </p:nvSpPr>
        <p:spPr bwMode="auto">
          <a:xfrm flipH="1" flipV="1">
            <a:off x="5797550" y="2262187"/>
            <a:ext cx="1492250" cy="114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05" name="Text Box 34">
            <a:extLst>
              <a:ext uri="{FF2B5EF4-FFF2-40B4-BE49-F238E27FC236}">
                <a16:creationId xmlns:a16="http://schemas.microsoft.com/office/drawing/2014/main" id="{EF8F2DE6-57A2-A232-8D09-AB96B5B11DAC}"/>
              </a:ext>
            </a:extLst>
          </p:cNvPr>
          <p:cNvSpPr txBox="1">
            <a:spLocks noChangeArrowheads="1"/>
          </p:cNvSpPr>
          <p:nvPr/>
        </p:nvSpPr>
        <p:spPr bwMode="auto">
          <a:xfrm>
            <a:off x="7477125" y="3109913"/>
            <a:ext cx="254749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Move the last element</a:t>
            </a:r>
          </a:p>
          <a:p>
            <a:pPr eaLnBrk="1" hangingPunct="1"/>
            <a:r>
              <a:rPr lang="en-US" altLang="en-US">
                <a:latin typeface="Century Schoolbook" panose="02040604050505020304" pitchFamily="18" charset="0"/>
              </a:rPr>
              <a:t>to the root</a:t>
            </a:r>
          </a:p>
        </p:txBody>
      </p:sp>
      <p:sp>
        <p:nvSpPr>
          <p:cNvPr id="28706" name="Line 35">
            <a:extLst>
              <a:ext uri="{FF2B5EF4-FFF2-40B4-BE49-F238E27FC236}">
                <a16:creationId xmlns:a16="http://schemas.microsoft.com/office/drawing/2014/main" id="{3AC7E71B-1CDE-9782-E54C-E9590797F5FD}"/>
              </a:ext>
            </a:extLst>
          </p:cNvPr>
          <p:cNvSpPr>
            <a:spLocks noChangeShapeType="1"/>
          </p:cNvSpPr>
          <p:nvPr/>
        </p:nvSpPr>
        <p:spPr bwMode="auto">
          <a:xfrm>
            <a:off x="6654800" y="6227763"/>
            <a:ext cx="0"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7" name="Line 36">
            <a:extLst>
              <a:ext uri="{FF2B5EF4-FFF2-40B4-BE49-F238E27FC236}">
                <a16:creationId xmlns:a16="http://schemas.microsoft.com/office/drawing/2014/main" id="{9A8B3006-3B68-EDE3-AF23-5FB9E104229E}"/>
              </a:ext>
            </a:extLst>
          </p:cNvPr>
          <p:cNvSpPr>
            <a:spLocks noChangeShapeType="1"/>
          </p:cNvSpPr>
          <p:nvPr/>
        </p:nvSpPr>
        <p:spPr bwMode="auto">
          <a:xfrm flipH="1" flipV="1">
            <a:off x="4795838" y="6391275"/>
            <a:ext cx="1858962" cy="9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8" name="Line 37">
            <a:extLst>
              <a:ext uri="{FF2B5EF4-FFF2-40B4-BE49-F238E27FC236}">
                <a16:creationId xmlns:a16="http://schemas.microsoft.com/office/drawing/2014/main" id="{0DB9BC43-DD90-6ACE-8145-BF5537185A3D}"/>
              </a:ext>
            </a:extLst>
          </p:cNvPr>
          <p:cNvSpPr>
            <a:spLocks noChangeShapeType="1"/>
          </p:cNvSpPr>
          <p:nvPr/>
        </p:nvSpPr>
        <p:spPr bwMode="auto">
          <a:xfrm flipV="1">
            <a:off x="4786313" y="6256337"/>
            <a:ext cx="0" cy="1444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Oval 4">
            <a:extLst>
              <a:ext uri="{FF2B5EF4-FFF2-40B4-BE49-F238E27FC236}">
                <a16:creationId xmlns:a16="http://schemas.microsoft.com/office/drawing/2014/main" id="{3D699E08-7F64-2D79-790A-442A695B2AA4}"/>
              </a:ext>
            </a:extLst>
          </p:cNvPr>
          <p:cNvSpPr>
            <a:spLocks noChangeArrowheads="1"/>
          </p:cNvSpPr>
          <p:nvPr/>
        </p:nvSpPr>
        <p:spPr bwMode="auto">
          <a:xfrm>
            <a:off x="5181600" y="18891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9699" name="Oval 6">
            <a:extLst>
              <a:ext uri="{FF2B5EF4-FFF2-40B4-BE49-F238E27FC236}">
                <a16:creationId xmlns:a16="http://schemas.microsoft.com/office/drawing/2014/main" id="{9689A3AF-EA5F-F02F-F70F-E196A4C29813}"/>
              </a:ext>
            </a:extLst>
          </p:cNvPr>
          <p:cNvSpPr>
            <a:spLocks noChangeArrowheads="1"/>
          </p:cNvSpPr>
          <p:nvPr/>
        </p:nvSpPr>
        <p:spPr bwMode="auto">
          <a:xfrm>
            <a:off x="4419600" y="28035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9700" name="Text Box 7">
            <a:extLst>
              <a:ext uri="{FF2B5EF4-FFF2-40B4-BE49-F238E27FC236}">
                <a16:creationId xmlns:a16="http://schemas.microsoft.com/office/drawing/2014/main" id="{501A22B0-2FC7-5F2E-1826-A47154613B85}"/>
              </a:ext>
            </a:extLst>
          </p:cNvPr>
          <p:cNvSpPr txBox="1">
            <a:spLocks noChangeArrowheads="1"/>
          </p:cNvSpPr>
          <p:nvPr/>
        </p:nvSpPr>
        <p:spPr bwMode="auto">
          <a:xfrm>
            <a:off x="4495800" y="2879725"/>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29701" name="Oval 8">
            <a:extLst>
              <a:ext uri="{FF2B5EF4-FFF2-40B4-BE49-F238E27FC236}">
                <a16:creationId xmlns:a16="http://schemas.microsoft.com/office/drawing/2014/main" id="{569527CB-9DC9-FD1B-08B1-7F0CD3093A28}"/>
              </a:ext>
            </a:extLst>
          </p:cNvPr>
          <p:cNvSpPr>
            <a:spLocks noChangeArrowheads="1"/>
          </p:cNvSpPr>
          <p:nvPr/>
        </p:nvSpPr>
        <p:spPr bwMode="auto">
          <a:xfrm>
            <a:off x="6019800" y="28035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9702" name="Text Box 9">
            <a:extLst>
              <a:ext uri="{FF2B5EF4-FFF2-40B4-BE49-F238E27FC236}">
                <a16:creationId xmlns:a16="http://schemas.microsoft.com/office/drawing/2014/main" id="{C9057324-D738-9798-5502-EA439A399BFD}"/>
              </a:ext>
            </a:extLst>
          </p:cNvPr>
          <p:cNvSpPr txBox="1">
            <a:spLocks noChangeArrowheads="1"/>
          </p:cNvSpPr>
          <p:nvPr/>
        </p:nvSpPr>
        <p:spPr bwMode="auto">
          <a:xfrm>
            <a:off x="6096000" y="2879725"/>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29703" name="Oval 10">
            <a:extLst>
              <a:ext uri="{FF2B5EF4-FFF2-40B4-BE49-F238E27FC236}">
                <a16:creationId xmlns:a16="http://schemas.microsoft.com/office/drawing/2014/main" id="{B9069A9C-2519-2D14-D61E-53C32BA30C02}"/>
              </a:ext>
            </a:extLst>
          </p:cNvPr>
          <p:cNvSpPr>
            <a:spLocks noChangeArrowheads="1"/>
          </p:cNvSpPr>
          <p:nvPr/>
        </p:nvSpPr>
        <p:spPr bwMode="auto">
          <a:xfrm>
            <a:off x="4876800" y="39465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9704" name="Text Box 11">
            <a:extLst>
              <a:ext uri="{FF2B5EF4-FFF2-40B4-BE49-F238E27FC236}">
                <a16:creationId xmlns:a16="http://schemas.microsoft.com/office/drawing/2014/main" id="{6F162A6E-1886-6508-9228-1CC63340951F}"/>
              </a:ext>
            </a:extLst>
          </p:cNvPr>
          <p:cNvSpPr txBox="1">
            <a:spLocks noChangeArrowheads="1"/>
          </p:cNvSpPr>
          <p:nvPr/>
        </p:nvSpPr>
        <p:spPr bwMode="auto">
          <a:xfrm>
            <a:off x="4953000" y="402272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29705" name="Oval 12">
            <a:extLst>
              <a:ext uri="{FF2B5EF4-FFF2-40B4-BE49-F238E27FC236}">
                <a16:creationId xmlns:a16="http://schemas.microsoft.com/office/drawing/2014/main" id="{E4360643-330E-40DC-1A47-3FBC8987CC2C}"/>
              </a:ext>
            </a:extLst>
          </p:cNvPr>
          <p:cNvSpPr>
            <a:spLocks noChangeArrowheads="1"/>
          </p:cNvSpPr>
          <p:nvPr/>
        </p:nvSpPr>
        <p:spPr bwMode="auto">
          <a:xfrm>
            <a:off x="3733800" y="38703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29706" name="Text Box 13">
            <a:extLst>
              <a:ext uri="{FF2B5EF4-FFF2-40B4-BE49-F238E27FC236}">
                <a16:creationId xmlns:a16="http://schemas.microsoft.com/office/drawing/2014/main" id="{04195CC7-6783-3CDC-30BC-9C4C8EBD07B7}"/>
              </a:ext>
            </a:extLst>
          </p:cNvPr>
          <p:cNvSpPr txBox="1">
            <a:spLocks noChangeArrowheads="1"/>
          </p:cNvSpPr>
          <p:nvPr/>
        </p:nvSpPr>
        <p:spPr bwMode="auto">
          <a:xfrm>
            <a:off x="3810000" y="394652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29707" name="Text Box 15">
            <a:extLst>
              <a:ext uri="{FF2B5EF4-FFF2-40B4-BE49-F238E27FC236}">
                <a16:creationId xmlns:a16="http://schemas.microsoft.com/office/drawing/2014/main" id="{C508E55F-D765-0B36-1196-D4AA168B02EC}"/>
              </a:ext>
            </a:extLst>
          </p:cNvPr>
          <p:cNvSpPr txBox="1">
            <a:spLocks noChangeArrowheads="1"/>
          </p:cNvSpPr>
          <p:nvPr/>
        </p:nvSpPr>
        <p:spPr bwMode="auto">
          <a:xfrm>
            <a:off x="5330825" y="197326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29708" name="Line 16">
            <a:extLst>
              <a:ext uri="{FF2B5EF4-FFF2-40B4-BE49-F238E27FC236}">
                <a16:creationId xmlns:a16="http://schemas.microsoft.com/office/drawing/2014/main" id="{BAB9F8D9-F413-0BFD-725E-629477A5E194}"/>
              </a:ext>
            </a:extLst>
          </p:cNvPr>
          <p:cNvSpPr>
            <a:spLocks noChangeShapeType="1"/>
          </p:cNvSpPr>
          <p:nvPr/>
        </p:nvSpPr>
        <p:spPr bwMode="auto">
          <a:xfrm flipH="1">
            <a:off x="4876800" y="2346324"/>
            <a:ext cx="457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9" name="Line 17">
            <a:extLst>
              <a:ext uri="{FF2B5EF4-FFF2-40B4-BE49-F238E27FC236}">
                <a16:creationId xmlns:a16="http://schemas.microsoft.com/office/drawing/2014/main" id="{9AC9C362-2BC7-866C-1523-56EE681B58A8}"/>
              </a:ext>
            </a:extLst>
          </p:cNvPr>
          <p:cNvSpPr>
            <a:spLocks noChangeShapeType="1"/>
          </p:cNvSpPr>
          <p:nvPr/>
        </p:nvSpPr>
        <p:spPr bwMode="auto">
          <a:xfrm flipH="1">
            <a:off x="4191000" y="3336924"/>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0" name="Line 18">
            <a:extLst>
              <a:ext uri="{FF2B5EF4-FFF2-40B4-BE49-F238E27FC236}">
                <a16:creationId xmlns:a16="http://schemas.microsoft.com/office/drawing/2014/main" id="{03998DD9-1CB2-EE10-4C06-0497FE9374D9}"/>
              </a:ext>
            </a:extLst>
          </p:cNvPr>
          <p:cNvSpPr>
            <a:spLocks noChangeShapeType="1"/>
          </p:cNvSpPr>
          <p:nvPr/>
        </p:nvSpPr>
        <p:spPr bwMode="auto">
          <a:xfrm>
            <a:off x="4876800" y="3260724"/>
            <a:ext cx="228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1" name="Line 19">
            <a:extLst>
              <a:ext uri="{FF2B5EF4-FFF2-40B4-BE49-F238E27FC236}">
                <a16:creationId xmlns:a16="http://schemas.microsoft.com/office/drawing/2014/main" id="{E813D95E-FA35-954A-8A79-1244AFEA4B2B}"/>
              </a:ext>
            </a:extLst>
          </p:cNvPr>
          <p:cNvSpPr>
            <a:spLocks noChangeShapeType="1"/>
          </p:cNvSpPr>
          <p:nvPr/>
        </p:nvSpPr>
        <p:spPr bwMode="auto">
          <a:xfrm>
            <a:off x="5715000" y="2346324"/>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2" name="Text Box 21">
            <a:extLst>
              <a:ext uri="{FF2B5EF4-FFF2-40B4-BE49-F238E27FC236}">
                <a16:creationId xmlns:a16="http://schemas.microsoft.com/office/drawing/2014/main" id="{C41788B0-7BA7-266F-3A16-FE83AB9CE04F}"/>
              </a:ext>
            </a:extLst>
          </p:cNvPr>
          <p:cNvSpPr txBox="1">
            <a:spLocks noChangeArrowheads="1"/>
          </p:cNvSpPr>
          <p:nvPr/>
        </p:nvSpPr>
        <p:spPr bwMode="auto">
          <a:xfrm>
            <a:off x="8061326" y="5802313"/>
            <a:ext cx="441325" cy="369887"/>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29713" name="Text Box 22">
            <a:extLst>
              <a:ext uri="{FF2B5EF4-FFF2-40B4-BE49-F238E27FC236}">
                <a16:creationId xmlns:a16="http://schemas.microsoft.com/office/drawing/2014/main" id="{728E825A-BB8F-AB4E-31FB-132AFC87433C}"/>
              </a:ext>
            </a:extLst>
          </p:cNvPr>
          <p:cNvSpPr txBox="1">
            <a:spLocks noChangeArrowheads="1"/>
          </p:cNvSpPr>
          <p:nvPr/>
        </p:nvSpPr>
        <p:spPr bwMode="auto">
          <a:xfrm>
            <a:off x="4953001" y="5784849"/>
            <a:ext cx="441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29714" name="Text Box 23">
            <a:extLst>
              <a:ext uri="{FF2B5EF4-FFF2-40B4-BE49-F238E27FC236}">
                <a16:creationId xmlns:a16="http://schemas.microsoft.com/office/drawing/2014/main" id="{033C0964-DFCF-DCAA-0CD3-8E2166B9E451}"/>
              </a:ext>
            </a:extLst>
          </p:cNvPr>
          <p:cNvSpPr txBox="1">
            <a:spLocks noChangeArrowheads="1"/>
          </p:cNvSpPr>
          <p:nvPr/>
        </p:nvSpPr>
        <p:spPr bwMode="auto">
          <a:xfrm>
            <a:off x="5400676" y="5780088"/>
            <a:ext cx="441325" cy="369887"/>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29715" name="Text Box 24">
            <a:extLst>
              <a:ext uri="{FF2B5EF4-FFF2-40B4-BE49-F238E27FC236}">
                <a16:creationId xmlns:a16="http://schemas.microsoft.com/office/drawing/2014/main" id="{7AED1AC0-9068-2F2C-6009-86E5A58A885F}"/>
              </a:ext>
            </a:extLst>
          </p:cNvPr>
          <p:cNvSpPr txBox="1">
            <a:spLocks noChangeArrowheads="1"/>
          </p:cNvSpPr>
          <p:nvPr/>
        </p:nvSpPr>
        <p:spPr bwMode="auto">
          <a:xfrm>
            <a:off x="5842001" y="5778499"/>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29716" name="Text Box 25">
            <a:extLst>
              <a:ext uri="{FF2B5EF4-FFF2-40B4-BE49-F238E27FC236}">
                <a16:creationId xmlns:a16="http://schemas.microsoft.com/office/drawing/2014/main" id="{AF27C63B-D0A5-9695-04C0-4F8FBE21F07A}"/>
              </a:ext>
            </a:extLst>
          </p:cNvPr>
          <p:cNvSpPr txBox="1">
            <a:spLocks noChangeArrowheads="1"/>
          </p:cNvSpPr>
          <p:nvPr/>
        </p:nvSpPr>
        <p:spPr bwMode="auto">
          <a:xfrm>
            <a:off x="6157914" y="5776913"/>
            <a:ext cx="314325" cy="369887"/>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29717" name="Text Box 26">
            <a:extLst>
              <a:ext uri="{FF2B5EF4-FFF2-40B4-BE49-F238E27FC236}">
                <a16:creationId xmlns:a16="http://schemas.microsoft.com/office/drawing/2014/main" id="{6D12ACA3-F8AF-5BAD-FDA7-B4BED9C75079}"/>
              </a:ext>
            </a:extLst>
          </p:cNvPr>
          <p:cNvSpPr txBox="1">
            <a:spLocks noChangeArrowheads="1"/>
          </p:cNvSpPr>
          <p:nvPr/>
        </p:nvSpPr>
        <p:spPr bwMode="auto">
          <a:xfrm>
            <a:off x="4632326" y="5775324"/>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29718" name="Text Box 27">
            <a:extLst>
              <a:ext uri="{FF2B5EF4-FFF2-40B4-BE49-F238E27FC236}">
                <a16:creationId xmlns:a16="http://schemas.microsoft.com/office/drawing/2014/main" id="{889CAA9B-8385-B119-2509-337D103D07DF}"/>
              </a:ext>
            </a:extLst>
          </p:cNvPr>
          <p:cNvSpPr txBox="1">
            <a:spLocks noChangeArrowheads="1"/>
          </p:cNvSpPr>
          <p:nvPr/>
        </p:nvSpPr>
        <p:spPr bwMode="auto">
          <a:xfrm>
            <a:off x="4772026" y="5265737"/>
            <a:ext cx="10390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Array A</a:t>
            </a:r>
          </a:p>
        </p:txBody>
      </p:sp>
      <p:sp>
        <p:nvSpPr>
          <p:cNvPr id="29719" name="Text Box 28">
            <a:extLst>
              <a:ext uri="{FF2B5EF4-FFF2-40B4-BE49-F238E27FC236}">
                <a16:creationId xmlns:a16="http://schemas.microsoft.com/office/drawing/2014/main" id="{357E36DB-DCEF-1BED-8856-CB17A7FB64B2}"/>
              </a:ext>
            </a:extLst>
          </p:cNvPr>
          <p:cNvSpPr txBox="1">
            <a:spLocks noChangeArrowheads="1"/>
          </p:cNvSpPr>
          <p:nvPr/>
        </p:nvSpPr>
        <p:spPr bwMode="auto">
          <a:xfrm>
            <a:off x="7169151" y="5102224"/>
            <a:ext cx="950901" cy="369332"/>
          </a:xfrm>
          <a:prstGeom prst="rect">
            <a:avLst/>
          </a:prstGeom>
          <a:solidFill>
            <a:srgbClr val="B8B8B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Sorted:</a:t>
            </a:r>
          </a:p>
        </p:txBody>
      </p:sp>
      <p:sp>
        <p:nvSpPr>
          <p:cNvPr id="29720" name="Text Box 37">
            <a:extLst>
              <a:ext uri="{FF2B5EF4-FFF2-40B4-BE49-F238E27FC236}">
                <a16:creationId xmlns:a16="http://schemas.microsoft.com/office/drawing/2014/main" id="{DECB899B-D564-6401-594F-E4B244D7601F}"/>
              </a:ext>
            </a:extLst>
          </p:cNvPr>
          <p:cNvSpPr txBox="1">
            <a:spLocks noChangeArrowheads="1"/>
          </p:cNvSpPr>
          <p:nvPr/>
        </p:nvSpPr>
        <p:spPr bwMode="auto">
          <a:xfrm>
            <a:off x="2374900" y="2455862"/>
            <a:ext cx="14285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Century Schoolbook" panose="02040604050505020304" pitchFamily="18" charset="0"/>
              </a:rPr>
              <a:t>HEAPIFY()</a:t>
            </a:r>
          </a:p>
        </p:txBody>
      </p:sp>
      <p:sp>
        <p:nvSpPr>
          <p:cNvPr id="29721" name="Line 38">
            <a:extLst>
              <a:ext uri="{FF2B5EF4-FFF2-40B4-BE49-F238E27FC236}">
                <a16:creationId xmlns:a16="http://schemas.microsoft.com/office/drawing/2014/main" id="{F008F29D-D504-5316-8585-52B728E04CB2}"/>
              </a:ext>
            </a:extLst>
          </p:cNvPr>
          <p:cNvSpPr>
            <a:spLocks noChangeShapeType="1"/>
          </p:cNvSpPr>
          <p:nvPr/>
        </p:nvSpPr>
        <p:spPr bwMode="auto">
          <a:xfrm>
            <a:off x="6403976" y="2406649"/>
            <a:ext cx="66675" cy="4143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22" name="Line 39">
            <a:extLst>
              <a:ext uri="{FF2B5EF4-FFF2-40B4-BE49-F238E27FC236}">
                <a16:creationId xmlns:a16="http://schemas.microsoft.com/office/drawing/2014/main" id="{C965C313-7422-CE9E-6C82-21D9300B73B3}"/>
              </a:ext>
            </a:extLst>
          </p:cNvPr>
          <p:cNvSpPr>
            <a:spLocks noChangeShapeType="1"/>
          </p:cNvSpPr>
          <p:nvPr/>
        </p:nvSpPr>
        <p:spPr bwMode="auto">
          <a:xfrm flipH="1" flipV="1">
            <a:off x="5797551" y="2184399"/>
            <a:ext cx="606425" cy="2222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23" name="Text Box 40">
            <a:extLst>
              <a:ext uri="{FF2B5EF4-FFF2-40B4-BE49-F238E27FC236}">
                <a16:creationId xmlns:a16="http://schemas.microsoft.com/office/drawing/2014/main" id="{16BE1985-E72B-3377-FB07-F7F053369FB3}"/>
              </a:ext>
            </a:extLst>
          </p:cNvPr>
          <p:cNvSpPr txBox="1">
            <a:spLocks noChangeArrowheads="1"/>
          </p:cNvSpPr>
          <p:nvPr/>
        </p:nvSpPr>
        <p:spPr bwMode="auto">
          <a:xfrm>
            <a:off x="6427789" y="2166937"/>
            <a:ext cx="7328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swap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Oval 4">
            <a:extLst>
              <a:ext uri="{FF2B5EF4-FFF2-40B4-BE49-F238E27FC236}">
                <a16:creationId xmlns:a16="http://schemas.microsoft.com/office/drawing/2014/main" id="{4A3CB73D-A497-F1AE-4B73-57F8AE7F9BEB}"/>
              </a:ext>
            </a:extLst>
          </p:cNvPr>
          <p:cNvSpPr>
            <a:spLocks noChangeArrowheads="1"/>
          </p:cNvSpPr>
          <p:nvPr/>
        </p:nvSpPr>
        <p:spPr bwMode="auto">
          <a:xfrm>
            <a:off x="5181600" y="19050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0723" name="Oval 6">
            <a:extLst>
              <a:ext uri="{FF2B5EF4-FFF2-40B4-BE49-F238E27FC236}">
                <a16:creationId xmlns:a16="http://schemas.microsoft.com/office/drawing/2014/main" id="{3B2424B4-15E4-5BF7-FF43-B6C6877FDA77}"/>
              </a:ext>
            </a:extLst>
          </p:cNvPr>
          <p:cNvSpPr>
            <a:spLocks noChangeArrowheads="1"/>
          </p:cNvSpPr>
          <p:nvPr/>
        </p:nvSpPr>
        <p:spPr bwMode="auto">
          <a:xfrm>
            <a:off x="4419600" y="28194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0724" name="Text Box 7">
            <a:extLst>
              <a:ext uri="{FF2B5EF4-FFF2-40B4-BE49-F238E27FC236}">
                <a16:creationId xmlns:a16="http://schemas.microsoft.com/office/drawing/2014/main" id="{2AC8B8DD-D1FF-A898-CBFD-03CFFAF20D0D}"/>
              </a:ext>
            </a:extLst>
          </p:cNvPr>
          <p:cNvSpPr txBox="1">
            <a:spLocks noChangeArrowheads="1"/>
          </p:cNvSpPr>
          <p:nvPr/>
        </p:nvSpPr>
        <p:spPr bwMode="auto">
          <a:xfrm>
            <a:off x="4495800" y="28956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30725" name="Oval 8">
            <a:extLst>
              <a:ext uri="{FF2B5EF4-FFF2-40B4-BE49-F238E27FC236}">
                <a16:creationId xmlns:a16="http://schemas.microsoft.com/office/drawing/2014/main" id="{662AB190-57BD-5331-B33D-DA3BAA5D3F50}"/>
              </a:ext>
            </a:extLst>
          </p:cNvPr>
          <p:cNvSpPr>
            <a:spLocks noChangeArrowheads="1"/>
          </p:cNvSpPr>
          <p:nvPr/>
        </p:nvSpPr>
        <p:spPr bwMode="auto">
          <a:xfrm>
            <a:off x="6019800" y="28194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0726" name="Text Box 9">
            <a:extLst>
              <a:ext uri="{FF2B5EF4-FFF2-40B4-BE49-F238E27FC236}">
                <a16:creationId xmlns:a16="http://schemas.microsoft.com/office/drawing/2014/main" id="{140E64D7-8FC2-B4DB-AC69-AC8D8EAA4268}"/>
              </a:ext>
            </a:extLst>
          </p:cNvPr>
          <p:cNvSpPr txBox="1">
            <a:spLocks noChangeArrowheads="1"/>
          </p:cNvSpPr>
          <p:nvPr/>
        </p:nvSpPr>
        <p:spPr bwMode="auto">
          <a:xfrm>
            <a:off x="5259388" y="200025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30727" name="Oval 10">
            <a:extLst>
              <a:ext uri="{FF2B5EF4-FFF2-40B4-BE49-F238E27FC236}">
                <a16:creationId xmlns:a16="http://schemas.microsoft.com/office/drawing/2014/main" id="{C320864A-4761-FBEE-5540-AA6D80B99C6B}"/>
              </a:ext>
            </a:extLst>
          </p:cNvPr>
          <p:cNvSpPr>
            <a:spLocks noChangeArrowheads="1"/>
          </p:cNvSpPr>
          <p:nvPr/>
        </p:nvSpPr>
        <p:spPr bwMode="auto">
          <a:xfrm>
            <a:off x="4876800" y="39624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0728" name="Text Box 11">
            <a:extLst>
              <a:ext uri="{FF2B5EF4-FFF2-40B4-BE49-F238E27FC236}">
                <a16:creationId xmlns:a16="http://schemas.microsoft.com/office/drawing/2014/main" id="{A59281C4-B19B-09F1-3929-6468E74C8795}"/>
              </a:ext>
            </a:extLst>
          </p:cNvPr>
          <p:cNvSpPr txBox="1">
            <a:spLocks noChangeArrowheads="1"/>
          </p:cNvSpPr>
          <p:nvPr/>
        </p:nvSpPr>
        <p:spPr bwMode="auto">
          <a:xfrm>
            <a:off x="4953000" y="4038601"/>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0729" name="Oval 12">
            <a:extLst>
              <a:ext uri="{FF2B5EF4-FFF2-40B4-BE49-F238E27FC236}">
                <a16:creationId xmlns:a16="http://schemas.microsoft.com/office/drawing/2014/main" id="{D5099D51-ABA5-72E5-98A5-A96EDC9BF269}"/>
              </a:ext>
            </a:extLst>
          </p:cNvPr>
          <p:cNvSpPr>
            <a:spLocks noChangeArrowheads="1"/>
          </p:cNvSpPr>
          <p:nvPr/>
        </p:nvSpPr>
        <p:spPr bwMode="auto">
          <a:xfrm>
            <a:off x="3733800" y="3886200"/>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0730" name="Text Box 13">
            <a:extLst>
              <a:ext uri="{FF2B5EF4-FFF2-40B4-BE49-F238E27FC236}">
                <a16:creationId xmlns:a16="http://schemas.microsoft.com/office/drawing/2014/main" id="{C66DC691-808F-6530-2B8C-E231535BB6F2}"/>
              </a:ext>
            </a:extLst>
          </p:cNvPr>
          <p:cNvSpPr txBox="1">
            <a:spLocks noChangeArrowheads="1"/>
          </p:cNvSpPr>
          <p:nvPr/>
        </p:nvSpPr>
        <p:spPr bwMode="auto">
          <a:xfrm>
            <a:off x="3810000" y="3962401"/>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0731" name="Text Box 14">
            <a:extLst>
              <a:ext uri="{FF2B5EF4-FFF2-40B4-BE49-F238E27FC236}">
                <a16:creationId xmlns:a16="http://schemas.microsoft.com/office/drawing/2014/main" id="{9FC3D53C-C859-9849-22CB-584B98897FD6}"/>
              </a:ext>
            </a:extLst>
          </p:cNvPr>
          <p:cNvSpPr txBox="1">
            <a:spLocks noChangeArrowheads="1"/>
          </p:cNvSpPr>
          <p:nvPr/>
        </p:nvSpPr>
        <p:spPr bwMode="auto">
          <a:xfrm>
            <a:off x="6167438" y="29035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0732" name="Line 15">
            <a:extLst>
              <a:ext uri="{FF2B5EF4-FFF2-40B4-BE49-F238E27FC236}">
                <a16:creationId xmlns:a16="http://schemas.microsoft.com/office/drawing/2014/main" id="{A3870BE0-B38B-5808-E683-3F9DA97B5BC2}"/>
              </a:ext>
            </a:extLst>
          </p:cNvPr>
          <p:cNvSpPr>
            <a:spLocks noChangeShapeType="1"/>
          </p:cNvSpPr>
          <p:nvPr/>
        </p:nvSpPr>
        <p:spPr bwMode="auto">
          <a:xfrm flipH="1">
            <a:off x="4876800" y="2362200"/>
            <a:ext cx="457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3" name="Line 16">
            <a:extLst>
              <a:ext uri="{FF2B5EF4-FFF2-40B4-BE49-F238E27FC236}">
                <a16:creationId xmlns:a16="http://schemas.microsoft.com/office/drawing/2014/main" id="{F15BD553-845C-C212-6421-55CBF3910A90}"/>
              </a:ext>
            </a:extLst>
          </p:cNvPr>
          <p:cNvSpPr>
            <a:spLocks noChangeShapeType="1"/>
          </p:cNvSpPr>
          <p:nvPr/>
        </p:nvSpPr>
        <p:spPr bwMode="auto">
          <a:xfrm flipH="1">
            <a:off x="4191000" y="3352800"/>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4" name="Line 17">
            <a:extLst>
              <a:ext uri="{FF2B5EF4-FFF2-40B4-BE49-F238E27FC236}">
                <a16:creationId xmlns:a16="http://schemas.microsoft.com/office/drawing/2014/main" id="{2E35DEEB-6B71-BF82-BFD6-768984B37CEE}"/>
              </a:ext>
            </a:extLst>
          </p:cNvPr>
          <p:cNvSpPr>
            <a:spLocks noChangeShapeType="1"/>
          </p:cNvSpPr>
          <p:nvPr/>
        </p:nvSpPr>
        <p:spPr bwMode="auto">
          <a:xfrm>
            <a:off x="4876800" y="3276600"/>
            <a:ext cx="228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5" name="Line 18">
            <a:extLst>
              <a:ext uri="{FF2B5EF4-FFF2-40B4-BE49-F238E27FC236}">
                <a16:creationId xmlns:a16="http://schemas.microsoft.com/office/drawing/2014/main" id="{6FBA3149-D8AD-B27E-E397-EC722AF82B8E}"/>
              </a:ext>
            </a:extLst>
          </p:cNvPr>
          <p:cNvSpPr>
            <a:spLocks noChangeShapeType="1"/>
          </p:cNvSpPr>
          <p:nvPr/>
        </p:nvSpPr>
        <p:spPr bwMode="auto">
          <a:xfrm>
            <a:off x="5715000" y="23622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6" name="Text Box 19">
            <a:extLst>
              <a:ext uri="{FF2B5EF4-FFF2-40B4-BE49-F238E27FC236}">
                <a16:creationId xmlns:a16="http://schemas.microsoft.com/office/drawing/2014/main" id="{5FD960B6-7C24-ECCC-3CA9-96E90DBF115A}"/>
              </a:ext>
            </a:extLst>
          </p:cNvPr>
          <p:cNvSpPr txBox="1">
            <a:spLocks noChangeArrowheads="1"/>
          </p:cNvSpPr>
          <p:nvPr/>
        </p:nvSpPr>
        <p:spPr bwMode="auto">
          <a:xfrm>
            <a:off x="8061326" y="5818189"/>
            <a:ext cx="441325" cy="369887"/>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30737" name="Text Box 20">
            <a:extLst>
              <a:ext uri="{FF2B5EF4-FFF2-40B4-BE49-F238E27FC236}">
                <a16:creationId xmlns:a16="http://schemas.microsoft.com/office/drawing/2014/main" id="{8ED980B6-0988-27D0-6ABB-D418D77D5176}"/>
              </a:ext>
            </a:extLst>
          </p:cNvPr>
          <p:cNvSpPr txBox="1">
            <a:spLocks noChangeArrowheads="1"/>
          </p:cNvSpPr>
          <p:nvPr/>
        </p:nvSpPr>
        <p:spPr bwMode="auto">
          <a:xfrm>
            <a:off x="4953001" y="5800725"/>
            <a:ext cx="441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30738" name="Text Box 21">
            <a:extLst>
              <a:ext uri="{FF2B5EF4-FFF2-40B4-BE49-F238E27FC236}">
                <a16:creationId xmlns:a16="http://schemas.microsoft.com/office/drawing/2014/main" id="{F233A019-7B70-5F4C-A2CE-FC39E37C9DB0}"/>
              </a:ext>
            </a:extLst>
          </p:cNvPr>
          <p:cNvSpPr txBox="1">
            <a:spLocks noChangeArrowheads="1"/>
          </p:cNvSpPr>
          <p:nvPr/>
        </p:nvSpPr>
        <p:spPr bwMode="auto">
          <a:xfrm>
            <a:off x="4505326" y="5797550"/>
            <a:ext cx="441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30739" name="Text Box 22">
            <a:extLst>
              <a:ext uri="{FF2B5EF4-FFF2-40B4-BE49-F238E27FC236}">
                <a16:creationId xmlns:a16="http://schemas.microsoft.com/office/drawing/2014/main" id="{25B85B7C-052E-E27E-426E-D2D1AA0612A7}"/>
              </a:ext>
            </a:extLst>
          </p:cNvPr>
          <p:cNvSpPr txBox="1">
            <a:spLocks noChangeArrowheads="1"/>
          </p:cNvSpPr>
          <p:nvPr/>
        </p:nvSpPr>
        <p:spPr bwMode="auto">
          <a:xfrm>
            <a:off x="5716589" y="5794375"/>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0740" name="Text Box 23">
            <a:extLst>
              <a:ext uri="{FF2B5EF4-FFF2-40B4-BE49-F238E27FC236}">
                <a16:creationId xmlns:a16="http://schemas.microsoft.com/office/drawing/2014/main" id="{1A5B721C-AC99-BD72-E2DA-7C65F7ACC473}"/>
              </a:ext>
            </a:extLst>
          </p:cNvPr>
          <p:cNvSpPr txBox="1">
            <a:spLocks noChangeArrowheads="1"/>
          </p:cNvSpPr>
          <p:nvPr/>
        </p:nvSpPr>
        <p:spPr bwMode="auto">
          <a:xfrm>
            <a:off x="6032501" y="5792789"/>
            <a:ext cx="314325" cy="369887"/>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0741" name="Text Box 24">
            <a:extLst>
              <a:ext uri="{FF2B5EF4-FFF2-40B4-BE49-F238E27FC236}">
                <a16:creationId xmlns:a16="http://schemas.microsoft.com/office/drawing/2014/main" id="{24134BCF-595B-493E-C635-5EE447D78B01}"/>
              </a:ext>
            </a:extLst>
          </p:cNvPr>
          <p:cNvSpPr txBox="1">
            <a:spLocks noChangeArrowheads="1"/>
          </p:cNvSpPr>
          <p:nvPr/>
        </p:nvSpPr>
        <p:spPr bwMode="auto">
          <a:xfrm>
            <a:off x="5402264" y="5800725"/>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0742" name="Text Box 25">
            <a:extLst>
              <a:ext uri="{FF2B5EF4-FFF2-40B4-BE49-F238E27FC236}">
                <a16:creationId xmlns:a16="http://schemas.microsoft.com/office/drawing/2014/main" id="{E80A12D1-B0FD-8F17-4CFA-7DF941BCFACE}"/>
              </a:ext>
            </a:extLst>
          </p:cNvPr>
          <p:cNvSpPr txBox="1">
            <a:spLocks noChangeArrowheads="1"/>
          </p:cNvSpPr>
          <p:nvPr/>
        </p:nvSpPr>
        <p:spPr bwMode="auto">
          <a:xfrm>
            <a:off x="4772026" y="5281613"/>
            <a:ext cx="10390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Array A</a:t>
            </a:r>
          </a:p>
        </p:txBody>
      </p:sp>
      <p:sp>
        <p:nvSpPr>
          <p:cNvPr id="30743" name="Text Box 26">
            <a:extLst>
              <a:ext uri="{FF2B5EF4-FFF2-40B4-BE49-F238E27FC236}">
                <a16:creationId xmlns:a16="http://schemas.microsoft.com/office/drawing/2014/main" id="{A9A132B0-CEF5-9338-9F41-1E25BFA5B566}"/>
              </a:ext>
            </a:extLst>
          </p:cNvPr>
          <p:cNvSpPr txBox="1">
            <a:spLocks noChangeArrowheads="1"/>
          </p:cNvSpPr>
          <p:nvPr/>
        </p:nvSpPr>
        <p:spPr bwMode="auto">
          <a:xfrm>
            <a:off x="7169151" y="5118100"/>
            <a:ext cx="950901" cy="369332"/>
          </a:xfrm>
          <a:prstGeom prst="rect">
            <a:avLst/>
          </a:prstGeom>
          <a:solidFill>
            <a:srgbClr val="B8B8B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Sorted: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Oval 4">
            <a:extLst>
              <a:ext uri="{FF2B5EF4-FFF2-40B4-BE49-F238E27FC236}">
                <a16:creationId xmlns:a16="http://schemas.microsoft.com/office/drawing/2014/main" id="{83340DDC-23F9-BB82-E1B3-ECABA9481702}"/>
              </a:ext>
            </a:extLst>
          </p:cNvPr>
          <p:cNvSpPr>
            <a:spLocks noChangeArrowheads="1"/>
          </p:cNvSpPr>
          <p:nvPr/>
        </p:nvSpPr>
        <p:spPr bwMode="auto">
          <a:xfrm>
            <a:off x="5181600" y="191928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1747" name="Oval 5">
            <a:extLst>
              <a:ext uri="{FF2B5EF4-FFF2-40B4-BE49-F238E27FC236}">
                <a16:creationId xmlns:a16="http://schemas.microsoft.com/office/drawing/2014/main" id="{B0A5095A-D1AB-F5AF-E2B3-C0E303D3D2DA}"/>
              </a:ext>
            </a:extLst>
          </p:cNvPr>
          <p:cNvSpPr>
            <a:spLocks noChangeArrowheads="1"/>
          </p:cNvSpPr>
          <p:nvPr/>
        </p:nvSpPr>
        <p:spPr bwMode="auto">
          <a:xfrm>
            <a:off x="4419600" y="283368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1748" name="Text Box 6">
            <a:extLst>
              <a:ext uri="{FF2B5EF4-FFF2-40B4-BE49-F238E27FC236}">
                <a16:creationId xmlns:a16="http://schemas.microsoft.com/office/drawing/2014/main" id="{D0D58EF9-1F72-1F80-1927-CAC61C7C3A9A}"/>
              </a:ext>
            </a:extLst>
          </p:cNvPr>
          <p:cNvSpPr txBox="1">
            <a:spLocks noChangeArrowheads="1"/>
          </p:cNvSpPr>
          <p:nvPr/>
        </p:nvSpPr>
        <p:spPr bwMode="auto">
          <a:xfrm>
            <a:off x="4495800" y="2909888"/>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31749" name="Oval 7">
            <a:extLst>
              <a:ext uri="{FF2B5EF4-FFF2-40B4-BE49-F238E27FC236}">
                <a16:creationId xmlns:a16="http://schemas.microsoft.com/office/drawing/2014/main" id="{C339A9C5-2777-862F-7240-5EB3DC789B22}"/>
              </a:ext>
            </a:extLst>
          </p:cNvPr>
          <p:cNvSpPr>
            <a:spLocks noChangeArrowheads="1"/>
          </p:cNvSpPr>
          <p:nvPr/>
        </p:nvSpPr>
        <p:spPr bwMode="auto">
          <a:xfrm>
            <a:off x="6019800" y="283368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1750" name="Text Box 8">
            <a:extLst>
              <a:ext uri="{FF2B5EF4-FFF2-40B4-BE49-F238E27FC236}">
                <a16:creationId xmlns:a16="http://schemas.microsoft.com/office/drawing/2014/main" id="{1A64D09D-CEE9-E116-41E7-972F025615DE}"/>
              </a:ext>
            </a:extLst>
          </p:cNvPr>
          <p:cNvSpPr txBox="1">
            <a:spLocks noChangeArrowheads="1"/>
          </p:cNvSpPr>
          <p:nvPr/>
        </p:nvSpPr>
        <p:spPr bwMode="auto">
          <a:xfrm>
            <a:off x="8521700" y="193675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31751" name="Oval 9">
            <a:extLst>
              <a:ext uri="{FF2B5EF4-FFF2-40B4-BE49-F238E27FC236}">
                <a16:creationId xmlns:a16="http://schemas.microsoft.com/office/drawing/2014/main" id="{6EDE8C0C-EBF5-F553-21F0-26F7E680B23A}"/>
              </a:ext>
            </a:extLst>
          </p:cNvPr>
          <p:cNvSpPr>
            <a:spLocks noChangeArrowheads="1"/>
          </p:cNvSpPr>
          <p:nvPr/>
        </p:nvSpPr>
        <p:spPr bwMode="auto">
          <a:xfrm>
            <a:off x="4876800" y="397668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1752" name="Text Box 10">
            <a:extLst>
              <a:ext uri="{FF2B5EF4-FFF2-40B4-BE49-F238E27FC236}">
                <a16:creationId xmlns:a16="http://schemas.microsoft.com/office/drawing/2014/main" id="{52FF883F-8BD9-784F-A1DE-3F288558749D}"/>
              </a:ext>
            </a:extLst>
          </p:cNvPr>
          <p:cNvSpPr txBox="1">
            <a:spLocks noChangeArrowheads="1"/>
          </p:cNvSpPr>
          <p:nvPr/>
        </p:nvSpPr>
        <p:spPr bwMode="auto">
          <a:xfrm>
            <a:off x="4953000" y="405288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1753" name="Oval 11">
            <a:extLst>
              <a:ext uri="{FF2B5EF4-FFF2-40B4-BE49-F238E27FC236}">
                <a16:creationId xmlns:a16="http://schemas.microsoft.com/office/drawing/2014/main" id="{3FC5A6CF-2CB0-E3F8-AB53-C3AC8AFE6680}"/>
              </a:ext>
            </a:extLst>
          </p:cNvPr>
          <p:cNvSpPr>
            <a:spLocks noChangeArrowheads="1"/>
          </p:cNvSpPr>
          <p:nvPr/>
        </p:nvSpPr>
        <p:spPr bwMode="auto">
          <a:xfrm>
            <a:off x="3733800" y="390048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1754" name="Text Box 12">
            <a:extLst>
              <a:ext uri="{FF2B5EF4-FFF2-40B4-BE49-F238E27FC236}">
                <a16:creationId xmlns:a16="http://schemas.microsoft.com/office/drawing/2014/main" id="{B79CFD1C-9295-8FEF-E29F-55ABE97996FC}"/>
              </a:ext>
            </a:extLst>
          </p:cNvPr>
          <p:cNvSpPr txBox="1">
            <a:spLocks noChangeArrowheads="1"/>
          </p:cNvSpPr>
          <p:nvPr/>
        </p:nvSpPr>
        <p:spPr bwMode="auto">
          <a:xfrm>
            <a:off x="3810000" y="397668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1755" name="Text Box 13">
            <a:extLst>
              <a:ext uri="{FF2B5EF4-FFF2-40B4-BE49-F238E27FC236}">
                <a16:creationId xmlns:a16="http://schemas.microsoft.com/office/drawing/2014/main" id="{4C773E5F-03F2-B546-BA75-E27D5048F0B2}"/>
              </a:ext>
            </a:extLst>
          </p:cNvPr>
          <p:cNvSpPr txBox="1">
            <a:spLocks noChangeArrowheads="1"/>
          </p:cNvSpPr>
          <p:nvPr/>
        </p:nvSpPr>
        <p:spPr bwMode="auto">
          <a:xfrm>
            <a:off x="6167438" y="291782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1756" name="Line 14">
            <a:extLst>
              <a:ext uri="{FF2B5EF4-FFF2-40B4-BE49-F238E27FC236}">
                <a16:creationId xmlns:a16="http://schemas.microsoft.com/office/drawing/2014/main" id="{DD3D3150-998F-508A-5FC8-1BB34D882EA1}"/>
              </a:ext>
            </a:extLst>
          </p:cNvPr>
          <p:cNvSpPr>
            <a:spLocks noChangeShapeType="1"/>
          </p:cNvSpPr>
          <p:nvPr/>
        </p:nvSpPr>
        <p:spPr bwMode="auto">
          <a:xfrm flipH="1">
            <a:off x="4876800" y="2376487"/>
            <a:ext cx="457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7" name="Line 15">
            <a:extLst>
              <a:ext uri="{FF2B5EF4-FFF2-40B4-BE49-F238E27FC236}">
                <a16:creationId xmlns:a16="http://schemas.microsoft.com/office/drawing/2014/main" id="{26A3BDCC-8642-AA6A-F966-B90460542ECD}"/>
              </a:ext>
            </a:extLst>
          </p:cNvPr>
          <p:cNvSpPr>
            <a:spLocks noChangeShapeType="1"/>
          </p:cNvSpPr>
          <p:nvPr/>
        </p:nvSpPr>
        <p:spPr bwMode="auto">
          <a:xfrm flipH="1">
            <a:off x="4191000" y="3367087"/>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8" name="Line 16">
            <a:extLst>
              <a:ext uri="{FF2B5EF4-FFF2-40B4-BE49-F238E27FC236}">
                <a16:creationId xmlns:a16="http://schemas.microsoft.com/office/drawing/2014/main" id="{E9A142FA-C346-C4D3-8A23-2C10B7B1E44C}"/>
              </a:ext>
            </a:extLst>
          </p:cNvPr>
          <p:cNvSpPr>
            <a:spLocks noChangeShapeType="1"/>
          </p:cNvSpPr>
          <p:nvPr/>
        </p:nvSpPr>
        <p:spPr bwMode="auto">
          <a:xfrm>
            <a:off x="4876800" y="3290887"/>
            <a:ext cx="228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9" name="Line 17">
            <a:extLst>
              <a:ext uri="{FF2B5EF4-FFF2-40B4-BE49-F238E27FC236}">
                <a16:creationId xmlns:a16="http://schemas.microsoft.com/office/drawing/2014/main" id="{E36F9812-5D0C-C030-94C2-78508F371CD1}"/>
              </a:ext>
            </a:extLst>
          </p:cNvPr>
          <p:cNvSpPr>
            <a:spLocks noChangeShapeType="1"/>
          </p:cNvSpPr>
          <p:nvPr/>
        </p:nvSpPr>
        <p:spPr bwMode="auto">
          <a:xfrm>
            <a:off x="5715000" y="2376487"/>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0" name="Text Box 18">
            <a:extLst>
              <a:ext uri="{FF2B5EF4-FFF2-40B4-BE49-F238E27FC236}">
                <a16:creationId xmlns:a16="http://schemas.microsoft.com/office/drawing/2014/main" id="{D7B71733-6885-83DD-C20D-CD65AA584194}"/>
              </a:ext>
            </a:extLst>
          </p:cNvPr>
          <p:cNvSpPr txBox="1">
            <a:spLocks noChangeArrowheads="1"/>
          </p:cNvSpPr>
          <p:nvPr/>
        </p:nvSpPr>
        <p:spPr bwMode="auto">
          <a:xfrm>
            <a:off x="8061326" y="5832476"/>
            <a:ext cx="441325" cy="369887"/>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31761" name="Text Box 19">
            <a:extLst>
              <a:ext uri="{FF2B5EF4-FFF2-40B4-BE49-F238E27FC236}">
                <a16:creationId xmlns:a16="http://schemas.microsoft.com/office/drawing/2014/main" id="{6E04D451-B97D-A8DE-87AD-6BD942B2609E}"/>
              </a:ext>
            </a:extLst>
          </p:cNvPr>
          <p:cNvSpPr txBox="1">
            <a:spLocks noChangeArrowheads="1"/>
          </p:cNvSpPr>
          <p:nvPr/>
        </p:nvSpPr>
        <p:spPr bwMode="auto">
          <a:xfrm>
            <a:off x="4953001" y="5815012"/>
            <a:ext cx="441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31762" name="Text Box 20">
            <a:extLst>
              <a:ext uri="{FF2B5EF4-FFF2-40B4-BE49-F238E27FC236}">
                <a16:creationId xmlns:a16="http://schemas.microsoft.com/office/drawing/2014/main" id="{0D66EDAB-5702-0D97-F122-D9FEB40A44D2}"/>
              </a:ext>
            </a:extLst>
          </p:cNvPr>
          <p:cNvSpPr txBox="1">
            <a:spLocks noChangeArrowheads="1"/>
          </p:cNvSpPr>
          <p:nvPr/>
        </p:nvSpPr>
        <p:spPr bwMode="auto">
          <a:xfrm>
            <a:off x="7613651" y="5830887"/>
            <a:ext cx="441325" cy="369888"/>
          </a:xfrm>
          <a:prstGeom prst="rect">
            <a:avLst/>
          </a:prstGeom>
          <a:solidFill>
            <a:srgbClr val="B8B8B8"/>
          </a:solidFill>
          <a:ln w="317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31763" name="Text Box 21">
            <a:extLst>
              <a:ext uri="{FF2B5EF4-FFF2-40B4-BE49-F238E27FC236}">
                <a16:creationId xmlns:a16="http://schemas.microsoft.com/office/drawing/2014/main" id="{5FDB0744-A1F5-4D54-E51E-E5FF29674115}"/>
              </a:ext>
            </a:extLst>
          </p:cNvPr>
          <p:cNvSpPr txBox="1">
            <a:spLocks noChangeArrowheads="1"/>
          </p:cNvSpPr>
          <p:nvPr/>
        </p:nvSpPr>
        <p:spPr bwMode="auto">
          <a:xfrm>
            <a:off x="5716589" y="5808662"/>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1764" name="Text Box 22">
            <a:extLst>
              <a:ext uri="{FF2B5EF4-FFF2-40B4-BE49-F238E27FC236}">
                <a16:creationId xmlns:a16="http://schemas.microsoft.com/office/drawing/2014/main" id="{732FB6E8-C273-480E-032E-0DDAEABEA19E}"/>
              </a:ext>
            </a:extLst>
          </p:cNvPr>
          <p:cNvSpPr txBox="1">
            <a:spLocks noChangeArrowheads="1"/>
          </p:cNvSpPr>
          <p:nvPr/>
        </p:nvSpPr>
        <p:spPr bwMode="auto">
          <a:xfrm>
            <a:off x="6032501" y="5807076"/>
            <a:ext cx="314325" cy="369887"/>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1765" name="Text Box 23">
            <a:extLst>
              <a:ext uri="{FF2B5EF4-FFF2-40B4-BE49-F238E27FC236}">
                <a16:creationId xmlns:a16="http://schemas.microsoft.com/office/drawing/2014/main" id="{7E7F7B2E-1412-D997-189D-69CEBF6F8DBA}"/>
              </a:ext>
            </a:extLst>
          </p:cNvPr>
          <p:cNvSpPr txBox="1">
            <a:spLocks noChangeArrowheads="1"/>
          </p:cNvSpPr>
          <p:nvPr/>
        </p:nvSpPr>
        <p:spPr bwMode="auto">
          <a:xfrm>
            <a:off x="5402264" y="5815012"/>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1766" name="Text Box 24">
            <a:extLst>
              <a:ext uri="{FF2B5EF4-FFF2-40B4-BE49-F238E27FC236}">
                <a16:creationId xmlns:a16="http://schemas.microsoft.com/office/drawing/2014/main" id="{2A5015A6-F214-831C-C546-8BB102A16277}"/>
              </a:ext>
            </a:extLst>
          </p:cNvPr>
          <p:cNvSpPr txBox="1">
            <a:spLocks noChangeArrowheads="1"/>
          </p:cNvSpPr>
          <p:nvPr/>
        </p:nvSpPr>
        <p:spPr bwMode="auto">
          <a:xfrm>
            <a:off x="4772026" y="5295900"/>
            <a:ext cx="10390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Array A</a:t>
            </a:r>
          </a:p>
        </p:txBody>
      </p:sp>
      <p:sp>
        <p:nvSpPr>
          <p:cNvPr id="31767" name="Text Box 25">
            <a:extLst>
              <a:ext uri="{FF2B5EF4-FFF2-40B4-BE49-F238E27FC236}">
                <a16:creationId xmlns:a16="http://schemas.microsoft.com/office/drawing/2014/main" id="{633E4536-AB54-C71F-1448-87E3F9FDF9D1}"/>
              </a:ext>
            </a:extLst>
          </p:cNvPr>
          <p:cNvSpPr txBox="1">
            <a:spLocks noChangeArrowheads="1"/>
          </p:cNvSpPr>
          <p:nvPr/>
        </p:nvSpPr>
        <p:spPr bwMode="auto">
          <a:xfrm>
            <a:off x="7169151" y="5132387"/>
            <a:ext cx="950901" cy="369332"/>
          </a:xfrm>
          <a:prstGeom prst="rect">
            <a:avLst/>
          </a:prstGeom>
          <a:solidFill>
            <a:srgbClr val="B8B8B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Sorted:</a:t>
            </a:r>
          </a:p>
        </p:txBody>
      </p:sp>
      <p:sp>
        <p:nvSpPr>
          <p:cNvPr id="31768" name="Line 26">
            <a:extLst>
              <a:ext uri="{FF2B5EF4-FFF2-40B4-BE49-F238E27FC236}">
                <a16:creationId xmlns:a16="http://schemas.microsoft.com/office/drawing/2014/main" id="{513BD164-CB7E-7C33-E519-5DA219B8686B}"/>
              </a:ext>
            </a:extLst>
          </p:cNvPr>
          <p:cNvSpPr>
            <a:spLocks noChangeShapeType="1"/>
          </p:cNvSpPr>
          <p:nvPr/>
        </p:nvSpPr>
        <p:spPr bwMode="auto">
          <a:xfrm>
            <a:off x="5903914" y="2147888"/>
            <a:ext cx="2454275" cy="28575"/>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69" name="Text Box 27">
            <a:extLst>
              <a:ext uri="{FF2B5EF4-FFF2-40B4-BE49-F238E27FC236}">
                <a16:creationId xmlns:a16="http://schemas.microsoft.com/office/drawing/2014/main" id="{3E461864-5E84-A5FE-A633-4B0E640E7D88}"/>
              </a:ext>
            </a:extLst>
          </p:cNvPr>
          <p:cNvSpPr txBox="1">
            <a:spLocks noChangeArrowheads="1"/>
          </p:cNvSpPr>
          <p:nvPr/>
        </p:nvSpPr>
        <p:spPr bwMode="auto">
          <a:xfrm>
            <a:off x="6427789" y="1744662"/>
            <a:ext cx="19527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Take out biggest</a:t>
            </a:r>
          </a:p>
        </p:txBody>
      </p:sp>
      <p:sp>
        <p:nvSpPr>
          <p:cNvPr id="31770" name="Line 29">
            <a:extLst>
              <a:ext uri="{FF2B5EF4-FFF2-40B4-BE49-F238E27FC236}">
                <a16:creationId xmlns:a16="http://schemas.microsoft.com/office/drawing/2014/main" id="{0E4709CB-E2FB-B854-940E-0B4E4972589C}"/>
              </a:ext>
            </a:extLst>
          </p:cNvPr>
          <p:cNvSpPr>
            <a:spLocks noChangeShapeType="1"/>
          </p:cNvSpPr>
          <p:nvPr/>
        </p:nvSpPr>
        <p:spPr bwMode="auto">
          <a:xfrm flipV="1">
            <a:off x="2881313" y="2157412"/>
            <a:ext cx="2290762" cy="16843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71" name="Line 30">
            <a:extLst>
              <a:ext uri="{FF2B5EF4-FFF2-40B4-BE49-F238E27FC236}">
                <a16:creationId xmlns:a16="http://schemas.microsoft.com/office/drawing/2014/main" id="{916D1FF8-73AE-73E9-956B-996B5E3A63F3}"/>
              </a:ext>
            </a:extLst>
          </p:cNvPr>
          <p:cNvSpPr>
            <a:spLocks noChangeShapeType="1"/>
          </p:cNvSpPr>
          <p:nvPr/>
        </p:nvSpPr>
        <p:spPr bwMode="auto">
          <a:xfrm>
            <a:off x="2890839" y="3841750"/>
            <a:ext cx="923925" cy="10017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2" name="Line 31">
            <a:extLst>
              <a:ext uri="{FF2B5EF4-FFF2-40B4-BE49-F238E27FC236}">
                <a16:creationId xmlns:a16="http://schemas.microsoft.com/office/drawing/2014/main" id="{95D0EAF0-7CF8-1F63-C3FA-D8B74D5DABF4}"/>
              </a:ext>
            </a:extLst>
          </p:cNvPr>
          <p:cNvSpPr>
            <a:spLocks noChangeShapeType="1"/>
          </p:cNvSpPr>
          <p:nvPr/>
        </p:nvSpPr>
        <p:spPr bwMode="auto">
          <a:xfrm flipV="1">
            <a:off x="3833814" y="4371976"/>
            <a:ext cx="1087437" cy="4714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3" name="Line 33">
            <a:extLst>
              <a:ext uri="{FF2B5EF4-FFF2-40B4-BE49-F238E27FC236}">
                <a16:creationId xmlns:a16="http://schemas.microsoft.com/office/drawing/2014/main" id="{05AB983D-2155-56C5-3554-7AD10543D12A}"/>
              </a:ext>
            </a:extLst>
          </p:cNvPr>
          <p:cNvSpPr>
            <a:spLocks noChangeShapeType="1"/>
          </p:cNvSpPr>
          <p:nvPr/>
        </p:nvSpPr>
        <p:spPr bwMode="auto">
          <a:xfrm>
            <a:off x="6183313" y="6170613"/>
            <a:ext cx="0" cy="125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4" name="Line 34">
            <a:extLst>
              <a:ext uri="{FF2B5EF4-FFF2-40B4-BE49-F238E27FC236}">
                <a16:creationId xmlns:a16="http://schemas.microsoft.com/office/drawing/2014/main" id="{1F4EFB95-9494-A970-7E11-580612A99605}"/>
              </a:ext>
            </a:extLst>
          </p:cNvPr>
          <p:cNvSpPr>
            <a:spLocks noChangeShapeType="1"/>
          </p:cNvSpPr>
          <p:nvPr/>
        </p:nvSpPr>
        <p:spPr bwMode="auto">
          <a:xfrm flipH="1">
            <a:off x="4748213" y="6305550"/>
            <a:ext cx="14351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5" name="Line 35">
            <a:extLst>
              <a:ext uri="{FF2B5EF4-FFF2-40B4-BE49-F238E27FC236}">
                <a16:creationId xmlns:a16="http://schemas.microsoft.com/office/drawing/2014/main" id="{0427651D-C697-29C6-6240-43B668EDCFE7}"/>
              </a:ext>
            </a:extLst>
          </p:cNvPr>
          <p:cNvSpPr>
            <a:spLocks noChangeShapeType="1"/>
          </p:cNvSpPr>
          <p:nvPr/>
        </p:nvSpPr>
        <p:spPr bwMode="auto">
          <a:xfrm flipV="1">
            <a:off x="4748213" y="6191250"/>
            <a:ext cx="0" cy="1333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76" name="Text Box 32">
            <a:extLst>
              <a:ext uri="{FF2B5EF4-FFF2-40B4-BE49-F238E27FC236}">
                <a16:creationId xmlns:a16="http://schemas.microsoft.com/office/drawing/2014/main" id="{F3E5D805-3D1A-C358-911C-1F420AB32300}"/>
              </a:ext>
            </a:extLst>
          </p:cNvPr>
          <p:cNvSpPr txBox="1">
            <a:spLocks noChangeArrowheads="1"/>
          </p:cNvSpPr>
          <p:nvPr/>
        </p:nvSpPr>
        <p:spPr bwMode="auto">
          <a:xfrm>
            <a:off x="2019300" y="2322513"/>
            <a:ext cx="254749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Move the last element</a:t>
            </a:r>
          </a:p>
          <a:p>
            <a:pPr eaLnBrk="1" hangingPunct="1"/>
            <a:r>
              <a:rPr lang="en-US" altLang="en-US">
                <a:latin typeface="Century Schoolbook" panose="02040604050505020304" pitchFamily="18" charset="0"/>
              </a:rPr>
              <a:t>to the root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Oval 4">
            <a:extLst>
              <a:ext uri="{FF2B5EF4-FFF2-40B4-BE49-F238E27FC236}">
                <a16:creationId xmlns:a16="http://schemas.microsoft.com/office/drawing/2014/main" id="{00107E6C-0B95-812D-703B-A60BE77695D6}"/>
              </a:ext>
            </a:extLst>
          </p:cNvPr>
          <p:cNvSpPr>
            <a:spLocks noChangeArrowheads="1"/>
          </p:cNvSpPr>
          <p:nvPr/>
        </p:nvSpPr>
        <p:spPr bwMode="auto">
          <a:xfrm>
            <a:off x="5181600" y="18891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2771" name="Oval 5">
            <a:extLst>
              <a:ext uri="{FF2B5EF4-FFF2-40B4-BE49-F238E27FC236}">
                <a16:creationId xmlns:a16="http://schemas.microsoft.com/office/drawing/2014/main" id="{66C18832-7776-E41E-49CC-CD4D729FB36D}"/>
              </a:ext>
            </a:extLst>
          </p:cNvPr>
          <p:cNvSpPr>
            <a:spLocks noChangeArrowheads="1"/>
          </p:cNvSpPr>
          <p:nvPr/>
        </p:nvSpPr>
        <p:spPr bwMode="auto">
          <a:xfrm>
            <a:off x="4419600" y="28035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2772" name="Text Box 6">
            <a:extLst>
              <a:ext uri="{FF2B5EF4-FFF2-40B4-BE49-F238E27FC236}">
                <a16:creationId xmlns:a16="http://schemas.microsoft.com/office/drawing/2014/main" id="{B8F0533C-34EA-0861-6D61-0BC012F615BC}"/>
              </a:ext>
            </a:extLst>
          </p:cNvPr>
          <p:cNvSpPr txBox="1">
            <a:spLocks noChangeArrowheads="1"/>
          </p:cNvSpPr>
          <p:nvPr/>
        </p:nvSpPr>
        <p:spPr bwMode="auto">
          <a:xfrm>
            <a:off x="4495800" y="2879725"/>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32773" name="Oval 7">
            <a:extLst>
              <a:ext uri="{FF2B5EF4-FFF2-40B4-BE49-F238E27FC236}">
                <a16:creationId xmlns:a16="http://schemas.microsoft.com/office/drawing/2014/main" id="{7FF89500-877B-DF09-6B46-8B1735BDFE4A}"/>
              </a:ext>
            </a:extLst>
          </p:cNvPr>
          <p:cNvSpPr>
            <a:spLocks noChangeArrowheads="1"/>
          </p:cNvSpPr>
          <p:nvPr/>
        </p:nvSpPr>
        <p:spPr bwMode="auto">
          <a:xfrm>
            <a:off x="6019800" y="28035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2774" name="Text Box 10">
            <a:extLst>
              <a:ext uri="{FF2B5EF4-FFF2-40B4-BE49-F238E27FC236}">
                <a16:creationId xmlns:a16="http://schemas.microsoft.com/office/drawing/2014/main" id="{D7EDEF99-AE52-4238-EF5C-167A71944018}"/>
              </a:ext>
            </a:extLst>
          </p:cNvPr>
          <p:cNvSpPr txBox="1">
            <a:spLocks noChangeArrowheads="1"/>
          </p:cNvSpPr>
          <p:nvPr/>
        </p:nvSpPr>
        <p:spPr bwMode="auto">
          <a:xfrm>
            <a:off x="5329238" y="195421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2775" name="Oval 11">
            <a:extLst>
              <a:ext uri="{FF2B5EF4-FFF2-40B4-BE49-F238E27FC236}">
                <a16:creationId xmlns:a16="http://schemas.microsoft.com/office/drawing/2014/main" id="{A0CA7135-A730-87C8-837C-60CAAF7ACE60}"/>
              </a:ext>
            </a:extLst>
          </p:cNvPr>
          <p:cNvSpPr>
            <a:spLocks noChangeArrowheads="1"/>
          </p:cNvSpPr>
          <p:nvPr/>
        </p:nvSpPr>
        <p:spPr bwMode="auto">
          <a:xfrm>
            <a:off x="3733800" y="38703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2776" name="Text Box 12">
            <a:extLst>
              <a:ext uri="{FF2B5EF4-FFF2-40B4-BE49-F238E27FC236}">
                <a16:creationId xmlns:a16="http://schemas.microsoft.com/office/drawing/2014/main" id="{FA91D74B-7D77-6F57-6BFF-5D1ED460C891}"/>
              </a:ext>
            </a:extLst>
          </p:cNvPr>
          <p:cNvSpPr txBox="1">
            <a:spLocks noChangeArrowheads="1"/>
          </p:cNvSpPr>
          <p:nvPr/>
        </p:nvSpPr>
        <p:spPr bwMode="auto">
          <a:xfrm>
            <a:off x="3810000" y="394652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2777" name="Text Box 13">
            <a:extLst>
              <a:ext uri="{FF2B5EF4-FFF2-40B4-BE49-F238E27FC236}">
                <a16:creationId xmlns:a16="http://schemas.microsoft.com/office/drawing/2014/main" id="{88DAE2E9-AD0D-E881-C404-23D9F47330B6}"/>
              </a:ext>
            </a:extLst>
          </p:cNvPr>
          <p:cNvSpPr txBox="1">
            <a:spLocks noChangeArrowheads="1"/>
          </p:cNvSpPr>
          <p:nvPr/>
        </p:nvSpPr>
        <p:spPr bwMode="auto">
          <a:xfrm>
            <a:off x="6167438" y="288766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2778" name="Line 14">
            <a:extLst>
              <a:ext uri="{FF2B5EF4-FFF2-40B4-BE49-F238E27FC236}">
                <a16:creationId xmlns:a16="http://schemas.microsoft.com/office/drawing/2014/main" id="{28166938-E14A-4F42-A967-9B4C457B32BF}"/>
              </a:ext>
            </a:extLst>
          </p:cNvPr>
          <p:cNvSpPr>
            <a:spLocks noChangeShapeType="1"/>
          </p:cNvSpPr>
          <p:nvPr/>
        </p:nvSpPr>
        <p:spPr bwMode="auto">
          <a:xfrm flipH="1">
            <a:off x="4876800" y="2346324"/>
            <a:ext cx="457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79" name="Line 15">
            <a:extLst>
              <a:ext uri="{FF2B5EF4-FFF2-40B4-BE49-F238E27FC236}">
                <a16:creationId xmlns:a16="http://schemas.microsoft.com/office/drawing/2014/main" id="{9351ED22-0916-FB43-6C57-626A282B810C}"/>
              </a:ext>
            </a:extLst>
          </p:cNvPr>
          <p:cNvSpPr>
            <a:spLocks noChangeShapeType="1"/>
          </p:cNvSpPr>
          <p:nvPr/>
        </p:nvSpPr>
        <p:spPr bwMode="auto">
          <a:xfrm flipH="1">
            <a:off x="4191000" y="3336924"/>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0" name="Line 17">
            <a:extLst>
              <a:ext uri="{FF2B5EF4-FFF2-40B4-BE49-F238E27FC236}">
                <a16:creationId xmlns:a16="http://schemas.microsoft.com/office/drawing/2014/main" id="{08C4F61B-EE9A-A40A-5713-7DF2CD254717}"/>
              </a:ext>
            </a:extLst>
          </p:cNvPr>
          <p:cNvSpPr>
            <a:spLocks noChangeShapeType="1"/>
          </p:cNvSpPr>
          <p:nvPr/>
        </p:nvSpPr>
        <p:spPr bwMode="auto">
          <a:xfrm>
            <a:off x="5715000" y="2346324"/>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1" name="Text Box 18">
            <a:extLst>
              <a:ext uri="{FF2B5EF4-FFF2-40B4-BE49-F238E27FC236}">
                <a16:creationId xmlns:a16="http://schemas.microsoft.com/office/drawing/2014/main" id="{C4814399-C23B-9FDF-E4AC-B77F5B2D5C44}"/>
              </a:ext>
            </a:extLst>
          </p:cNvPr>
          <p:cNvSpPr txBox="1">
            <a:spLocks noChangeArrowheads="1"/>
          </p:cNvSpPr>
          <p:nvPr/>
        </p:nvSpPr>
        <p:spPr bwMode="auto">
          <a:xfrm>
            <a:off x="8061326" y="5802313"/>
            <a:ext cx="441325" cy="369887"/>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32782" name="Text Box 19">
            <a:extLst>
              <a:ext uri="{FF2B5EF4-FFF2-40B4-BE49-F238E27FC236}">
                <a16:creationId xmlns:a16="http://schemas.microsoft.com/office/drawing/2014/main" id="{80CB0E5E-9DB1-18E8-DEBE-206D724CBFC3}"/>
              </a:ext>
            </a:extLst>
          </p:cNvPr>
          <p:cNvSpPr txBox="1">
            <a:spLocks noChangeArrowheads="1"/>
          </p:cNvSpPr>
          <p:nvPr/>
        </p:nvSpPr>
        <p:spPr bwMode="auto">
          <a:xfrm>
            <a:off x="4953001" y="5784849"/>
            <a:ext cx="441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32783" name="Text Box 20">
            <a:extLst>
              <a:ext uri="{FF2B5EF4-FFF2-40B4-BE49-F238E27FC236}">
                <a16:creationId xmlns:a16="http://schemas.microsoft.com/office/drawing/2014/main" id="{95BB0894-D5F7-3A01-45B4-3EE295B70019}"/>
              </a:ext>
            </a:extLst>
          </p:cNvPr>
          <p:cNvSpPr txBox="1">
            <a:spLocks noChangeArrowheads="1"/>
          </p:cNvSpPr>
          <p:nvPr/>
        </p:nvSpPr>
        <p:spPr bwMode="auto">
          <a:xfrm>
            <a:off x="7613651" y="5800724"/>
            <a:ext cx="441325" cy="369888"/>
          </a:xfrm>
          <a:prstGeom prst="rect">
            <a:avLst/>
          </a:prstGeom>
          <a:solidFill>
            <a:srgbClr val="B8B8B8"/>
          </a:solidFill>
          <a:ln w="317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32784" name="Text Box 21">
            <a:extLst>
              <a:ext uri="{FF2B5EF4-FFF2-40B4-BE49-F238E27FC236}">
                <a16:creationId xmlns:a16="http://schemas.microsoft.com/office/drawing/2014/main" id="{508F868C-CE56-901D-0A27-3B7BAC042E7A}"/>
              </a:ext>
            </a:extLst>
          </p:cNvPr>
          <p:cNvSpPr txBox="1">
            <a:spLocks noChangeArrowheads="1"/>
          </p:cNvSpPr>
          <p:nvPr/>
        </p:nvSpPr>
        <p:spPr bwMode="auto">
          <a:xfrm>
            <a:off x="5716589" y="5778499"/>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2785" name="Text Box 22">
            <a:extLst>
              <a:ext uri="{FF2B5EF4-FFF2-40B4-BE49-F238E27FC236}">
                <a16:creationId xmlns:a16="http://schemas.microsoft.com/office/drawing/2014/main" id="{8A491B8B-D4DB-E11A-C995-B0F395A31108}"/>
              </a:ext>
            </a:extLst>
          </p:cNvPr>
          <p:cNvSpPr txBox="1">
            <a:spLocks noChangeArrowheads="1"/>
          </p:cNvSpPr>
          <p:nvPr/>
        </p:nvSpPr>
        <p:spPr bwMode="auto">
          <a:xfrm>
            <a:off x="4646614" y="5776913"/>
            <a:ext cx="314325" cy="369887"/>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2786" name="Text Box 23">
            <a:extLst>
              <a:ext uri="{FF2B5EF4-FFF2-40B4-BE49-F238E27FC236}">
                <a16:creationId xmlns:a16="http://schemas.microsoft.com/office/drawing/2014/main" id="{70134284-AC53-8F3D-43FB-350FC4154221}"/>
              </a:ext>
            </a:extLst>
          </p:cNvPr>
          <p:cNvSpPr txBox="1">
            <a:spLocks noChangeArrowheads="1"/>
          </p:cNvSpPr>
          <p:nvPr/>
        </p:nvSpPr>
        <p:spPr bwMode="auto">
          <a:xfrm>
            <a:off x="5402264" y="5784849"/>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2787" name="Text Box 24">
            <a:extLst>
              <a:ext uri="{FF2B5EF4-FFF2-40B4-BE49-F238E27FC236}">
                <a16:creationId xmlns:a16="http://schemas.microsoft.com/office/drawing/2014/main" id="{081527B3-1240-E6EC-0FBC-532CF524F3F8}"/>
              </a:ext>
            </a:extLst>
          </p:cNvPr>
          <p:cNvSpPr txBox="1">
            <a:spLocks noChangeArrowheads="1"/>
          </p:cNvSpPr>
          <p:nvPr/>
        </p:nvSpPr>
        <p:spPr bwMode="auto">
          <a:xfrm>
            <a:off x="4772026" y="5265737"/>
            <a:ext cx="10390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Array A</a:t>
            </a:r>
          </a:p>
        </p:txBody>
      </p:sp>
      <p:sp>
        <p:nvSpPr>
          <p:cNvPr id="32788" name="Text Box 25">
            <a:extLst>
              <a:ext uri="{FF2B5EF4-FFF2-40B4-BE49-F238E27FC236}">
                <a16:creationId xmlns:a16="http://schemas.microsoft.com/office/drawing/2014/main" id="{3C9E2246-18B4-B07C-AA09-622EA6475646}"/>
              </a:ext>
            </a:extLst>
          </p:cNvPr>
          <p:cNvSpPr txBox="1">
            <a:spLocks noChangeArrowheads="1"/>
          </p:cNvSpPr>
          <p:nvPr/>
        </p:nvSpPr>
        <p:spPr bwMode="auto">
          <a:xfrm>
            <a:off x="7169151" y="5102224"/>
            <a:ext cx="950901" cy="369332"/>
          </a:xfrm>
          <a:prstGeom prst="rect">
            <a:avLst/>
          </a:prstGeom>
          <a:solidFill>
            <a:srgbClr val="B8B8B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Sorted: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Oval 4">
            <a:extLst>
              <a:ext uri="{FF2B5EF4-FFF2-40B4-BE49-F238E27FC236}">
                <a16:creationId xmlns:a16="http://schemas.microsoft.com/office/drawing/2014/main" id="{60658B6E-B346-C4A8-A94B-597F6638D5C3}"/>
              </a:ext>
            </a:extLst>
          </p:cNvPr>
          <p:cNvSpPr>
            <a:spLocks noChangeArrowheads="1"/>
          </p:cNvSpPr>
          <p:nvPr/>
        </p:nvSpPr>
        <p:spPr bwMode="auto">
          <a:xfrm>
            <a:off x="5181600" y="18891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3795" name="Oval 5">
            <a:extLst>
              <a:ext uri="{FF2B5EF4-FFF2-40B4-BE49-F238E27FC236}">
                <a16:creationId xmlns:a16="http://schemas.microsoft.com/office/drawing/2014/main" id="{E5EE96DF-9507-C3A7-B4C3-9FC180EF3A46}"/>
              </a:ext>
            </a:extLst>
          </p:cNvPr>
          <p:cNvSpPr>
            <a:spLocks noChangeArrowheads="1"/>
          </p:cNvSpPr>
          <p:nvPr/>
        </p:nvSpPr>
        <p:spPr bwMode="auto">
          <a:xfrm>
            <a:off x="4419600" y="28035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3796" name="Text Box 6">
            <a:extLst>
              <a:ext uri="{FF2B5EF4-FFF2-40B4-BE49-F238E27FC236}">
                <a16:creationId xmlns:a16="http://schemas.microsoft.com/office/drawing/2014/main" id="{E22BC74D-5BA7-675B-A720-B285DBCB4348}"/>
              </a:ext>
            </a:extLst>
          </p:cNvPr>
          <p:cNvSpPr txBox="1">
            <a:spLocks noChangeArrowheads="1"/>
          </p:cNvSpPr>
          <p:nvPr/>
        </p:nvSpPr>
        <p:spPr bwMode="auto">
          <a:xfrm>
            <a:off x="4495800" y="2879725"/>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33797" name="Oval 7">
            <a:extLst>
              <a:ext uri="{FF2B5EF4-FFF2-40B4-BE49-F238E27FC236}">
                <a16:creationId xmlns:a16="http://schemas.microsoft.com/office/drawing/2014/main" id="{9B43D211-D361-AF5C-1813-9C179D9CF49A}"/>
              </a:ext>
            </a:extLst>
          </p:cNvPr>
          <p:cNvSpPr>
            <a:spLocks noChangeArrowheads="1"/>
          </p:cNvSpPr>
          <p:nvPr/>
        </p:nvSpPr>
        <p:spPr bwMode="auto">
          <a:xfrm>
            <a:off x="6019800" y="28035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3798" name="Text Box 8">
            <a:extLst>
              <a:ext uri="{FF2B5EF4-FFF2-40B4-BE49-F238E27FC236}">
                <a16:creationId xmlns:a16="http://schemas.microsoft.com/office/drawing/2014/main" id="{1417D540-C28C-955C-5028-FDDCF95BC761}"/>
              </a:ext>
            </a:extLst>
          </p:cNvPr>
          <p:cNvSpPr txBox="1">
            <a:spLocks noChangeArrowheads="1"/>
          </p:cNvSpPr>
          <p:nvPr/>
        </p:nvSpPr>
        <p:spPr bwMode="auto">
          <a:xfrm>
            <a:off x="5329238" y="195421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3799" name="Oval 9">
            <a:extLst>
              <a:ext uri="{FF2B5EF4-FFF2-40B4-BE49-F238E27FC236}">
                <a16:creationId xmlns:a16="http://schemas.microsoft.com/office/drawing/2014/main" id="{78DD6433-5E73-6989-920B-C0C6321AEE12}"/>
              </a:ext>
            </a:extLst>
          </p:cNvPr>
          <p:cNvSpPr>
            <a:spLocks noChangeArrowheads="1"/>
          </p:cNvSpPr>
          <p:nvPr/>
        </p:nvSpPr>
        <p:spPr bwMode="auto">
          <a:xfrm>
            <a:off x="3733800" y="38703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3800" name="Text Box 10">
            <a:extLst>
              <a:ext uri="{FF2B5EF4-FFF2-40B4-BE49-F238E27FC236}">
                <a16:creationId xmlns:a16="http://schemas.microsoft.com/office/drawing/2014/main" id="{9FC7F1C3-F96D-7AE5-78BF-41F2F7DF44C3}"/>
              </a:ext>
            </a:extLst>
          </p:cNvPr>
          <p:cNvSpPr txBox="1">
            <a:spLocks noChangeArrowheads="1"/>
          </p:cNvSpPr>
          <p:nvPr/>
        </p:nvSpPr>
        <p:spPr bwMode="auto">
          <a:xfrm>
            <a:off x="3810000" y="394652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3801" name="Text Box 11">
            <a:extLst>
              <a:ext uri="{FF2B5EF4-FFF2-40B4-BE49-F238E27FC236}">
                <a16:creationId xmlns:a16="http://schemas.microsoft.com/office/drawing/2014/main" id="{BA3A8F87-BBB6-0FBF-B45D-CD5319567618}"/>
              </a:ext>
            </a:extLst>
          </p:cNvPr>
          <p:cNvSpPr txBox="1">
            <a:spLocks noChangeArrowheads="1"/>
          </p:cNvSpPr>
          <p:nvPr/>
        </p:nvSpPr>
        <p:spPr bwMode="auto">
          <a:xfrm>
            <a:off x="6167438" y="288766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3802" name="Line 12">
            <a:extLst>
              <a:ext uri="{FF2B5EF4-FFF2-40B4-BE49-F238E27FC236}">
                <a16:creationId xmlns:a16="http://schemas.microsoft.com/office/drawing/2014/main" id="{1CC39319-DAC0-AF7C-8869-46C84B0D61E4}"/>
              </a:ext>
            </a:extLst>
          </p:cNvPr>
          <p:cNvSpPr>
            <a:spLocks noChangeShapeType="1"/>
          </p:cNvSpPr>
          <p:nvPr/>
        </p:nvSpPr>
        <p:spPr bwMode="auto">
          <a:xfrm flipH="1">
            <a:off x="4876800" y="2346324"/>
            <a:ext cx="457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3" name="Line 13">
            <a:extLst>
              <a:ext uri="{FF2B5EF4-FFF2-40B4-BE49-F238E27FC236}">
                <a16:creationId xmlns:a16="http://schemas.microsoft.com/office/drawing/2014/main" id="{098C165A-39D9-784E-1E44-1632F378E7F7}"/>
              </a:ext>
            </a:extLst>
          </p:cNvPr>
          <p:cNvSpPr>
            <a:spLocks noChangeShapeType="1"/>
          </p:cNvSpPr>
          <p:nvPr/>
        </p:nvSpPr>
        <p:spPr bwMode="auto">
          <a:xfrm flipH="1">
            <a:off x="4191000" y="3336924"/>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4" name="Line 14">
            <a:extLst>
              <a:ext uri="{FF2B5EF4-FFF2-40B4-BE49-F238E27FC236}">
                <a16:creationId xmlns:a16="http://schemas.microsoft.com/office/drawing/2014/main" id="{E8241132-5841-8258-3E87-13AC595F8575}"/>
              </a:ext>
            </a:extLst>
          </p:cNvPr>
          <p:cNvSpPr>
            <a:spLocks noChangeShapeType="1"/>
          </p:cNvSpPr>
          <p:nvPr/>
        </p:nvSpPr>
        <p:spPr bwMode="auto">
          <a:xfrm>
            <a:off x="5715000" y="2346324"/>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5" name="Text Box 15">
            <a:extLst>
              <a:ext uri="{FF2B5EF4-FFF2-40B4-BE49-F238E27FC236}">
                <a16:creationId xmlns:a16="http://schemas.microsoft.com/office/drawing/2014/main" id="{B95EBB19-954A-DD36-B052-C8CCF81FCC81}"/>
              </a:ext>
            </a:extLst>
          </p:cNvPr>
          <p:cNvSpPr txBox="1">
            <a:spLocks noChangeArrowheads="1"/>
          </p:cNvSpPr>
          <p:nvPr/>
        </p:nvSpPr>
        <p:spPr bwMode="auto">
          <a:xfrm>
            <a:off x="8061326" y="5802313"/>
            <a:ext cx="441325" cy="369887"/>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33806" name="Text Box 16">
            <a:extLst>
              <a:ext uri="{FF2B5EF4-FFF2-40B4-BE49-F238E27FC236}">
                <a16:creationId xmlns:a16="http://schemas.microsoft.com/office/drawing/2014/main" id="{4AD42CAA-FD47-8A10-E4B6-E0C896C0F4B7}"/>
              </a:ext>
            </a:extLst>
          </p:cNvPr>
          <p:cNvSpPr txBox="1">
            <a:spLocks noChangeArrowheads="1"/>
          </p:cNvSpPr>
          <p:nvPr/>
        </p:nvSpPr>
        <p:spPr bwMode="auto">
          <a:xfrm>
            <a:off x="4953001" y="5784849"/>
            <a:ext cx="441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33807" name="Text Box 17">
            <a:extLst>
              <a:ext uri="{FF2B5EF4-FFF2-40B4-BE49-F238E27FC236}">
                <a16:creationId xmlns:a16="http://schemas.microsoft.com/office/drawing/2014/main" id="{C387EBEA-0361-8099-D567-0B0C254E8CF3}"/>
              </a:ext>
            </a:extLst>
          </p:cNvPr>
          <p:cNvSpPr txBox="1">
            <a:spLocks noChangeArrowheads="1"/>
          </p:cNvSpPr>
          <p:nvPr/>
        </p:nvSpPr>
        <p:spPr bwMode="auto">
          <a:xfrm>
            <a:off x="7613651" y="5800724"/>
            <a:ext cx="441325" cy="369888"/>
          </a:xfrm>
          <a:prstGeom prst="rect">
            <a:avLst/>
          </a:prstGeom>
          <a:solidFill>
            <a:srgbClr val="B8B8B8"/>
          </a:solidFill>
          <a:ln w="317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33808" name="Text Box 18">
            <a:extLst>
              <a:ext uri="{FF2B5EF4-FFF2-40B4-BE49-F238E27FC236}">
                <a16:creationId xmlns:a16="http://schemas.microsoft.com/office/drawing/2014/main" id="{E17C5133-BFF4-51FE-3CAA-4722C529EB11}"/>
              </a:ext>
            </a:extLst>
          </p:cNvPr>
          <p:cNvSpPr txBox="1">
            <a:spLocks noChangeArrowheads="1"/>
          </p:cNvSpPr>
          <p:nvPr/>
        </p:nvSpPr>
        <p:spPr bwMode="auto">
          <a:xfrm>
            <a:off x="5716589" y="5778499"/>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3809" name="Text Box 19">
            <a:extLst>
              <a:ext uri="{FF2B5EF4-FFF2-40B4-BE49-F238E27FC236}">
                <a16:creationId xmlns:a16="http://schemas.microsoft.com/office/drawing/2014/main" id="{DD870322-B336-06CF-2BF7-FCD717CDBAC9}"/>
              </a:ext>
            </a:extLst>
          </p:cNvPr>
          <p:cNvSpPr txBox="1">
            <a:spLocks noChangeArrowheads="1"/>
          </p:cNvSpPr>
          <p:nvPr/>
        </p:nvSpPr>
        <p:spPr bwMode="auto">
          <a:xfrm>
            <a:off x="4646614" y="5776913"/>
            <a:ext cx="314325" cy="369887"/>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3810" name="Text Box 20">
            <a:extLst>
              <a:ext uri="{FF2B5EF4-FFF2-40B4-BE49-F238E27FC236}">
                <a16:creationId xmlns:a16="http://schemas.microsoft.com/office/drawing/2014/main" id="{8CC539DD-8150-95AE-937B-7FA7BFD8BCA2}"/>
              </a:ext>
            </a:extLst>
          </p:cNvPr>
          <p:cNvSpPr txBox="1">
            <a:spLocks noChangeArrowheads="1"/>
          </p:cNvSpPr>
          <p:nvPr/>
        </p:nvSpPr>
        <p:spPr bwMode="auto">
          <a:xfrm>
            <a:off x="5402264" y="5784849"/>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3811" name="Text Box 21">
            <a:extLst>
              <a:ext uri="{FF2B5EF4-FFF2-40B4-BE49-F238E27FC236}">
                <a16:creationId xmlns:a16="http://schemas.microsoft.com/office/drawing/2014/main" id="{DD5F4D81-BADF-94EF-6ED8-9F22462FE4E0}"/>
              </a:ext>
            </a:extLst>
          </p:cNvPr>
          <p:cNvSpPr txBox="1">
            <a:spLocks noChangeArrowheads="1"/>
          </p:cNvSpPr>
          <p:nvPr/>
        </p:nvSpPr>
        <p:spPr bwMode="auto">
          <a:xfrm>
            <a:off x="4772026" y="5265737"/>
            <a:ext cx="10390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Array A</a:t>
            </a:r>
          </a:p>
        </p:txBody>
      </p:sp>
      <p:sp>
        <p:nvSpPr>
          <p:cNvPr id="33812" name="Text Box 22">
            <a:extLst>
              <a:ext uri="{FF2B5EF4-FFF2-40B4-BE49-F238E27FC236}">
                <a16:creationId xmlns:a16="http://schemas.microsoft.com/office/drawing/2014/main" id="{7C5E4754-7B45-32BA-9935-A4EFE8D2C329}"/>
              </a:ext>
            </a:extLst>
          </p:cNvPr>
          <p:cNvSpPr txBox="1">
            <a:spLocks noChangeArrowheads="1"/>
          </p:cNvSpPr>
          <p:nvPr/>
        </p:nvSpPr>
        <p:spPr bwMode="auto">
          <a:xfrm>
            <a:off x="7169151" y="5102224"/>
            <a:ext cx="950901" cy="369332"/>
          </a:xfrm>
          <a:prstGeom prst="rect">
            <a:avLst/>
          </a:prstGeom>
          <a:solidFill>
            <a:srgbClr val="B8B8B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Sorted:</a:t>
            </a:r>
          </a:p>
        </p:txBody>
      </p:sp>
      <p:sp>
        <p:nvSpPr>
          <p:cNvPr id="33813" name="Text Box 23">
            <a:extLst>
              <a:ext uri="{FF2B5EF4-FFF2-40B4-BE49-F238E27FC236}">
                <a16:creationId xmlns:a16="http://schemas.microsoft.com/office/drawing/2014/main" id="{CE13CBE3-6BB0-7D5E-FFAA-4FB7E18A0897}"/>
              </a:ext>
            </a:extLst>
          </p:cNvPr>
          <p:cNvSpPr txBox="1">
            <a:spLocks noChangeArrowheads="1"/>
          </p:cNvSpPr>
          <p:nvPr/>
        </p:nvSpPr>
        <p:spPr bwMode="auto">
          <a:xfrm>
            <a:off x="2374900" y="2455862"/>
            <a:ext cx="14285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Century Schoolbook" panose="02040604050505020304" pitchFamily="18" charset="0"/>
              </a:rPr>
              <a:t>HEAPIFY()</a:t>
            </a:r>
          </a:p>
        </p:txBody>
      </p:sp>
      <p:sp>
        <p:nvSpPr>
          <p:cNvPr id="33814" name="Line 24">
            <a:extLst>
              <a:ext uri="{FF2B5EF4-FFF2-40B4-BE49-F238E27FC236}">
                <a16:creationId xmlns:a16="http://schemas.microsoft.com/office/drawing/2014/main" id="{2E3FA229-4A91-5627-E1BF-69FBADD02B22}"/>
              </a:ext>
            </a:extLst>
          </p:cNvPr>
          <p:cNvSpPr>
            <a:spLocks noChangeShapeType="1"/>
          </p:cNvSpPr>
          <p:nvPr/>
        </p:nvSpPr>
        <p:spPr bwMode="auto">
          <a:xfrm>
            <a:off x="4662489" y="2378074"/>
            <a:ext cx="9525" cy="4333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15" name="Line 25">
            <a:extLst>
              <a:ext uri="{FF2B5EF4-FFF2-40B4-BE49-F238E27FC236}">
                <a16:creationId xmlns:a16="http://schemas.microsoft.com/office/drawing/2014/main" id="{7B850E9A-8136-6B52-0A02-271EDE4DCD87}"/>
              </a:ext>
            </a:extLst>
          </p:cNvPr>
          <p:cNvSpPr>
            <a:spLocks noChangeShapeType="1"/>
          </p:cNvSpPr>
          <p:nvPr/>
        </p:nvSpPr>
        <p:spPr bwMode="auto">
          <a:xfrm flipV="1">
            <a:off x="4662489" y="2174875"/>
            <a:ext cx="509587" cy="1936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16" name="Text Box 26">
            <a:extLst>
              <a:ext uri="{FF2B5EF4-FFF2-40B4-BE49-F238E27FC236}">
                <a16:creationId xmlns:a16="http://schemas.microsoft.com/office/drawing/2014/main" id="{CA987B37-E1BA-14EF-378F-68466C1CC90F}"/>
              </a:ext>
            </a:extLst>
          </p:cNvPr>
          <p:cNvSpPr txBox="1">
            <a:spLocks noChangeArrowheads="1"/>
          </p:cNvSpPr>
          <p:nvPr/>
        </p:nvSpPr>
        <p:spPr bwMode="auto">
          <a:xfrm>
            <a:off x="3916364" y="2060574"/>
            <a:ext cx="7328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swap</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Oval 4">
            <a:extLst>
              <a:ext uri="{FF2B5EF4-FFF2-40B4-BE49-F238E27FC236}">
                <a16:creationId xmlns:a16="http://schemas.microsoft.com/office/drawing/2014/main" id="{59DD4C49-4BC6-C7AB-6A8D-50139A5989B4}"/>
              </a:ext>
            </a:extLst>
          </p:cNvPr>
          <p:cNvSpPr>
            <a:spLocks noChangeArrowheads="1"/>
          </p:cNvSpPr>
          <p:nvPr/>
        </p:nvSpPr>
        <p:spPr bwMode="auto">
          <a:xfrm>
            <a:off x="5181600" y="18129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4819" name="Oval 5">
            <a:extLst>
              <a:ext uri="{FF2B5EF4-FFF2-40B4-BE49-F238E27FC236}">
                <a16:creationId xmlns:a16="http://schemas.microsoft.com/office/drawing/2014/main" id="{D21D7F94-F6D5-5B6C-CB59-D2E99C229E4C}"/>
              </a:ext>
            </a:extLst>
          </p:cNvPr>
          <p:cNvSpPr>
            <a:spLocks noChangeArrowheads="1"/>
          </p:cNvSpPr>
          <p:nvPr/>
        </p:nvSpPr>
        <p:spPr bwMode="auto">
          <a:xfrm>
            <a:off x="4419600" y="27273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4820" name="Text Box 6">
            <a:extLst>
              <a:ext uri="{FF2B5EF4-FFF2-40B4-BE49-F238E27FC236}">
                <a16:creationId xmlns:a16="http://schemas.microsoft.com/office/drawing/2014/main" id="{2776C920-3702-AD6C-3076-69A1ECEB52A3}"/>
              </a:ext>
            </a:extLst>
          </p:cNvPr>
          <p:cNvSpPr txBox="1">
            <a:spLocks noChangeArrowheads="1"/>
          </p:cNvSpPr>
          <p:nvPr/>
        </p:nvSpPr>
        <p:spPr bwMode="auto">
          <a:xfrm>
            <a:off x="5284788" y="1898650"/>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34821" name="Oval 7">
            <a:extLst>
              <a:ext uri="{FF2B5EF4-FFF2-40B4-BE49-F238E27FC236}">
                <a16:creationId xmlns:a16="http://schemas.microsoft.com/office/drawing/2014/main" id="{F54C728E-ACD3-77B2-BBCF-9E3DA6A890C6}"/>
              </a:ext>
            </a:extLst>
          </p:cNvPr>
          <p:cNvSpPr>
            <a:spLocks noChangeArrowheads="1"/>
          </p:cNvSpPr>
          <p:nvPr/>
        </p:nvSpPr>
        <p:spPr bwMode="auto">
          <a:xfrm>
            <a:off x="6019800" y="27273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4822" name="Text Box 8">
            <a:extLst>
              <a:ext uri="{FF2B5EF4-FFF2-40B4-BE49-F238E27FC236}">
                <a16:creationId xmlns:a16="http://schemas.microsoft.com/office/drawing/2014/main" id="{E95839B9-E0A4-F52A-A47A-0F93B24128B0}"/>
              </a:ext>
            </a:extLst>
          </p:cNvPr>
          <p:cNvSpPr txBox="1">
            <a:spLocks noChangeArrowheads="1"/>
          </p:cNvSpPr>
          <p:nvPr/>
        </p:nvSpPr>
        <p:spPr bwMode="auto">
          <a:xfrm>
            <a:off x="4559300" y="28194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4823" name="Oval 9">
            <a:extLst>
              <a:ext uri="{FF2B5EF4-FFF2-40B4-BE49-F238E27FC236}">
                <a16:creationId xmlns:a16="http://schemas.microsoft.com/office/drawing/2014/main" id="{83EA80FC-EEE1-B573-0908-D4423BD036EB}"/>
              </a:ext>
            </a:extLst>
          </p:cNvPr>
          <p:cNvSpPr>
            <a:spLocks noChangeArrowheads="1"/>
          </p:cNvSpPr>
          <p:nvPr/>
        </p:nvSpPr>
        <p:spPr bwMode="auto">
          <a:xfrm>
            <a:off x="3733800" y="3794124"/>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4824" name="Text Box 10">
            <a:extLst>
              <a:ext uri="{FF2B5EF4-FFF2-40B4-BE49-F238E27FC236}">
                <a16:creationId xmlns:a16="http://schemas.microsoft.com/office/drawing/2014/main" id="{439DBB68-AA46-0384-BCAF-BBEE60120BB6}"/>
              </a:ext>
            </a:extLst>
          </p:cNvPr>
          <p:cNvSpPr txBox="1">
            <a:spLocks noChangeArrowheads="1"/>
          </p:cNvSpPr>
          <p:nvPr/>
        </p:nvSpPr>
        <p:spPr bwMode="auto">
          <a:xfrm>
            <a:off x="3810000" y="387032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4825" name="Text Box 11">
            <a:extLst>
              <a:ext uri="{FF2B5EF4-FFF2-40B4-BE49-F238E27FC236}">
                <a16:creationId xmlns:a16="http://schemas.microsoft.com/office/drawing/2014/main" id="{CA149FC9-151E-B8EC-D05E-5F3BE5FD86BC}"/>
              </a:ext>
            </a:extLst>
          </p:cNvPr>
          <p:cNvSpPr txBox="1">
            <a:spLocks noChangeArrowheads="1"/>
          </p:cNvSpPr>
          <p:nvPr/>
        </p:nvSpPr>
        <p:spPr bwMode="auto">
          <a:xfrm>
            <a:off x="6167438" y="281146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4826" name="Line 12">
            <a:extLst>
              <a:ext uri="{FF2B5EF4-FFF2-40B4-BE49-F238E27FC236}">
                <a16:creationId xmlns:a16="http://schemas.microsoft.com/office/drawing/2014/main" id="{E3B06FDA-C50A-E977-AB20-DE5CBBA85DFE}"/>
              </a:ext>
            </a:extLst>
          </p:cNvPr>
          <p:cNvSpPr>
            <a:spLocks noChangeShapeType="1"/>
          </p:cNvSpPr>
          <p:nvPr/>
        </p:nvSpPr>
        <p:spPr bwMode="auto">
          <a:xfrm flipH="1">
            <a:off x="4876800" y="2270124"/>
            <a:ext cx="457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7" name="Line 13">
            <a:extLst>
              <a:ext uri="{FF2B5EF4-FFF2-40B4-BE49-F238E27FC236}">
                <a16:creationId xmlns:a16="http://schemas.microsoft.com/office/drawing/2014/main" id="{73E16380-93C2-E0DE-D514-1A39A70E3832}"/>
              </a:ext>
            </a:extLst>
          </p:cNvPr>
          <p:cNvSpPr>
            <a:spLocks noChangeShapeType="1"/>
          </p:cNvSpPr>
          <p:nvPr/>
        </p:nvSpPr>
        <p:spPr bwMode="auto">
          <a:xfrm flipH="1">
            <a:off x="4191000" y="3260724"/>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8" name="Line 14">
            <a:extLst>
              <a:ext uri="{FF2B5EF4-FFF2-40B4-BE49-F238E27FC236}">
                <a16:creationId xmlns:a16="http://schemas.microsoft.com/office/drawing/2014/main" id="{F1B3633E-B5BE-D590-A4A1-F42255D19821}"/>
              </a:ext>
            </a:extLst>
          </p:cNvPr>
          <p:cNvSpPr>
            <a:spLocks noChangeShapeType="1"/>
          </p:cNvSpPr>
          <p:nvPr/>
        </p:nvSpPr>
        <p:spPr bwMode="auto">
          <a:xfrm>
            <a:off x="5715000" y="2270124"/>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9" name="Text Box 15">
            <a:extLst>
              <a:ext uri="{FF2B5EF4-FFF2-40B4-BE49-F238E27FC236}">
                <a16:creationId xmlns:a16="http://schemas.microsoft.com/office/drawing/2014/main" id="{F41E5005-5A32-AACD-7DB5-21E2901FC71A}"/>
              </a:ext>
            </a:extLst>
          </p:cNvPr>
          <p:cNvSpPr txBox="1">
            <a:spLocks noChangeArrowheads="1"/>
          </p:cNvSpPr>
          <p:nvPr/>
        </p:nvSpPr>
        <p:spPr bwMode="auto">
          <a:xfrm>
            <a:off x="8061326" y="5726113"/>
            <a:ext cx="441325" cy="369887"/>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34830" name="Text Box 16">
            <a:extLst>
              <a:ext uri="{FF2B5EF4-FFF2-40B4-BE49-F238E27FC236}">
                <a16:creationId xmlns:a16="http://schemas.microsoft.com/office/drawing/2014/main" id="{FF162E28-52DC-CC45-F57D-E75EC1F69F04}"/>
              </a:ext>
            </a:extLst>
          </p:cNvPr>
          <p:cNvSpPr txBox="1">
            <a:spLocks noChangeArrowheads="1"/>
          </p:cNvSpPr>
          <p:nvPr/>
        </p:nvSpPr>
        <p:spPr bwMode="auto">
          <a:xfrm>
            <a:off x="4624389" y="5699124"/>
            <a:ext cx="441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34831" name="Text Box 17">
            <a:extLst>
              <a:ext uri="{FF2B5EF4-FFF2-40B4-BE49-F238E27FC236}">
                <a16:creationId xmlns:a16="http://schemas.microsoft.com/office/drawing/2014/main" id="{C4AE217D-B256-8FA1-5B13-A394FE752355}"/>
              </a:ext>
            </a:extLst>
          </p:cNvPr>
          <p:cNvSpPr txBox="1">
            <a:spLocks noChangeArrowheads="1"/>
          </p:cNvSpPr>
          <p:nvPr/>
        </p:nvSpPr>
        <p:spPr bwMode="auto">
          <a:xfrm>
            <a:off x="7613651" y="5724524"/>
            <a:ext cx="441325" cy="369888"/>
          </a:xfrm>
          <a:prstGeom prst="rect">
            <a:avLst/>
          </a:prstGeom>
          <a:solidFill>
            <a:srgbClr val="B8B8B8"/>
          </a:solidFill>
          <a:ln w="317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34832" name="Text Box 18">
            <a:extLst>
              <a:ext uri="{FF2B5EF4-FFF2-40B4-BE49-F238E27FC236}">
                <a16:creationId xmlns:a16="http://schemas.microsoft.com/office/drawing/2014/main" id="{5A5860C8-36F5-8643-C42E-61C10B0169E2}"/>
              </a:ext>
            </a:extLst>
          </p:cNvPr>
          <p:cNvSpPr txBox="1">
            <a:spLocks noChangeArrowheads="1"/>
          </p:cNvSpPr>
          <p:nvPr/>
        </p:nvSpPr>
        <p:spPr bwMode="auto">
          <a:xfrm>
            <a:off x="5716589" y="5702299"/>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4833" name="Text Box 19">
            <a:extLst>
              <a:ext uri="{FF2B5EF4-FFF2-40B4-BE49-F238E27FC236}">
                <a16:creationId xmlns:a16="http://schemas.microsoft.com/office/drawing/2014/main" id="{D912FB0B-3923-44DE-5856-721D50D57798}"/>
              </a:ext>
            </a:extLst>
          </p:cNvPr>
          <p:cNvSpPr txBox="1">
            <a:spLocks noChangeArrowheads="1"/>
          </p:cNvSpPr>
          <p:nvPr/>
        </p:nvSpPr>
        <p:spPr bwMode="auto">
          <a:xfrm>
            <a:off x="5070476" y="5700713"/>
            <a:ext cx="314325" cy="369887"/>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4834" name="Text Box 20">
            <a:extLst>
              <a:ext uri="{FF2B5EF4-FFF2-40B4-BE49-F238E27FC236}">
                <a16:creationId xmlns:a16="http://schemas.microsoft.com/office/drawing/2014/main" id="{AACA057C-21EC-E09C-7157-A5BEB352F85B}"/>
              </a:ext>
            </a:extLst>
          </p:cNvPr>
          <p:cNvSpPr txBox="1">
            <a:spLocks noChangeArrowheads="1"/>
          </p:cNvSpPr>
          <p:nvPr/>
        </p:nvSpPr>
        <p:spPr bwMode="auto">
          <a:xfrm>
            <a:off x="5402264" y="5699124"/>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4835" name="Text Box 21">
            <a:extLst>
              <a:ext uri="{FF2B5EF4-FFF2-40B4-BE49-F238E27FC236}">
                <a16:creationId xmlns:a16="http://schemas.microsoft.com/office/drawing/2014/main" id="{99D677F2-40CD-C426-A768-4B4D908E18B4}"/>
              </a:ext>
            </a:extLst>
          </p:cNvPr>
          <p:cNvSpPr txBox="1">
            <a:spLocks noChangeArrowheads="1"/>
          </p:cNvSpPr>
          <p:nvPr/>
        </p:nvSpPr>
        <p:spPr bwMode="auto">
          <a:xfrm>
            <a:off x="4772026" y="5189537"/>
            <a:ext cx="10390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Array A</a:t>
            </a:r>
          </a:p>
        </p:txBody>
      </p:sp>
      <p:sp>
        <p:nvSpPr>
          <p:cNvPr id="34836" name="Text Box 22">
            <a:extLst>
              <a:ext uri="{FF2B5EF4-FFF2-40B4-BE49-F238E27FC236}">
                <a16:creationId xmlns:a16="http://schemas.microsoft.com/office/drawing/2014/main" id="{99328E4F-909D-766A-4F9E-B9B8A4916529}"/>
              </a:ext>
            </a:extLst>
          </p:cNvPr>
          <p:cNvSpPr txBox="1">
            <a:spLocks noChangeArrowheads="1"/>
          </p:cNvSpPr>
          <p:nvPr/>
        </p:nvSpPr>
        <p:spPr bwMode="auto">
          <a:xfrm>
            <a:off x="7169151" y="5026024"/>
            <a:ext cx="9509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Sorted: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Oval 4">
            <a:extLst>
              <a:ext uri="{FF2B5EF4-FFF2-40B4-BE49-F238E27FC236}">
                <a16:creationId xmlns:a16="http://schemas.microsoft.com/office/drawing/2014/main" id="{94FE82C0-EFB5-F218-5F24-77D44AAB9994}"/>
              </a:ext>
            </a:extLst>
          </p:cNvPr>
          <p:cNvSpPr>
            <a:spLocks noChangeArrowheads="1"/>
          </p:cNvSpPr>
          <p:nvPr/>
        </p:nvSpPr>
        <p:spPr bwMode="auto">
          <a:xfrm>
            <a:off x="5181600" y="1928812"/>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5843" name="Oval 5">
            <a:extLst>
              <a:ext uri="{FF2B5EF4-FFF2-40B4-BE49-F238E27FC236}">
                <a16:creationId xmlns:a16="http://schemas.microsoft.com/office/drawing/2014/main" id="{0D934B4B-6AAC-E6F1-75EF-390B7B9B224F}"/>
              </a:ext>
            </a:extLst>
          </p:cNvPr>
          <p:cNvSpPr>
            <a:spLocks noChangeArrowheads="1"/>
          </p:cNvSpPr>
          <p:nvPr/>
        </p:nvSpPr>
        <p:spPr bwMode="auto">
          <a:xfrm>
            <a:off x="4419600" y="2843212"/>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5844" name="Text Box 6">
            <a:extLst>
              <a:ext uri="{FF2B5EF4-FFF2-40B4-BE49-F238E27FC236}">
                <a16:creationId xmlns:a16="http://schemas.microsoft.com/office/drawing/2014/main" id="{960CC0DB-0DBF-2EA4-15D4-275558C60446}"/>
              </a:ext>
            </a:extLst>
          </p:cNvPr>
          <p:cNvSpPr txBox="1">
            <a:spLocks noChangeArrowheads="1"/>
          </p:cNvSpPr>
          <p:nvPr/>
        </p:nvSpPr>
        <p:spPr bwMode="auto">
          <a:xfrm>
            <a:off x="8461375" y="2005013"/>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35845" name="Oval 7">
            <a:extLst>
              <a:ext uri="{FF2B5EF4-FFF2-40B4-BE49-F238E27FC236}">
                <a16:creationId xmlns:a16="http://schemas.microsoft.com/office/drawing/2014/main" id="{6107506F-96D9-DDCC-A109-B1E94FB73C13}"/>
              </a:ext>
            </a:extLst>
          </p:cNvPr>
          <p:cNvSpPr>
            <a:spLocks noChangeArrowheads="1"/>
          </p:cNvSpPr>
          <p:nvPr/>
        </p:nvSpPr>
        <p:spPr bwMode="auto">
          <a:xfrm>
            <a:off x="6019800" y="2843212"/>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5846" name="Text Box 8">
            <a:extLst>
              <a:ext uri="{FF2B5EF4-FFF2-40B4-BE49-F238E27FC236}">
                <a16:creationId xmlns:a16="http://schemas.microsoft.com/office/drawing/2014/main" id="{6EEBF011-A4F4-66B4-CAE3-EB883E36929F}"/>
              </a:ext>
            </a:extLst>
          </p:cNvPr>
          <p:cNvSpPr txBox="1">
            <a:spLocks noChangeArrowheads="1"/>
          </p:cNvSpPr>
          <p:nvPr/>
        </p:nvSpPr>
        <p:spPr bwMode="auto">
          <a:xfrm>
            <a:off x="4559300" y="293528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5847" name="Oval 9">
            <a:extLst>
              <a:ext uri="{FF2B5EF4-FFF2-40B4-BE49-F238E27FC236}">
                <a16:creationId xmlns:a16="http://schemas.microsoft.com/office/drawing/2014/main" id="{F5E7144F-2F62-CFC2-F7E1-1F5347288589}"/>
              </a:ext>
            </a:extLst>
          </p:cNvPr>
          <p:cNvSpPr>
            <a:spLocks noChangeArrowheads="1"/>
          </p:cNvSpPr>
          <p:nvPr/>
        </p:nvSpPr>
        <p:spPr bwMode="auto">
          <a:xfrm>
            <a:off x="3733800" y="3910012"/>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5848" name="Text Box 10">
            <a:extLst>
              <a:ext uri="{FF2B5EF4-FFF2-40B4-BE49-F238E27FC236}">
                <a16:creationId xmlns:a16="http://schemas.microsoft.com/office/drawing/2014/main" id="{227B4336-5885-2A71-1FCC-533F5E2FD8C2}"/>
              </a:ext>
            </a:extLst>
          </p:cNvPr>
          <p:cNvSpPr txBox="1">
            <a:spLocks noChangeArrowheads="1"/>
          </p:cNvSpPr>
          <p:nvPr/>
        </p:nvSpPr>
        <p:spPr bwMode="auto">
          <a:xfrm>
            <a:off x="3810000" y="39862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5849" name="Text Box 11">
            <a:extLst>
              <a:ext uri="{FF2B5EF4-FFF2-40B4-BE49-F238E27FC236}">
                <a16:creationId xmlns:a16="http://schemas.microsoft.com/office/drawing/2014/main" id="{B6EC83A7-BD2B-F9A2-0639-36D4F07D46E1}"/>
              </a:ext>
            </a:extLst>
          </p:cNvPr>
          <p:cNvSpPr txBox="1">
            <a:spLocks noChangeArrowheads="1"/>
          </p:cNvSpPr>
          <p:nvPr/>
        </p:nvSpPr>
        <p:spPr bwMode="auto">
          <a:xfrm>
            <a:off x="6167438" y="292735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5850" name="Line 12">
            <a:extLst>
              <a:ext uri="{FF2B5EF4-FFF2-40B4-BE49-F238E27FC236}">
                <a16:creationId xmlns:a16="http://schemas.microsoft.com/office/drawing/2014/main" id="{F60CC94E-314B-1686-28A0-D7485FE5994C}"/>
              </a:ext>
            </a:extLst>
          </p:cNvPr>
          <p:cNvSpPr>
            <a:spLocks noChangeShapeType="1"/>
          </p:cNvSpPr>
          <p:nvPr/>
        </p:nvSpPr>
        <p:spPr bwMode="auto">
          <a:xfrm flipH="1">
            <a:off x="4876800" y="2386012"/>
            <a:ext cx="457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1" name="Line 13">
            <a:extLst>
              <a:ext uri="{FF2B5EF4-FFF2-40B4-BE49-F238E27FC236}">
                <a16:creationId xmlns:a16="http://schemas.microsoft.com/office/drawing/2014/main" id="{19B9880A-CE38-478B-A65E-528E06F350BC}"/>
              </a:ext>
            </a:extLst>
          </p:cNvPr>
          <p:cNvSpPr>
            <a:spLocks noChangeShapeType="1"/>
          </p:cNvSpPr>
          <p:nvPr/>
        </p:nvSpPr>
        <p:spPr bwMode="auto">
          <a:xfrm flipH="1">
            <a:off x="4191000" y="3376612"/>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2" name="Line 14">
            <a:extLst>
              <a:ext uri="{FF2B5EF4-FFF2-40B4-BE49-F238E27FC236}">
                <a16:creationId xmlns:a16="http://schemas.microsoft.com/office/drawing/2014/main" id="{C73A24B5-23B1-67F6-28BB-93640B5523FC}"/>
              </a:ext>
            </a:extLst>
          </p:cNvPr>
          <p:cNvSpPr>
            <a:spLocks noChangeShapeType="1"/>
          </p:cNvSpPr>
          <p:nvPr/>
        </p:nvSpPr>
        <p:spPr bwMode="auto">
          <a:xfrm>
            <a:off x="5715000" y="2386012"/>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3" name="Text Box 15">
            <a:extLst>
              <a:ext uri="{FF2B5EF4-FFF2-40B4-BE49-F238E27FC236}">
                <a16:creationId xmlns:a16="http://schemas.microsoft.com/office/drawing/2014/main" id="{5734EE5D-8001-CDA0-4011-62298B0D98E4}"/>
              </a:ext>
            </a:extLst>
          </p:cNvPr>
          <p:cNvSpPr txBox="1">
            <a:spLocks noChangeArrowheads="1"/>
          </p:cNvSpPr>
          <p:nvPr/>
        </p:nvSpPr>
        <p:spPr bwMode="auto">
          <a:xfrm>
            <a:off x="8061326" y="5842001"/>
            <a:ext cx="441325" cy="369887"/>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35854" name="Text Box 16">
            <a:extLst>
              <a:ext uri="{FF2B5EF4-FFF2-40B4-BE49-F238E27FC236}">
                <a16:creationId xmlns:a16="http://schemas.microsoft.com/office/drawing/2014/main" id="{0F3ED02E-FC20-1A4B-6B53-7DCEE122E862}"/>
              </a:ext>
            </a:extLst>
          </p:cNvPr>
          <p:cNvSpPr txBox="1">
            <a:spLocks noChangeArrowheads="1"/>
          </p:cNvSpPr>
          <p:nvPr/>
        </p:nvSpPr>
        <p:spPr bwMode="auto">
          <a:xfrm>
            <a:off x="7165976" y="5843587"/>
            <a:ext cx="441325" cy="369888"/>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35855" name="Text Box 17">
            <a:extLst>
              <a:ext uri="{FF2B5EF4-FFF2-40B4-BE49-F238E27FC236}">
                <a16:creationId xmlns:a16="http://schemas.microsoft.com/office/drawing/2014/main" id="{DE717C00-897B-CB13-62E5-C797B2D9E112}"/>
              </a:ext>
            </a:extLst>
          </p:cNvPr>
          <p:cNvSpPr txBox="1">
            <a:spLocks noChangeArrowheads="1"/>
          </p:cNvSpPr>
          <p:nvPr/>
        </p:nvSpPr>
        <p:spPr bwMode="auto">
          <a:xfrm>
            <a:off x="7613651" y="5840412"/>
            <a:ext cx="441325" cy="369888"/>
          </a:xfrm>
          <a:prstGeom prst="rect">
            <a:avLst/>
          </a:prstGeom>
          <a:solidFill>
            <a:srgbClr val="B8B8B8"/>
          </a:solidFill>
          <a:ln w="317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35856" name="Text Box 18">
            <a:extLst>
              <a:ext uri="{FF2B5EF4-FFF2-40B4-BE49-F238E27FC236}">
                <a16:creationId xmlns:a16="http://schemas.microsoft.com/office/drawing/2014/main" id="{19FAEA50-A6CE-79FD-8CC4-91A599D04F05}"/>
              </a:ext>
            </a:extLst>
          </p:cNvPr>
          <p:cNvSpPr txBox="1">
            <a:spLocks noChangeArrowheads="1"/>
          </p:cNvSpPr>
          <p:nvPr/>
        </p:nvSpPr>
        <p:spPr bwMode="auto">
          <a:xfrm>
            <a:off x="5716589" y="5818187"/>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5857" name="Text Box 19">
            <a:extLst>
              <a:ext uri="{FF2B5EF4-FFF2-40B4-BE49-F238E27FC236}">
                <a16:creationId xmlns:a16="http://schemas.microsoft.com/office/drawing/2014/main" id="{01DE4B9F-C621-6864-FE57-055D70444089}"/>
              </a:ext>
            </a:extLst>
          </p:cNvPr>
          <p:cNvSpPr txBox="1">
            <a:spLocks noChangeArrowheads="1"/>
          </p:cNvSpPr>
          <p:nvPr/>
        </p:nvSpPr>
        <p:spPr bwMode="auto">
          <a:xfrm>
            <a:off x="5070476" y="5816601"/>
            <a:ext cx="314325" cy="369887"/>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5858" name="Text Box 20">
            <a:extLst>
              <a:ext uri="{FF2B5EF4-FFF2-40B4-BE49-F238E27FC236}">
                <a16:creationId xmlns:a16="http://schemas.microsoft.com/office/drawing/2014/main" id="{3BDA0D00-1928-1338-7661-139193FCC500}"/>
              </a:ext>
            </a:extLst>
          </p:cNvPr>
          <p:cNvSpPr txBox="1">
            <a:spLocks noChangeArrowheads="1"/>
          </p:cNvSpPr>
          <p:nvPr/>
        </p:nvSpPr>
        <p:spPr bwMode="auto">
          <a:xfrm>
            <a:off x="5402264" y="5815012"/>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5859" name="Text Box 21">
            <a:extLst>
              <a:ext uri="{FF2B5EF4-FFF2-40B4-BE49-F238E27FC236}">
                <a16:creationId xmlns:a16="http://schemas.microsoft.com/office/drawing/2014/main" id="{5AAF733C-D333-E1B4-F074-A70A82D6ED5A}"/>
              </a:ext>
            </a:extLst>
          </p:cNvPr>
          <p:cNvSpPr txBox="1">
            <a:spLocks noChangeArrowheads="1"/>
          </p:cNvSpPr>
          <p:nvPr/>
        </p:nvSpPr>
        <p:spPr bwMode="auto">
          <a:xfrm>
            <a:off x="4772026" y="5305425"/>
            <a:ext cx="10390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Array A</a:t>
            </a:r>
          </a:p>
        </p:txBody>
      </p:sp>
      <p:sp>
        <p:nvSpPr>
          <p:cNvPr id="35860" name="Text Box 22">
            <a:extLst>
              <a:ext uri="{FF2B5EF4-FFF2-40B4-BE49-F238E27FC236}">
                <a16:creationId xmlns:a16="http://schemas.microsoft.com/office/drawing/2014/main" id="{1A9B73A1-3AC3-7142-026F-88B9276315B7}"/>
              </a:ext>
            </a:extLst>
          </p:cNvPr>
          <p:cNvSpPr txBox="1">
            <a:spLocks noChangeArrowheads="1"/>
          </p:cNvSpPr>
          <p:nvPr/>
        </p:nvSpPr>
        <p:spPr bwMode="auto">
          <a:xfrm>
            <a:off x="7169151" y="5141912"/>
            <a:ext cx="950901" cy="369332"/>
          </a:xfrm>
          <a:prstGeom prst="rect">
            <a:avLst/>
          </a:prstGeom>
          <a:solidFill>
            <a:srgbClr val="B8B8B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Sorted:</a:t>
            </a:r>
          </a:p>
        </p:txBody>
      </p:sp>
      <p:sp>
        <p:nvSpPr>
          <p:cNvPr id="35861" name="Line 23">
            <a:extLst>
              <a:ext uri="{FF2B5EF4-FFF2-40B4-BE49-F238E27FC236}">
                <a16:creationId xmlns:a16="http://schemas.microsoft.com/office/drawing/2014/main" id="{F741ECCB-E0FF-AA24-B4AB-82235212B710}"/>
              </a:ext>
            </a:extLst>
          </p:cNvPr>
          <p:cNvSpPr>
            <a:spLocks noChangeShapeType="1"/>
          </p:cNvSpPr>
          <p:nvPr/>
        </p:nvSpPr>
        <p:spPr bwMode="auto">
          <a:xfrm>
            <a:off x="5903914" y="2157413"/>
            <a:ext cx="2454275" cy="28575"/>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62" name="Text Box 24">
            <a:extLst>
              <a:ext uri="{FF2B5EF4-FFF2-40B4-BE49-F238E27FC236}">
                <a16:creationId xmlns:a16="http://schemas.microsoft.com/office/drawing/2014/main" id="{F4825595-32DA-0258-766E-4EC013620CFE}"/>
              </a:ext>
            </a:extLst>
          </p:cNvPr>
          <p:cNvSpPr txBox="1">
            <a:spLocks noChangeArrowheads="1"/>
          </p:cNvSpPr>
          <p:nvPr/>
        </p:nvSpPr>
        <p:spPr bwMode="auto">
          <a:xfrm>
            <a:off x="6427789" y="1754187"/>
            <a:ext cx="19527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Take out biggest</a:t>
            </a:r>
          </a:p>
        </p:txBody>
      </p:sp>
      <p:sp>
        <p:nvSpPr>
          <p:cNvPr id="35863" name="Line 25">
            <a:extLst>
              <a:ext uri="{FF2B5EF4-FFF2-40B4-BE49-F238E27FC236}">
                <a16:creationId xmlns:a16="http://schemas.microsoft.com/office/drawing/2014/main" id="{1A4F9581-0B0D-ACB4-5260-6C912DDFACEE}"/>
              </a:ext>
            </a:extLst>
          </p:cNvPr>
          <p:cNvSpPr>
            <a:spLocks noChangeShapeType="1"/>
          </p:cNvSpPr>
          <p:nvPr/>
        </p:nvSpPr>
        <p:spPr bwMode="auto">
          <a:xfrm>
            <a:off x="5894389" y="6189663"/>
            <a:ext cx="9525" cy="125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64" name="Line 26">
            <a:extLst>
              <a:ext uri="{FF2B5EF4-FFF2-40B4-BE49-F238E27FC236}">
                <a16:creationId xmlns:a16="http://schemas.microsoft.com/office/drawing/2014/main" id="{1ABB4966-1D72-41F4-9CD5-D89144FB695B}"/>
              </a:ext>
            </a:extLst>
          </p:cNvPr>
          <p:cNvSpPr>
            <a:spLocks noChangeShapeType="1"/>
          </p:cNvSpPr>
          <p:nvPr/>
        </p:nvSpPr>
        <p:spPr bwMode="auto">
          <a:xfrm flipH="1">
            <a:off x="4921251" y="6315075"/>
            <a:ext cx="9826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65" name="Line 27">
            <a:extLst>
              <a:ext uri="{FF2B5EF4-FFF2-40B4-BE49-F238E27FC236}">
                <a16:creationId xmlns:a16="http://schemas.microsoft.com/office/drawing/2014/main" id="{79CF0ECD-37FA-9985-1B59-87EA14C092A3}"/>
              </a:ext>
            </a:extLst>
          </p:cNvPr>
          <p:cNvSpPr>
            <a:spLocks noChangeShapeType="1"/>
          </p:cNvSpPr>
          <p:nvPr/>
        </p:nvSpPr>
        <p:spPr bwMode="auto">
          <a:xfrm flipV="1">
            <a:off x="4930775" y="6189662"/>
            <a:ext cx="0" cy="1349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66" name="Line 29">
            <a:extLst>
              <a:ext uri="{FF2B5EF4-FFF2-40B4-BE49-F238E27FC236}">
                <a16:creationId xmlns:a16="http://schemas.microsoft.com/office/drawing/2014/main" id="{39C27F0C-9880-B65A-7FA8-3193F8EFD7D9}"/>
              </a:ext>
            </a:extLst>
          </p:cNvPr>
          <p:cNvSpPr>
            <a:spLocks noChangeShapeType="1"/>
          </p:cNvSpPr>
          <p:nvPr/>
        </p:nvSpPr>
        <p:spPr bwMode="auto">
          <a:xfrm flipV="1">
            <a:off x="4035425" y="2244726"/>
            <a:ext cx="20638" cy="1616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67" name="Line 30">
            <a:extLst>
              <a:ext uri="{FF2B5EF4-FFF2-40B4-BE49-F238E27FC236}">
                <a16:creationId xmlns:a16="http://schemas.microsoft.com/office/drawing/2014/main" id="{3A9A31D3-4DEE-32CB-47BC-1A30EDB58837}"/>
              </a:ext>
            </a:extLst>
          </p:cNvPr>
          <p:cNvSpPr>
            <a:spLocks noChangeShapeType="1"/>
          </p:cNvSpPr>
          <p:nvPr/>
        </p:nvSpPr>
        <p:spPr bwMode="auto">
          <a:xfrm flipV="1">
            <a:off x="4056063" y="2195512"/>
            <a:ext cx="1116012" cy="396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68" name="Text Box 31">
            <a:extLst>
              <a:ext uri="{FF2B5EF4-FFF2-40B4-BE49-F238E27FC236}">
                <a16:creationId xmlns:a16="http://schemas.microsoft.com/office/drawing/2014/main" id="{71200718-385F-3C15-109B-8408EBE3FDFB}"/>
              </a:ext>
            </a:extLst>
          </p:cNvPr>
          <p:cNvSpPr txBox="1">
            <a:spLocks noChangeArrowheads="1"/>
          </p:cNvSpPr>
          <p:nvPr/>
        </p:nvSpPr>
        <p:spPr bwMode="auto">
          <a:xfrm>
            <a:off x="2346325" y="2351087"/>
            <a:ext cx="178286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Move the last</a:t>
            </a:r>
          </a:p>
          <a:p>
            <a:pPr eaLnBrk="1" hangingPunct="1"/>
            <a:r>
              <a:rPr lang="en-US" altLang="en-US">
                <a:latin typeface="Century Schoolbook" panose="02040604050505020304" pitchFamily="18" charset="0"/>
              </a:rPr>
              <a:t>element to the </a:t>
            </a:r>
          </a:p>
          <a:p>
            <a:pPr eaLnBrk="1" hangingPunct="1"/>
            <a:r>
              <a:rPr lang="en-US" altLang="en-US">
                <a:latin typeface="Century Schoolbook" panose="02040604050505020304" pitchFamily="18" charset="0"/>
              </a:rPr>
              <a:t>root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Oval 5">
            <a:extLst>
              <a:ext uri="{FF2B5EF4-FFF2-40B4-BE49-F238E27FC236}">
                <a16:creationId xmlns:a16="http://schemas.microsoft.com/office/drawing/2014/main" id="{83840E7A-BE8E-F55D-B883-A2377E15E13A}"/>
              </a:ext>
            </a:extLst>
          </p:cNvPr>
          <p:cNvSpPr>
            <a:spLocks noChangeArrowheads="1"/>
          </p:cNvSpPr>
          <p:nvPr/>
        </p:nvSpPr>
        <p:spPr bwMode="auto">
          <a:xfrm>
            <a:off x="5181600" y="196373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6867" name="Oval 6">
            <a:extLst>
              <a:ext uri="{FF2B5EF4-FFF2-40B4-BE49-F238E27FC236}">
                <a16:creationId xmlns:a16="http://schemas.microsoft.com/office/drawing/2014/main" id="{6FC3D8BE-3E38-5FE3-FE9C-0ABEE5A38E2C}"/>
              </a:ext>
            </a:extLst>
          </p:cNvPr>
          <p:cNvSpPr>
            <a:spLocks noChangeArrowheads="1"/>
          </p:cNvSpPr>
          <p:nvPr/>
        </p:nvSpPr>
        <p:spPr bwMode="auto">
          <a:xfrm>
            <a:off x="4419600" y="287813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6868" name="Oval 8">
            <a:extLst>
              <a:ext uri="{FF2B5EF4-FFF2-40B4-BE49-F238E27FC236}">
                <a16:creationId xmlns:a16="http://schemas.microsoft.com/office/drawing/2014/main" id="{23472460-E6C5-A2AF-A745-F92E8048B2C2}"/>
              </a:ext>
            </a:extLst>
          </p:cNvPr>
          <p:cNvSpPr>
            <a:spLocks noChangeArrowheads="1"/>
          </p:cNvSpPr>
          <p:nvPr/>
        </p:nvSpPr>
        <p:spPr bwMode="auto">
          <a:xfrm>
            <a:off x="6019800" y="287813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6869" name="Text Box 9">
            <a:extLst>
              <a:ext uri="{FF2B5EF4-FFF2-40B4-BE49-F238E27FC236}">
                <a16:creationId xmlns:a16="http://schemas.microsoft.com/office/drawing/2014/main" id="{51366357-315E-66F7-84D6-72156EE9EF83}"/>
              </a:ext>
            </a:extLst>
          </p:cNvPr>
          <p:cNvSpPr txBox="1">
            <a:spLocks noChangeArrowheads="1"/>
          </p:cNvSpPr>
          <p:nvPr/>
        </p:nvSpPr>
        <p:spPr bwMode="auto">
          <a:xfrm>
            <a:off x="4559300" y="29702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6870" name="Text Box 11">
            <a:extLst>
              <a:ext uri="{FF2B5EF4-FFF2-40B4-BE49-F238E27FC236}">
                <a16:creationId xmlns:a16="http://schemas.microsoft.com/office/drawing/2014/main" id="{5F7925C0-419B-67C7-53EF-544006F700F6}"/>
              </a:ext>
            </a:extLst>
          </p:cNvPr>
          <p:cNvSpPr txBox="1">
            <a:spLocks noChangeArrowheads="1"/>
          </p:cNvSpPr>
          <p:nvPr/>
        </p:nvSpPr>
        <p:spPr bwMode="auto">
          <a:xfrm>
            <a:off x="5321300" y="204787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6871" name="Text Box 12">
            <a:extLst>
              <a:ext uri="{FF2B5EF4-FFF2-40B4-BE49-F238E27FC236}">
                <a16:creationId xmlns:a16="http://schemas.microsoft.com/office/drawing/2014/main" id="{E345542D-C322-08A9-1FB2-10B433EBA098}"/>
              </a:ext>
            </a:extLst>
          </p:cNvPr>
          <p:cNvSpPr txBox="1">
            <a:spLocks noChangeArrowheads="1"/>
          </p:cNvSpPr>
          <p:nvPr/>
        </p:nvSpPr>
        <p:spPr bwMode="auto">
          <a:xfrm>
            <a:off x="6167438" y="296227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6872" name="Line 13">
            <a:extLst>
              <a:ext uri="{FF2B5EF4-FFF2-40B4-BE49-F238E27FC236}">
                <a16:creationId xmlns:a16="http://schemas.microsoft.com/office/drawing/2014/main" id="{A9FE1718-AE51-4E67-94FE-136FA2DAB42F}"/>
              </a:ext>
            </a:extLst>
          </p:cNvPr>
          <p:cNvSpPr>
            <a:spLocks noChangeShapeType="1"/>
          </p:cNvSpPr>
          <p:nvPr/>
        </p:nvSpPr>
        <p:spPr bwMode="auto">
          <a:xfrm flipH="1">
            <a:off x="4876800" y="2420937"/>
            <a:ext cx="457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3" name="Line 15">
            <a:extLst>
              <a:ext uri="{FF2B5EF4-FFF2-40B4-BE49-F238E27FC236}">
                <a16:creationId xmlns:a16="http://schemas.microsoft.com/office/drawing/2014/main" id="{7871DC12-C427-6117-A2A2-2BAB0398B485}"/>
              </a:ext>
            </a:extLst>
          </p:cNvPr>
          <p:cNvSpPr>
            <a:spLocks noChangeShapeType="1"/>
          </p:cNvSpPr>
          <p:nvPr/>
        </p:nvSpPr>
        <p:spPr bwMode="auto">
          <a:xfrm>
            <a:off x="5715000" y="2420937"/>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4" name="Text Box 16">
            <a:extLst>
              <a:ext uri="{FF2B5EF4-FFF2-40B4-BE49-F238E27FC236}">
                <a16:creationId xmlns:a16="http://schemas.microsoft.com/office/drawing/2014/main" id="{4279DA25-F368-5AA0-2104-8232FC2A0E69}"/>
              </a:ext>
            </a:extLst>
          </p:cNvPr>
          <p:cNvSpPr txBox="1">
            <a:spLocks noChangeArrowheads="1"/>
          </p:cNvSpPr>
          <p:nvPr/>
        </p:nvSpPr>
        <p:spPr bwMode="auto">
          <a:xfrm>
            <a:off x="8061326" y="5876926"/>
            <a:ext cx="441325" cy="369887"/>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36875" name="Text Box 17">
            <a:extLst>
              <a:ext uri="{FF2B5EF4-FFF2-40B4-BE49-F238E27FC236}">
                <a16:creationId xmlns:a16="http://schemas.microsoft.com/office/drawing/2014/main" id="{29C2B920-FAE4-F91B-5A54-A07BFBDAED93}"/>
              </a:ext>
            </a:extLst>
          </p:cNvPr>
          <p:cNvSpPr txBox="1">
            <a:spLocks noChangeArrowheads="1"/>
          </p:cNvSpPr>
          <p:nvPr/>
        </p:nvSpPr>
        <p:spPr bwMode="auto">
          <a:xfrm>
            <a:off x="7165976" y="5878512"/>
            <a:ext cx="441325" cy="369888"/>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36876" name="Text Box 18">
            <a:extLst>
              <a:ext uri="{FF2B5EF4-FFF2-40B4-BE49-F238E27FC236}">
                <a16:creationId xmlns:a16="http://schemas.microsoft.com/office/drawing/2014/main" id="{1F1F679E-5080-23EA-B668-922DA12ACF80}"/>
              </a:ext>
            </a:extLst>
          </p:cNvPr>
          <p:cNvSpPr txBox="1">
            <a:spLocks noChangeArrowheads="1"/>
          </p:cNvSpPr>
          <p:nvPr/>
        </p:nvSpPr>
        <p:spPr bwMode="auto">
          <a:xfrm>
            <a:off x="7613651" y="5875337"/>
            <a:ext cx="441325" cy="369888"/>
          </a:xfrm>
          <a:prstGeom prst="rect">
            <a:avLst/>
          </a:prstGeom>
          <a:solidFill>
            <a:srgbClr val="B8B8B8"/>
          </a:solidFill>
          <a:ln w="317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36877" name="Text Box 19">
            <a:extLst>
              <a:ext uri="{FF2B5EF4-FFF2-40B4-BE49-F238E27FC236}">
                <a16:creationId xmlns:a16="http://schemas.microsoft.com/office/drawing/2014/main" id="{0E7913C4-7C74-6D73-AF0A-5ABD8529FD2A}"/>
              </a:ext>
            </a:extLst>
          </p:cNvPr>
          <p:cNvSpPr txBox="1">
            <a:spLocks noChangeArrowheads="1"/>
          </p:cNvSpPr>
          <p:nvPr/>
        </p:nvSpPr>
        <p:spPr bwMode="auto">
          <a:xfrm>
            <a:off x="4735514" y="5843587"/>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6878" name="Text Box 20">
            <a:extLst>
              <a:ext uri="{FF2B5EF4-FFF2-40B4-BE49-F238E27FC236}">
                <a16:creationId xmlns:a16="http://schemas.microsoft.com/office/drawing/2014/main" id="{3CB9EEB5-FEC9-0925-3199-F23CF9DC66D6}"/>
              </a:ext>
            </a:extLst>
          </p:cNvPr>
          <p:cNvSpPr txBox="1">
            <a:spLocks noChangeArrowheads="1"/>
          </p:cNvSpPr>
          <p:nvPr/>
        </p:nvSpPr>
        <p:spPr bwMode="auto">
          <a:xfrm>
            <a:off x="5070476" y="5851526"/>
            <a:ext cx="314325" cy="369887"/>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6879" name="Text Box 21">
            <a:extLst>
              <a:ext uri="{FF2B5EF4-FFF2-40B4-BE49-F238E27FC236}">
                <a16:creationId xmlns:a16="http://schemas.microsoft.com/office/drawing/2014/main" id="{D4B18946-9A35-5C59-7DAF-DDEC363B1724}"/>
              </a:ext>
            </a:extLst>
          </p:cNvPr>
          <p:cNvSpPr txBox="1">
            <a:spLocks noChangeArrowheads="1"/>
          </p:cNvSpPr>
          <p:nvPr/>
        </p:nvSpPr>
        <p:spPr bwMode="auto">
          <a:xfrm>
            <a:off x="5402264" y="5849937"/>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6880" name="Text Box 22">
            <a:extLst>
              <a:ext uri="{FF2B5EF4-FFF2-40B4-BE49-F238E27FC236}">
                <a16:creationId xmlns:a16="http://schemas.microsoft.com/office/drawing/2014/main" id="{A8EFDB76-3DE8-4E7B-4CAF-9090C1DF521F}"/>
              </a:ext>
            </a:extLst>
          </p:cNvPr>
          <p:cNvSpPr txBox="1">
            <a:spLocks noChangeArrowheads="1"/>
          </p:cNvSpPr>
          <p:nvPr/>
        </p:nvSpPr>
        <p:spPr bwMode="auto">
          <a:xfrm>
            <a:off x="4772026" y="5340350"/>
            <a:ext cx="10390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Array A</a:t>
            </a:r>
          </a:p>
        </p:txBody>
      </p:sp>
      <p:sp>
        <p:nvSpPr>
          <p:cNvPr id="36881" name="Text Box 23">
            <a:extLst>
              <a:ext uri="{FF2B5EF4-FFF2-40B4-BE49-F238E27FC236}">
                <a16:creationId xmlns:a16="http://schemas.microsoft.com/office/drawing/2014/main" id="{72911265-B869-EA04-CD00-607F76C7EF49}"/>
              </a:ext>
            </a:extLst>
          </p:cNvPr>
          <p:cNvSpPr txBox="1">
            <a:spLocks noChangeArrowheads="1"/>
          </p:cNvSpPr>
          <p:nvPr/>
        </p:nvSpPr>
        <p:spPr bwMode="auto">
          <a:xfrm>
            <a:off x="7169151" y="5176837"/>
            <a:ext cx="950901" cy="369332"/>
          </a:xfrm>
          <a:prstGeom prst="rect">
            <a:avLst/>
          </a:prstGeom>
          <a:solidFill>
            <a:srgbClr val="B8B8B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Sorted:</a:t>
            </a:r>
          </a:p>
        </p:txBody>
      </p:sp>
      <p:sp>
        <p:nvSpPr>
          <p:cNvPr id="36882" name="Line 30">
            <a:extLst>
              <a:ext uri="{FF2B5EF4-FFF2-40B4-BE49-F238E27FC236}">
                <a16:creationId xmlns:a16="http://schemas.microsoft.com/office/drawing/2014/main" id="{232EEE83-EE05-DC1C-0F6B-45D4EE5E7DCB}"/>
              </a:ext>
            </a:extLst>
          </p:cNvPr>
          <p:cNvSpPr>
            <a:spLocks noChangeShapeType="1"/>
          </p:cNvSpPr>
          <p:nvPr/>
        </p:nvSpPr>
        <p:spPr bwMode="auto">
          <a:xfrm>
            <a:off x="6403976" y="2481262"/>
            <a:ext cx="66675" cy="4143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883" name="Line 31">
            <a:extLst>
              <a:ext uri="{FF2B5EF4-FFF2-40B4-BE49-F238E27FC236}">
                <a16:creationId xmlns:a16="http://schemas.microsoft.com/office/drawing/2014/main" id="{293BAEFD-5D9B-48AD-37D7-53624410BF87}"/>
              </a:ext>
            </a:extLst>
          </p:cNvPr>
          <p:cNvSpPr>
            <a:spLocks noChangeShapeType="1"/>
          </p:cNvSpPr>
          <p:nvPr/>
        </p:nvSpPr>
        <p:spPr bwMode="auto">
          <a:xfrm flipH="1" flipV="1">
            <a:off x="5778500" y="2298701"/>
            <a:ext cx="615950" cy="1730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884" name="Text Box 32">
            <a:extLst>
              <a:ext uri="{FF2B5EF4-FFF2-40B4-BE49-F238E27FC236}">
                <a16:creationId xmlns:a16="http://schemas.microsoft.com/office/drawing/2014/main" id="{3E1676C4-45E8-F9AD-F963-F1E05A963AC2}"/>
              </a:ext>
            </a:extLst>
          </p:cNvPr>
          <p:cNvSpPr txBox="1">
            <a:spLocks noChangeArrowheads="1"/>
          </p:cNvSpPr>
          <p:nvPr/>
        </p:nvSpPr>
        <p:spPr bwMode="auto">
          <a:xfrm>
            <a:off x="6456364" y="2173287"/>
            <a:ext cx="7328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swap</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Oval 4">
            <a:extLst>
              <a:ext uri="{FF2B5EF4-FFF2-40B4-BE49-F238E27FC236}">
                <a16:creationId xmlns:a16="http://schemas.microsoft.com/office/drawing/2014/main" id="{9C5EF869-A162-CCEE-3983-1669E60A1C54}"/>
              </a:ext>
            </a:extLst>
          </p:cNvPr>
          <p:cNvSpPr>
            <a:spLocks noChangeArrowheads="1"/>
          </p:cNvSpPr>
          <p:nvPr/>
        </p:nvSpPr>
        <p:spPr bwMode="auto">
          <a:xfrm>
            <a:off x="5181600" y="196373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7891" name="Oval 5">
            <a:extLst>
              <a:ext uri="{FF2B5EF4-FFF2-40B4-BE49-F238E27FC236}">
                <a16:creationId xmlns:a16="http://schemas.microsoft.com/office/drawing/2014/main" id="{552D2F01-9AB8-1B90-7940-5C3FDADD21AB}"/>
              </a:ext>
            </a:extLst>
          </p:cNvPr>
          <p:cNvSpPr>
            <a:spLocks noChangeArrowheads="1"/>
          </p:cNvSpPr>
          <p:nvPr/>
        </p:nvSpPr>
        <p:spPr bwMode="auto">
          <a:xfrm>
            <a:off x="4419600" y="287813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7892" name="Oval 6">
            <a:extLst>
              <a:ext uri="{FF2B5EF4-FFF2-40B4-BE49-F238E27FC236}">
                <a16:creationId xmlns:a16="http://schemas.microsoft.com/office/drawing/2014/main" id="{937A8631-9788-7FF3-7F4A-EBC1C224FF9C}"/>
              </a:ext>
            </a:extLst>
          </p:cNvPr>
          <p:cNvSpPr>
            <a:spLocks noChangeArrowheads="1"/>
          </p:cNvSpPr>
          <p:nvPr/>
        </p:nvSpPr>
        <p:spPr bwMode="auto">
          <a:xfrm>
            <a:off x="6019800" y="287813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7893" name="Text Box 7">
            <a:extLst>
              <a:ext uri="{FF2B5EF4-FFF2-40B4-BE49-F238E27FC236}">
                <a16:creationId xmlns:a16="http://schemas.microsoft.com/office/drawing/2014/main" id="{E7DEC43F-8DE6-DDD1-A593-28DFB1B69EC2}"/>
              </a:ext>
            </a:extLst>
          </p:cNvPr>
          <p:cNvSpPr txBox="1">
            <a:spLocks noChangeArrowheads="1"/>
          </p:cNvSpPr>
          <p:nvPr/>
        </p:nvSpPr>
        <p:spPr bwMode="auto">
          <a:xfrm>
            <a:off x="4559300" y="29702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7894" name="Text Box 8">
            <a:extLst>
              <a:ext uri="{FF2B5EF4-FFF2-40B4-BE49-F238E27FC236}">
                <a16:creationId xmlns:a16="http://schemas.microsoft.com/office/drawing/2014/main" id="{76E65195-1FA2-7233-334B-D138BEF9DA43}"/>
              </a:ext>
            </a:extLst>
          </p:cNvPr>
          <p:cNvSpPr txBox="1">
            <a:spLocks noChangeArrowheads="1"/>
          </p:cNvSpPr>
          <p:nvPr/>
        </p:nvSpPr>
        <p:spPr bwMode="auto">
          <a:xfrm>
            <a:off x="6157913" y="297180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7895" name="Text Box 9">
            <a:extLst>
              <a:ext uri="{FF2B5EF4-FFF2-40B4-BE49-F238E27FC236}">
                <a16:creationId xmlns:a16="http://schemas.microsoft.com/office/drawing/2014/main" id="{60DC8D28-BFA8-7292-238B-DE67D4387F5A}"/>
              </a:ext>
            </a:extLst>
          </p:cNvPr>
          <p:cNvSpPr txBox="1">
            <a:spLocks noChangeArrowheads="1"/>
          </p:cNvSpPr>
          <p:nvPr/>
        </p:nvSpPr>
        <p:spPr bwMode="auto">
          <a:xfrm>
            <a:off x="5349875" y="203835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7896" name="Line 10">
            <a:extLst>
              <a:ext uri="{FF2B5EF4-FFF2-40B4-BE49-F238E27FC236}">
                <a16:creationId xmlns:a16="http://schemas.microsoft.com/office/drawing/2014/main" id="{89CA2747-E189-C205-15C7-D8B733472616}"/>
              </a:ext>
            </a:extLst>
          </p:cNvPr>
          <p:cNvSpPr>
            <a:spLocks noChangeShapeType="1"/>
          </p:cNvSpPr>
          <p:nvPr/>
        </p:nvSpPr>
        <p:spPr bwMode="auto">
          <a:xfrm flipH="1">
            <a:off x="4876800" y="2420937"/>
            <a:ext cx="457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7" name="Line 11">
            <a:extLst>
              <a:ext uri="{FF2B5EF4-FFF2-40B4-BE49-F238E27FC236}">
                <a16:creationId xmlns:a16="http://schemas.microsoft.com/office/drawing/2014/main" id="{E0E467A6-AED8-F3AF-FAE5-DF50ECD841CB}"/>
              </a:ext>
            </a:extLst>
          </p:cNvPr>
          <p:cNvSpPr>
            <a:spLocks noChangeShapeType="1"/>
          </p:cNvSpPr>
          <p:nvPr/>
        </p:nvSpPr>
        <p:spPr bwMode="auto">
          <a:xfrm>
            <a:off x="5715000" y="2420937"/>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8" name="Text Box 12">
            <a:extLst>
              <a:ext uri="{FF2B5EF4-FFF2-40B4-BE49-F238E27FC236}">
                <a16:creationId xmlns:a16="http://schemas.microsoft.com/office/drawing/2014/main" id="{21534E44-EDC7-A2B0-0980-04C3143A53C1}"/>
              </a:ext>
            </a:extLst>
          </p:cNvPr>
          <p:cNvSpPr txBox="1">
            <a:spLocks noChangeArrowheads="1"/>
          </p:cNvSpPr>
          <p:nvPr/>
        </p:nvSpPr>
        <p:spPr bwMode="auto">
          <a:xfrm>
            <a:off x="8061326" y="5876926"/>
            <a:ext cx="441325" cy="369887"/>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37899" name="Text Box 13">
            <a:extLst>
              <a:ext uri="{FF2B5EF4-FFF2-40B4-BE49-F238E27FC236}">
                <a16:creationId xmlns:a16="http://schemas.microsoft.com/office/drawing/2014/main" id="{A46E85B1-6F91-1AFD-7C03-8C154EF996FD}"/>
              </a:ext>
            </a:extLst>
          </p:cNvPr>
          <p:cNvSpPr txBox="1">
            <a:spLocks noChangeArrowheads="1"/>
          </p:cNvSpPr>
          <p:nvPr/>
        </p:nvSpPr>
        <p:spPr bwMode="auto">
          <a:xfrm>
            <a:off x="7165976" y="5878512"/>
            <a:ext cx="441325" cy="369888"/>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37900" name="Text Box 14">
            <a:extLst>
              <a:ext uri="{FF2B5EF4-FFF2-40B4-BE49-F238E27FC236}">
                <a16:creationId xmlns:a16="http://schemas.microsoft.com/office/drawing/2014/main" id="{643C3935-5A16-E4D9-0794-5BE8124FB453}"/>
              </a:ext>
            </a:extLst>
          </p:cNvPr>
          <p:cNvSpPr txBox="1">
            <a:spLocks noChangeArrowheads="1"/>
          </p:cNvSpPr>
          <p:nvPr/>
        </p:nvSpPr>
        <p:spPr bwMode="auto">
          <a:xfrm>
            <a:off x="7613651" y="5875337"/>
            <a:ext cx="441325" cy="369888"/>
          </a:xfrm>
          <a:prstGeom prst="rect">
            <a:avLst/>
          </a:prstGeom>
          <a:solidFill>
            <a:srgbClr val="B8B8B8"/>
          </a:solidFill>
          <a:ln w="317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37901" name="Text Box 15">
            <a:extLst>
              <a:ext uri="{FF2B5EF4-FFF2-40B4-BE49-F238E27FC236}">
                <a16:creationId xmlns:a16="http://schemas.microsoft.com/office/drawing/2014/main" id="{DA12E692-AE50-2850-7AA4-22F42024EB73}"/>
              </a:ext>
            </a:extLst>
          </p:cNvPr>
          <p:cNvSpPr txBox="1">
            <a:spLocks noChangeArrowheads="1"/>
          </p:cNvSpPr>
          <p:nvPr/>
        </p:nvSpPr>
        <p:spPr bwMode="auto">
          <a:xfrm>
            <a:off x="5380039" y="5853112"/>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7902" name="Text Box 16">
            <a:extLst>
              <a:ext uri="{FF2B5EF4-FFF2-40B4-BE49-F238E27FC236}">
                <a16:creationId xmlns:a16="http://schemas.microsoft.com/office/drawing/2014/main" id="{3AA95E7D-E62C-23A2-4405-472048117B0B}"/>
              </a:ext>
            </a:extLst>
          </p:cNvPr>
          <p:cNvSpPr txBox="1">
            <a:spLocks noChangeArrowheads="1"/>
          </p:cNvSpPr>
          <p:nvPr/>
        </p:nvSpPr>
        <p:spPr bwMode="auto">
          <a:xfrm>
            <a:off x="5070476" y="5851526"/>
            <a:ext cx="314325" cy="369887"/>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7903" name="Text Box 17">
            <a:extLst>
              <a:ext uri="{FF2B5EF4-FFF2-40B4-BE49-F238E27FC236}">
                <a16:creationId xmlns:a16="http://schemas.microsoft.com/office/drawing/2014/main" id="{1E37E7C6-F814-1F1F-F371-AD823724379C}"/>
              </a:ext>
            </a:extLst>
          </p:cNvPr>
          <p:cNvSpPr txBox="1">
            <a:spLocks noChangeArrowheads="1"/>
          </p:cNvSpPr>
          <p:nvPr/>
        </p:nvSpPr>
        <p:spPr bwMode="auto">
          <a:xfrm>
            <a:off x="4746626" y="5859462"/>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7904" name="Text Box 18">
            <a:extLst>
              <a:ext uri="{FF2B5EF4-FFF2-40B4-BE49-F238E27FC236}">
                <a16:creationId xmlns:a16="http://schemas.microsoft.com/office/drawing/2014/main" id="{C6FD38A3-BB25-9808-B60B-28429BB96205}"/>
              </a:ext>
            </a:extLst>
          </p:cNvPr>
          <p:cNvSpPr txBox="1">
            <a:spLocks noChangeArrowheads="1"/>
          </p:cNvSpPr>
          <p:nvPr/>
        </p:nvSpPr>
        <p:spPr bwMode="auto">
          <a:xfrm>
            <a:off x="4772026" y="5340350"/>
            <a:ext cx="10390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Array A</a:t>
            </a:r>
          </a:p>
        </p:txBody>
      </p:sp>
      <p:sp>
        <p:nvSpPr>
          <p:cNvPr id="37905" name="Text Box 19">
            <a:extLst>
              <a:ext uri="{FF2B5EF4-FFF2-40B4-BE49-F238E27FC236}">
                <a16:creationId xmlns:a16="http://schemas.microsoft.com/office/drawing/2014/main" id="{8940F814-468B-A45F-2A3A-00C6F26BB3E8}"/>
              </a:ext>
            </a:extLst>
          </p:cNvPr>
          <p:cNvSpPr txBox="1">
            <a:spLocks noChangeArrowheads="1"/>
          </p:cNvSpPr>
          <p:nvPr/>
        </p:nvSpPr>
        <p:spPr bwMode="auto">
          <a:xfrm>
            <a:off x="7169151" y="5176837"/>
            <a:ext cx="950901" cy="369332"/>
          </a:xfrm>
          <a:prstGeom prst="rect">
            <a:avLst/>
          </a:prstGeom>
          <a:solidFill>
            <a:srgbClr val="B8B8B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Sorted: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Oval 24">
            <a:extLst>
              <a:ext uri="{FF2B5EF4-FFF2-40B4-BE49-F238E27FC236}">
                <a16:creationId xmlns:a16="http://schemas.microsoft.com/office/drawing/2014/main" id="{38F62C12-4036-D3AB-7BBA-0F89966C6A33}"/>
              </a:ext>
            </a:extLst>
          </p:cNvPr>
          <p:cNvSpPr>
            <a:spLocks noChangeArrowheads="1"/>
          </p:cNvSpPr>
          <p:nvPr/>
        </p:nvSpPr>
        <p:spPr bwMode="auto">
          <a:xfrm>
            <a:off x="5181600" y="196373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8915" name="Oval 25">
            <a:extLst>
              <a:ext uri="{FF2B5EF4-FFF2-40B4-BE49-F238E27FC236}">
                <a16:creationId xmlns:a16="http://schemas.microsoft.com/office/drawing/2014/main" id="{0E0B84E9-4855-1DAB-ACC7-84DB4967F5B9}"/>
              </a:ext>
            </a:extLst>
          </p:cNvPr>
          <p:cNvSpPr>
            <a:spLocks noChangeArrowheads="1"/>
          </p:cNvSpPr>
          <p:nvPr/>
        </p:nvSpPr>
        <p:spPr bwMode="auto">
          <a:xfrm>
            <a:off x="4419600" y="287813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8916" name="Oval 26">
            <a:extLst>
              <a:ext uri="{FF2B5EF4-FFF2-40B4-BE49-F238E27FC236}">
                <a16:creationId xmlns:a16="http://schemas.microsoft.com/office/drawing/2014/main" id="{C8FFE751-A8F6-A256-BE86-C32FA170E688}"/>
              </a:ext>
            </a:extLst>
          </p:cNvPr>
          <p:cNvSpPr>
            <a:spLocks noChangeArrowheads="1"/>
          </p:cNvSpPr>
          <p:nvPr/>
        </p:nvSpPr>
        <p:spPr bwMode="auto">
          <a:xfrm>
            <a:off x="6019800" y="287813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8917" name="Text Box 27">
            <a:extLst>
              <a:ext uri="{FF2B5EF4-FFF2-40B4-BE49-F238E27FC236}">
                <a16:creationId xmlns:a16="http://schemas.microsoft.com/office/drawing/2014/main" id="{5B5764D4-4DA3-3D22-43B3-62934A52C2B6}"/>
              </a:ext>
            </a:extLst>
          </p:cNvPr>
          <p:cNvSpPr txBox="1">
            <a:spLocks noChangeArrowheads="1"/>
          </p:cNvSpPr>
          <p:nvPr/>
        </p:nvSpPr>
        <p:spPr bwMode="auto">
          <a:xfrm>
            <a:off x="4559300" y="29702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8918" name="Text Box 28">
            <a:extLst>
              <a:ext uri="{FF2B5EF4-FFF2-40B4-BE49-F238E27FC236}">
                <a16:creationId xmlns:a16="http://schemas.microsoft.com/office/drawing/2014/main" id="{A82AFF3A-13CA-F992-FC31-B3818687B947}"/>
              </a:ext>
            </a:extLst>
          </p:cNvPr>
          <p:cNvSpPr txBox="1">
            <a:spLocks noChangeArrowheads="1"/>
          </p:cNvSpPr>
          <p:nvPr/>
        </p:nvSpPr>
        <p:spPr bwMode="auto">
          <a:xfrm>
            <a:off x="6157913" y="297180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8919" name="Text Box 29">
            <a:extLst>
              <a:ext uri="{FF2B5EF4-FFF2-40B4-BE49-F238E27FC236}">
                <a16:creationId xmlns:a16="http://schemas.microsoft.com/office/drawing/2014/main" id="{09DE7B8A-3ED8-5641-271F-8507C24B011B}"/>
              </a:ext>
            </a:extLst>
          </p:cNvPr>
          <p:cNvSpPr txBox="1">
            <a:spLocks noChangeArrowheads="1"/>
          </p:cNvSpPr>
          <p:nvPr/>
        </p:nvSpPr>
        <p:spPr bwMode="auto">
          <a:xfrm>
            <a:off x="8486775" y="201930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8920" name="Line 30">
            <a:extLst>
              <a:ext uri="{FF2B5EF4-FFF2-40B4-BE49-F238E27FC236}">
                <a16:creationId xmlns:a16="http://schemas.microsoft.com/office/drawing/2014/main" id="{D0895BB4-A0C2-FE66-5D37-084E8CEC05DF}"/>
              </a:ext>
            </a:extLst>
          </p:cNvPr>
          <p:cNvSpPr>
            <a:spLocks noChangeShapeType="1"/>
          </p:cNvSpPr>
          <p:nvPr/>
        </p:nvSpPr>
        <p:spPr bwMode="auto">
          <a:xfrm flipH="1">
            <a:off x="4876800" y="2420937"/>
            <a:ext cx="457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1" name="Line 31">
            <a:extLst>
              <a:ext uri="{FF2B5EF4-FFF2-40B4-BE49-F238E27FC236}">
                <a16:creationId xmlns:a16="http://schemas.microsoft.com/office/drawing/2014/main" id="{3F3BDA70-3201-FCE3-0515-6559F242DCDF}"/>
              </a:ext>
            </a:extLst>
          </p:cNvPr>
          <p:cNvSpPr>
            <a:spLocks noChangeShapeType="1"/>
          </p:cNvSpPr>
          <p:nvPr/>
        </p:nvSpPr>
        <p:spPr bwMode="auto">
          <a:xfrm>
            <a:off x="5715000" y="2420937"/>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2" name="Text Box 32">
            <a:extLst>
              <a:ext uri="{FF2B5EF4-FFF2-40B4-BE49-F238E27FC236}">
                <a16:creationId xmlns:a16="http://schemas.microsoft.com/office/drawing/2014/main" id="{1F48BD70-43FD-C3E7-71BE-67F113684BE4}"/>
              </a:ext>
            </a:extLst>
          </p:cNvPr>
          <p:cNvSpPr txBox="1">
            <a:spLocks noChangeArrowheads="1"/>
          </p:cNvSpPr>
          <p:nvPr/>
        </p:nvSpPr>
        <p:spPr bwMode="auto">
          <a:xfrm>
            <a:off x="8061326" y="5876926"/>
            <a:ext cx="441325" cy="369887"/>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38923" name="Text Box 33">
            <a:extLst>
              <a:ext uri="{FF2B5EF4-FFF2-40B4-BE49-F238E27FC236}">
                <a16:creationId xmlns:a16="http://schemas.microsoft.com/office/drawing/2014/main" id="{7627873D-0C1C-D094-9262-CA92B76A2ED0}"/>
              </a:ext>
            </a:extLst>
          </p:cNvPr>
          <p:cNvSpPr txBox="1">
            <a:spLocks noChangeArrowheads="1"/>
          </p:cNvSpPr>
          <p:nvPr/>
        </p:nvSpPr>
        <p:spPr bwMode="auto">
          <a:xfrm>
            <a:off x="7165976" y="5878512"/>
            <a:ext cx="441325" cy="369888"/>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38924" name="Text Box 34">
            <a:extLst>
              <a:ext uri="{FF2B5EF4-FFF2-40B4-BE49-F238E27FC236}">
                <a16:creationId xmlns:a16="http://schemas.microsoft.com/office/drawing/2014/main" id="{C9A41F4D-4CA1-E27E-7D53-4C435CA47C69}"/>
              </a:ext>
            </a:extLst>
          </p:cNvPr>
          <p:cNvSpPr txBox="1">
            <a:spLocks noChangeArrowheads="1"/>
          </p:cNvSpPr>
          <p:nvPr/>
        </p:nvSpPr>
        <p:spPr bwMode="auto">
          <a:xfrm>
            <a:off x="7613651" y="5875337"/>
            <a:ext cx="441325" cy="369888"/>
          </a:xfrm>
          <a:prstGeom prst="rect">
            <a:avLst/>
          </a:prstGeom>
          <a:solidFill>
            <a:srgbClr val="B8B8B8"/>
          </a:solidFill>
          <a:ln w="317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38925" name="Text Box 35">
            <a:extLst>
              <a:ext uri="{FF2B5EF4-FFF2-40B4-BE49-F238E27FC236}">
                <a16:creationId xmlns:a16="http://schemas.microsoft.com/office/drawing/2014/main" id="{F2B5CFD5-8208-6602-2570-64C3D35A4DCC}"/>
              </a:ext>
            </a:extLst>
          </p:cNvPr>
          <p:cNvSpPr txBox="1">
            <a:spLocks noChangeArrowheads="1"/>
          </p:cNvSpPr>
          <p:nvPr/>
        </p:nvSpPr>
        <p:spPr bwMode="auto">
          <a:xfrm>
            <a:off x="4754564" y="5853112"/>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8926" name="Text Box 36">
            <a:extLst>
              <a:ext uri="{FF2B5EF4-FFF2-40B4-BE49-F238E27FC236}">
                <a16:creationId xmlns:a16="http://schemas.microsoft.com/office/drawing/2014/main" id="{2A530981-A133-5723-ABA1-6D2929C821B4}"/>
              </a:ext>
            </a:extLst>
          </p:cNvPr>
          <p:cNvSpPr txBox="1">
            <a:spLocks noChangeArrowheads="1"/>
          </p:cNvSpPr>
          <p:nvPr/>
        </p:nvSpPr>
        <p:spPr bwMode="auto">
          <a:xfrm>
            <a:off x="5070476" y="5851526"/>
            <a:ext cx="314325" cy="369887"/>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8927" name="Text Box 37">
            <a:extLst>
              <a:ext uri="{FF2B5EF4-FFF2-40B4-BE49-F238E27FC236}">
                <a16:creationId xmlns:a16="http://schemas.microsoft.com/office/drawing/2014/main" id="{78394287-E853-B4A6-0BDC-C3A0F41ADB08}"/>
              </a:ext>
            </a:extLst>
          </p:cNvPr>
          <p:cNvSpPr txBox="1">
            <a:spLocks noChangeArrowheads="1"/>
          </p:cNvSpPr>
          <p:nvPr/>
        </p:nvSpPr>
        <p:spPr bwMode="auto">
          <a:xfrm>
            <a:off x="6854826" y="5878512"/>
            <a:ext cx="314325" cy="369888"/>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8928" name="Text Box 38">
            <a:extLst>
              <a:ext uri="{FF2B5EF4-FFF2-40B4-BE49-F238E27FC236}">
                <a16:creationId xmlns:a16="http://schemas.microsoft.com/office/drawing/2014/main" id="{9F3648D2-F491-1920-8A3C-8B0457E752E4}"/>
              </a:ext>
            </a:extLst>
          </p:cNvPr>
          <p:cNvSpPr txBox="1">
            <a:spLocks noChangeArrowheads="1"/>
          </p:cNvSpPr>
          <p:nvPr/>
        </p:nvSpPr>
        <p:spPr bwMode="auto">
          <a:xfrm>
            <a:off x="4772026" y="5340350"/>
            <a:ext cx="10390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Array A</a:t>
            </a:r>
          </a:p>
        </p:txBody>
      </p:sp>
      <p:sp>
        <p:nvSpPr>
          <p:cNvPr id="38929" name="Text Box 39">
            <a:extLst>
              <a:ext uri="{FF2B5EF4-FFF2-40B4-BE49-F238E27FC236}">
                <a16:creationId xmlns:a16="http://schemas.microsoft.com/office/drawing/2014/main" id="{E98905B9-0736-A653-467B-DCDA884A8F70}"/>
              </a:ext>
            </a:extLst>
          </p:cNvPr>
          <p:cNvSpPr txBox="1">
            <a:spLocks noChangeArrowheads="1"/>
          </p:cNvSpPr>
          <p:nvPr/>
        </p:nvSpPr>
        <p:spPr bwMode="auto">
          <a:xfrm>
            <a:off x="7169151" y="5176837"/>
            <a:ext cx="950901" cy="369332"/>
          </a:xfrm>
          <a:prstGeom prst="rect">
            <a:avLst/>
          </a:prstGeom>
          <a:solidFill>
            <a:srgbClr val="B8B8B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Sorted:</a:t>
            </a:r>
          </a:p>
        </p:txBody>
      </p:sp>
      <p:sp>
        <p:nvSpPr>
          <p:cNvPr id="38930" name="Line 40">
            <a:extLst>
              <a:ext uri="{FF2B5EF4-FFF2-40B4-BE49-F238E27FC236}">
                <a16:creationId xmlns:a16="http://schemas.microsoft.com/office/drawing/2014/main" id="{B548C8BC-821B-B789-C07E-6C5911F3EF7A}"/>
              </a:ext>
            </a:extLst>
          </p:cNvPr>
          <p:cNvSpPr>
            <a:spLocks noChangeShapeType="1"/>
          </p:cNvSpPr>
          <p:nvPr/>
        </p:nvSpPr>
        <p:spPr bwMode="auto">
          <a:xfrm>
            <a:off x="5903914" y="2192338"/>
            <a:ext cx="2454275" cy="28575"/>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1" name="Line 42">
            <a:extLst>
              <a:ext uri="{FF2B5EF4-FFF2-40B4-BE49-F238E27FC236}">
                <a16:creationId xmlns:a16="http://schemas.microsoft.com/office/drawing/2014/main" id="{CCBFC513-96DF-D421-8A86-040399E2D9A4}"/>
              </a:ext>
            </a:extLst>
          </p:cNvPr>
          <p:cNvSpPr>
            <a:spLocks noChangeShapeType="1"/>
          </p:cNvSpPr>
          <p:nvPr/>
        </p:nvSpPr>
        <p:spPr bwMode="auto">
          <a:xfrm flipH="1" flipV="1">
            <a:off x="6356351" y="2433637"/>
            <a:ext cx="28575"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2" name="Line 43">
            <a:extLst>
              <a:ext uri="{FF2B5EF4-FFF2-40B4-BE49-F238E27FC236}">
                <a16:creationId xmlns:a16="http://schemas.microsoft.com/office/drawing/2014/main" id="{19BA90B4-CFC9-D3D3-11EF-23458DAB1CCE}"/>
              </a:ext>
            </a:extLst>
          </p:cNvPr>
          <p:cNvSpPr>
            <a:spLocks noChangeShapeType="1"/>
          </p:cNvSpPr>
          <p:nvPr/>
        </p:nvSpPr>
        <p:spPr bwMode="auto">
          <a:xfrm flipH="1" flipV="1">
            <a:off x="5788025" y="2289175"/>
            <a:ext cx="577850" cy="1444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3" name="Text Box 44">
            <a:extLst>
              <a:ext uri="{FF2B5EF4-FFF2-40B4-BE49-F238E27FC236}">
                <a16:creationId xmlns:a16="http://schemas.microsoft.com/office/drawing/2014/main" id="{653D2E0F-9582-14BB-C402-D4C63092DA85}"/>
              </a:ext>
            </a:extLst>
          </p:cNvPr>
          <p:cNvSpPr txBox="1">
            <a:spLocks noChangeArrowheads="1"/>
          </p:cNvSpPr>
          <p:nvPr/>
        </p:nvSpPr>
        <p:spPr bwMode="auto">
          <a:xfrm>
            <a:off x="6697663" y="2366962"/>
            <a:ext cx="178286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Move the last</a:t>
            </a:r>
          </a:p>
          <a:p>
            <a:pPr eaLnBrk="1" hangingPunct="1"/>
            <a:r>
              <a:rPr lang="en-US" altLang="en-US">
                <a:latin typeface="Century Schoolbook" panose="02040604050505020304" pitchFamily="18" charset="0"/>
              </a:rPr>
              <a:t>element to the </a:t>
            </a:r>
          </a:p>
          <a:p>
            <a:pPr eaLnBrk="1" hangingPunct="1"/>
            <a:r>
              <a:rPr lang="en-US" altLang="en-US">
                <a:latin typeface="Century Schoolbook" panose="02040604050505020304" pitchFamily="18" charset="0"/>
              </a:rPr>
              <a:t>root</a:t>
            </a:r>
          </a:p>
        </p:txBody>
      </p:sp>
      <p:sp>
        <p:nvSpPr>
          <p:cNvPr id="38934" name="Text Box 41">
            <a:extLst>
              <a:ext uri="{FF2B5EF4-FFF2-40B4-BE49-F238E27FC236}">
                <a16:creationId xmlns:a16="http://schemas.microsoft.com/office/drawing/2014/main" id="{02F37BD8-9AC0-F1B2-8E38-1F11EEBAFFD1}"/>
              </a:ext>
            </a:extLst>
          </p:cNvPr>
          <p:cNvSpPr txBox="1">
            <a:spLocks noChangeArrowheads="1"/>
          </p:cNvSpPr>
          <p:nvPr/>
        </p:nvSpPr>
        <p:spPr bwMode="auto">
          <a:xfrm>
            <a:off x="6427789" y="1789112"/>
            <a:ext cx="19527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Take out biggest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Oval 4">
            <a:extLst>
              <a:ext uri="{FF2B5EF4-FFF2-40B4-BE49-F238E27FC236}">
                <a16:creationId xmlns:a16="http://schemas.microsoft.com/office/drawing/2014/main" id="{E55651C2-E819-82A3-33D1-BFCB68238834}"/>
              </a:ext>
            </a:extLst>
          </p:cNvPr>
          <p:cNvSpPr>
            <a:spLocks noChangeArrowheads="1"/>
          </p:cNvSpPr>
          <p:nvPr/>
        </p:nvSpPr>
        <p:spPr bwMode="auto">
          <a:xfrm>
            <a:off x="5181600" y="188753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9939" name="Oval 5">
            <a:extLst>
              <a:ext uri="{FF2B5EF4-FFF2-40B4-BE49-F238E27FC236}">
                <a16:creationId xmlns:a16="http://schemas.microsoft.com/office/drawing/2014/main" id="{12D4E4F2-05B8-C0D6-B9BC-F32B14838EF4}"/>
              </a:ext>
            </a:extLst>
          </p:cNvPr>
          <p:cNvSpPr>
            <a:spLocks noChangeArrowheads="1"/>
          </p:cNvSpPr>
          <p:nvPr/>
        </p:nvSpPr>
        <p:spPr bwMode="auto">
          <a:xfrm>
            <a:off x="4419600" y="280193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39940" name="Text Box 7">
            <a:extLst>
              <a:ext uri="{FF2B5EF4-FFF2-40B4-BE49-F238E27FC236}">
                <a16:creationId xmlns:a16="http://schemas.microsoft.com/office/drawing/2014/main" id="{CE6D90C6-20FA-264A-64BB-B1474BBE4C40}"/>
              </a:ext>
            </a:extLst>
          </p:cNvPr>
          <p:cNvSpPr txBox="1">
            <a:spLocks noChangeArrowheads="1"/>
          </p:cNvSpPr>
          <p:nvPr/>
        </p:nvSpPr>
        <p:spPr bwMode="auto">
          <a:xfrm>
            <a:off x="4559300" y="28940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9941" name="Text Box 8">
            <a:extLst>
              <a:ext uri="{FF2B5EF4-FFF2-40B4-BE49-F238E27FC236}">
                <a16:creationId xmlns:a16="http://schemas.microsoft.com/office/drawing/2014/main" id="{7851F5FA-45FD-3FFD-466A-69B5269A2A4D}"/>
              </a:ext>
            </a:extLst>
          </p:cNvPr>
          <p:cNvSpPr txBox="1">
            <a:spLocks noChangeArrowheads="1"/>
          </p:cNvSpPr>
          <p:nvPr/>
        </p:nvSpPr>
        <p:spPr bwMode="auto">
          <a:xfrm>
            <a:off x="5340350" y="195262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9942" name="Line 10">
            <a:extLst>
              <a:ext uri="{FF2B5EF4-FFF2-40B4-BE49-F238E27FC236}">
                <a16:creationId xmlns:a16="http://schemas.microsoft.com/office/drawing/2014/main" id="{BDB0428A-9E0C-0984-F7BB-E6C2FE13F275}"/>
              </a:ext>
            </a:extLst>
          </p:cNvPr>
          <p:cNvSpPr>
            <a:spLocks noChangeShapeType="1"/>
          </p:cNvSpPr>
          <p:nvPr/>
        </p:nvSpPr>
        <p:spPr bwMode="auto">
          <a:xfrm flipH="1">
            <a:off x="4876800" y="2344737"/>
            <a:ext cx="457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3" name="Text Box 12">
            <a:extLst>
              <a:ext uri="{FF2B5EF4-FFF2-40B4-BE49-F238E27FC236}">
                <a16:creationId xmlns:a16="http://schemas.microsoft.com/office/drawing/2014/main" id="{ACEA8601-1766-9D81-20BA-6F2CED6C0887}"/>
              </a:ext>
            </a:extLst>
          </p:cNvPr>
          <p:cNvSpPr txBox="1">
            <a:spLocks noChangeArrowheads="1"/>
          </p:cNvSpPr>
          <p:nvPr/>
        </p:nvSpPr>
        <p:spPr bwMode="auto">
          <a:xfrm>
            <a:off x="8061326" y="5800726"/>
            <a:ext cx="441325" cy="369887"/>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39944" name="Text Box 13">
            <a:extLst>
              <a:ext uri="{FF2B5EF4-FFF2-40B4-BE49-F238E27FC236}">
                <a16:creationId xmlns:a16="http://schemas.microsoft.com/office/drawing/2014/main" id="{615A7619-A1BC-023D-D343-4349D4279510}"/>
              </a:ext>
            </a:extLst>
          </p:cNvPr>
          <p:cNvSpPr txBox="1">
            <a:spLocks noChangeArrowheads="1"/>
          </p:cNvSpPr>
          <p:nvPr/>
        </p:nvSpPr>
        <p:spPr bwMode="auto">
          <a:xfrm>
            <a:off x="7165976" y="5802312"/>
            <a:ext cx="441325" cy="369888"/>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39945" name="Text Box 14">
            <a:extLst>
              <a:ext uri="{FF2B5EF4-FFF2-40B4-BE49-F238E27FC236}">
                <a16:creationId xmlns:a16="http://schemas.microsoft.com/office/drawing/2014/main" id="{A0AA68BE-1A30-F384-0501-393C996F108E}"/>
              </a:ext>
            </a:extLst>
          </p:cNvPr>
          <p:cNvSpPr txBox="1">
            <a:spLocks noChangeArrowheads="1"/>
          </p:cNvSpPr>
          <p:nvPr/>
        </p:nvSpPr>
        <p:spPr bwMode="auto">
          <a:xfrm>
            <a:off x="7613651" y="5799137"/>
            <a:ext cx="441325" cy="369888"/>
          </a:xfrm>
          <a:prstGeom prst="rect">
            <a:avLst/>
          </a:prstGeom>
          <a:solidFill>
            <a:srgbClr val="B8B8B8"/>
          </a:solidFill>
          <a:ln w="317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39946" name="Text Box 15">
            <a:extLst>
              <a:ext uri="{FF2B5EF4-FFF2-40B4-BE49-F238E27FC236}">
                <a16:creationId xmlns:a16="http://schemas.microsoft.com/office/drawing/2014/main" id="{4DC7227E-61BA-3792-25FD-70AE3799FB7E}"/>
              </a:ext>
            </a:extLst>
          </p:cNvPr>
          <p:cNvSpPr txBox="1">
            <a:spLocks noChangeArrowheads="1"/>
          </p:cNvSpPr>
          <p:nvPr/>
        </p:nvSpPr>
        <p:spPr bwMode="auto">
          <a:xfrm>
            <a:off x="5138739" y="5786437"/>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39947" name="Text Box 16">
            <a:extLst>
              <a:ext uri="{FF2B5EF4-FFF2-40B4-BE49-F238E27FC236}">
                <a16:creationId xmlns:a16="http://schemas.microsoft.com/office/drawing/2014/main" id="{E335AD7A-04FE-0958-14CD-A51F32BE3435}"/>
              </a:ext>
            </a:extLst>
          </p:cNvPr>
          <p:cNvSpPr txBox="1">
            <a:spLocks noChangeArrowheads="1"/>
          </p:cNvSpPr>
          <p:nvPr/>
        </p:nvSpPr>
        <p:spPr bwMode="auto">
          <a:xfrm>
            <a:off x="4829176" y="5784851"/>
            <a:ext cx="314325" cy="369887"/>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39948" name="Text Box 17">
            <a:extLst>
              <a:ext uri="{FF2B5EF4-FFF2-40B4-BE49-F238E27FC236}">
                <a16:creationId xmlns:a16="http://schemas.microsoft.com/office/drawing/2014/main" id="{85CBEC52-A8B1-F676-50BF-A1898A9DA635}"/>
              </a:ext>
            </a:extLst>
          </p:cNvPr>
          <p:cNvSpPr txBox="1">
            <a:spLocks noChangeArrowheads="1"/>
          </p:cNvSpPr>
          <p:nvPr/>
        </p:nvSpPr>
        <p:spPr bwMode="auto">
          <a:xfrm>
            <a:off x="6854826" y="5802312"/>
            <a:ext cx="314325" cy="369888"/>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39949" name="Text Box 18">
            <a:extLst>
              <a:ext uri="{FF2B5EF4-FFF2-40B4-BE49-F238E27FC236}">
                <a16:creationId xmlns:a16="http://schemas.microsoft.com/office/drawing/2014/main" id="{D32CF6FA-20E6-15F1-413F-F6B4F7D07C66}"/>
              </a:ext>
            </a:extLst>
          </p:cNvPr>
          <p:cNvSpPr txBox="1">
            <a:spLocks noChangeArrowheads="1"/>
          </p:cNvSpPr>
          <p:nvPr/>
        </p:nvSpPr>
        <p:spPr bwMode="auto">
          <a:xfrm>
            <a:off x="4772026" y="5264150"/>
            <a:ext cx="10390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Array A</a:t>
            </a:r>
          </a:p>
        </p:txBody>
      </p:sp>
      <p:sp>
        <p:nvSpPr>
          <p:cNvPr id="39950" name="Text Box 19">
            <a:extLst>
              <a:ext uri="{FF2B5EF4-FFF2-40B4-BE49-F238E27FC236}">
                <a16:creationId xmlns:a16="http://schemas.microsoft.com/office/drawing/2014/main" id="{99A5697F-BB43-74A6-BF42-3E1830C1A2AA}"/>
              </a:ext>
            </a:extLst>
          </p:cNvPr>
          <p:cNvSpPr txBox="1">
            <a:spLocks noChangeArrowheads="1"/>
          </p:cNvSpPr>
          <p:nvPr/>
        </p:nvSpPr>
        <p:spPr bwMode="auto">
          <a:xfrm>
            <a:off x="7169151" y="5100637"/>
            <a:ext cx="950901" cy="369332"/>
          </a:xfrm>
          <a:prstGeom prst="rect">
            <a:avLst/>
          </a:prstGeom>
          <a:solidFill>
            <a:srgbClr val="B8B8B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Sorted:</a:t>
            </a:r>
          </a:p>
        </p:txBody>
      </p:sp>
      <p:sp>
        <p:nvSpPr>
          <p:cNvPr id="39951" name="Text Box 23">
            <a:extLst>
              <a:ext uri="{FF2B5EF4-FFF2-40B4-BE49-F238E27FC236}">
                <a16:creationId xmlns:a16="http://schemas.microsoft.com/office/drawing/2014/main" id="{D01436F3-18B1-4236-46F4-2CA6AB5EAD90}"/>
              </a:ext>
            </a:extLst>
          </p:cNvPr>
          <p:cNvSpPr txBox="1">
            <a:spLocks noChangeArrowheads="1"/>
          </p:cNvSpPr>
          <p:nvPr/>
        </p:nvSpPr>
        <p:spPr bwMode="auto">
          <a:xfrm>
            <a:off x="2374900" y="2454275"/>
            <a:ext cx="14285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Century Schoolbook" panose="02040604050505020304" pitchFamily="18" charset="0"/>
              </a:rPr>
              <a:t>HEAPIFY()</a:t>
            </a:r>
          </a:p>
        </p:txBody>
      </p:sp>
      <p:sp>
        <p:nvSpPr>
          <p:cNvPr id="39952" name="Line 24">
            <a:extLst>
              <a:ext uri="{FF2B5EF4-FFF2-40B4-BE49-F238E27FC236}">
                <a16:creationId xmlns:a16="http://schemas.microsoft.com/office/drawing/2014/main" id="{96CA8CBD-7BAD-B875-4F5F-12B19CA869A3}"/>
              </a:ext>
            </a:extLst>
          </p:cNvPr>
          <p:cNvSpPr>
            <a:spLocks noChangeShapeType="1"/>
          </p:cNvSpPr>
          <p:nvPr/>
        </p:nvSpPr>
        <p:spPr bwMode="auto">
          <a:xfrm flipH="1">
            <a:off x="4681538" y="2308225"/>
            <a:ext cx="19050" cy="5016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953" name="Line 25">
            <a:extLst>
              <a:ext uri="{FF2B5EF4-FFF2-40B4-BE49-F238E27FC236}">
                <a16:creationId xmlns:a16="http://schemas.microsoft.com/office/drawing/2014/main" id="{72E95E68-99AC-2BC9-B276-7451F32E82AC}"/>
              </a:ext>
            </a:extLst>
          </p:cNvPr>
          <p:cNvSpPr>
            <a:spLocks noChangeShapeType="1"/>
          </p:cNvSpPr>
          <p:nvPr/>
        </p:nvSpPr>
        <p:spPr bwMode="auto">
          <a:xfrm flipV="1">
            <a:off x="4700588" y="2173287"/>
            <a:ext cx="481012" cy="1539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954" name="Text Box 26">
            <a:extLst>
              <a:ext uri="{FF2B5EF4-FFF2-40B4-BE49-F238E27FC236}">
                <a16:creationId xmlns:a16="http://schemas.microsoft.com/office/drawing/2014/main" id="{CE0596E4-D202-6123-5930-DAF9BD8208D8}"/>
              </a:ext>
            </a:extLst>
          </p:cNvPr>
          <p:cNvSpPr txBox="1">
            <a:spLocks noChangeArrowheads="1"/>
          </p:cNvSpPr>
          <p:nvPr/>
        </p:nvSpPr>
        <p:spPr bwMode="auto">
          <a:xfrm>
            <a:off x="3876676" y="2057400"/>
            <a:ext cx="7328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swap</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Oval 4">
            <a:extLst>
              <a:ext uri="{FF2B5EF4-FFF2-40B4-BE49-F238E27FC236}">
                <a16:creationId xmlns:a16="http://schemas.microsoft.com/office/drawing/2014/main" id="{E7342E7A-385E-A45D-DE97-7AFDB1CA2C76}"/>
              </a:ext>
            </a:extLst>
          </p:cNvPr>
          <p:cNvSpPr>
            <a:spLocks noChangeArrowheads="1"/>
          </p:cNvSpPr>
          <p:nvPr/>
        </p:nvSpPr>
        <p:spPr bwMode="auto">
          <a:xfrm>
            <a:off x="5181600" y="188753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40963" name="Oval 5">
            <a:extLst>
              <a:ext uri="{FF2B5EF4-FFF2-40B4-BE49-F238E27FC236}">
                <a16:creationId xmlns:a16="http://schemas.microsoft.com/office/drawing/2014/main" id="{19BCAABB-89C4-7C60-FADC-D4291D631EDF}"/>
              </a:ext>
            </a:extLst>
          </p:cNvPr>
          <p:cNvSpPr>
            <a:spLocks noChangeArrowheads="1"/>
          </p:cNvSpPr>
          <p:nvPr/>
        </p:nvSpPr>
        <p:spPr bwMode="auto">
          <a:xfrm>
            <a:off x="4419600" y="280193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40964" name="Text Box 6">
            <a:extLst>
              <a:ext uri="{FF2B5EF4-FFF2-40B4-BE49-F238E27FC236}">
                <a16:creationId xmlns:a16="http://schemas.microsoft.com/office/drawing/2014/main" id="{A74D2ABF-7623-1238-17CE-7D4C05D0CFEA}"/>
              </a:ext>
            </a:extLst>
          </p:cNvPr>
          <p:cNvSpPr txBox="1">
            <a:spLocks noChangeArrowheads="1"/>
          </p:cNvSpPr>
          <p:nvPr/>
        </p:nvSpPr>
        <p:spPr bwMode="auto">
          <a:xfrm>
            <a:off x="8408988" y="1941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40965" name="Text Box 7">
            <a:extLst>
              <a:ext uri="{FF2B5EF4-FFF2-40B4-BE49-F238E27FC236}">
                <a16:creationId xmlns:a16="http://schemas.microsoft.com/office/drawing/2014/main" id="{B048AA70-A724-F2D1-BF6B-CF6F6708FC28}"/>
              </a:ext>
            </a:extLst>
          </p:cNvPr>
          <p:cNvSpPr txBox="1">
            <a:spLocks noChangeArrowheads="1"/>
          </p:cNvSpPr>
          <p:nvPr/>
        </p:nvSpPr>
        <p:spPr bwMode="auto">
          <a:xfrm>
            <a:off x="4559300" y="291623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40966" name="Line 8">
            <a:extLst>
              <a:ext uri="{FF2B5EF4-FFF2-40B4-BE49-F238E27FC236}">
                <a16:creationId xmlns:a16="http://schemas.microsoft.com/office/drawing/2014/main" id="{A694A660-66A1-F5A5-4824-916F8D61C422}"/>
              </a:ext>
            </a:extLst>
          </p:cNvPr>
          <p:cNvSpPr>
            <a:spLocks noChangeShapeType="1"/>
          </p:cNvSpPr>
          <p:nvPr/>
        </p:nvSpPr>
        <p:spPr bwMode="auto">
          <a:xfrm flipH="1">
            <a:off x="4876800" y="2344737"/>
            <a:ext cx="457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67" name="Text Box 9">
            <a:extLst>
              <a:ext uri="{FF2B5EF4-FFF2-40B4-BE49-F238E27FC236}">
                <a16:creationId xmlns:a16="http://schemas.microsoft.com/office/drawing/2014/main" id="{F5408E26-EB0C-DD1C-EA06-1DEE1BF9F3DD}"/>
              </a:ext>
            </a:extLst>
          </p:cNvPr>
          <p:cNvSpPr txBox="1">
            <a:spLocks noChangeArrowheads="1"/>
          </p:cNvSpPr>
          <p:nvPr/>
        </p:nvSpPr>
        <p:spPr bwMode="auto">
          <a:xfrm>
            <a:off x="8061326" y="5800726"/>
            <a:ext cx="441325" cy="369887"/>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40968" name="Text Box 10">
            <a:extLst>
              <a:ext uri="{FF2B5EF4-FFF2-40B4-BE49-F238E27FC236}">
                <a16:creationId xmlns:a16="http://schemas.microsoft.com/office/drawing/2014/main" id="{D80D1207-FA98-9628-6FA5-22CE6F2792E9}"/>
              </a:ext>
            </a:extLst>
          </p:cNvPr>
          <p:cNvSpPr txBox="1">
            <a:spLocks noChangeArrowheads="1"/>
          </p:cNvSpPr>
          <p:nvPr/>
        </p:nvSpPr>
        <p:spPr bwMode="auto">
          <a:xfrm>
            <a:off x="7165976" y="5802312"/>
            <a:ext cx="441325" cy="369888"/>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40969" name="Text Box 11">
            <a:extLst>
              <a:ext uri="{FF2B5EF4-FFF2-40B4-BE49-F238E27FC236}">
                <a16:creationId xmlns:a16="http://schemas.microsoft.com/office/drawing/2014/main" id="{E43EFDDA-6E59-E5FC-DFA3-0B55E184AD90}"/>
              </a:ext>
            </a:extLst>
          </p:cNvPr>
          <p:cNvSpPr txBox="1">
            <a:spLocks noChangeArrowheads="1"/>
          </p:cNvSpPr>
          <p:nvPr/>
        </p:nvSpPr>
        <p:spPr bwMode="auto">
          <a:xfrm>
            <a:off x="7613651" y="5799137"/>
            <a:ext cx="441325" cy="369888"/>
          </a:xfrm>
          <a:prstGeom prst="rect">
            <a:avLst/>
          </a:prstGeom>
          <a:solidFill>
            <a:srgbClr val="B8B8B8"/>
          </a:solidFill>
          <a:ln w="317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40970" name="Text Box 12">
            <a:extLst>
              <a:ext uri="{FF2B5EF4-FFF2-40B4-BE49-F238E27FC236}">
                <a16:creationId xmlns:a16="http://schemas.microsoft.com/office/drawing/2014/main" id="{FE4F454B-30D9-28EA-EBA8-35DC0C7B1C4C}"/>
              </a:ext>
            </a:extLst>
          </p:cNvPr>
          <p:cNvSpPr txBox="1">
            <a:spLocks noChangeArrowheads="1"/>
          </p:cNvSpPr>
          <p:nvPr/>
        </p:nvSpPr>
        <p:spPr bwMode="auto">
          <a:xfrm>
            <a:off x="5138739" y="5786437"/>
            <a:ext cx="314325" cy="3698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40971" name="Text Box 13">
            <a:extLst>
              <a:ext uri="{FF2B5EF4-FFF2-40B4-BE49-F238E27FC236}">
                <a16:creationId xmlns:a16="http://schemas.microsoft.com/office/drawing/2014/main" id="{95457617-9D5B-5048-0453-ACA75CDB4C6E}"/>
              </a:ext>
            </a:extLst>
          </p:cNvPr>
          <p:cNvSpPr txBox="1">
            <a:spLocks noChangeArrowheads="1"/>
          </p:cNvSpPr>
          <p:nvPr/>
        </p:nvSpPr>
        <p:spPr bwMode="auto">
          <a:xfrm>
            <a:off x="6524626" y="5794376"/>
            <a:ext cx="314325" cy="369887"/>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40972" name="Text Box 14">
            <a:extLst>
              <a:ext uri="{FF2B5EF4-FFF2-40B4-BE49-F238E27FC236}">
                <a16:creationId xmlns:a16="http://schemas.microsoft.com/office/drawing/2014/main" id="{7A45DF33-F92C-01FD-C71E-A36D38C4CEA5}"/>
              </a:ext>
            </a:extLst>
          </p:cNvPr>
          <p:cNvSpPr txBox="1">
            <a:spLocks noChangeArrowheads="1"/>
          </p:cNvSpPr>
          <p:nvPr/>
        </p:nvSpPr>
        <p:spPr bwMode="auto">
          <a:xfrm>
            <a:off x="6854826" y="5802312"/>
            <a:ext cx="314325" cy="369888"/>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40973" name="Text Box 15">
            <a:extLst>
              <a:ext uri="{FF2B5EF4-FFF2-40B4-BE49-F238E27FC236}">
                <a16:creationId xmlns:a16="http://schemas.microsoft.com/office/drawing/2014/main" id="{BA3795EA-5D2C-80C0-FF00-306AFA1634F7}"/>
              </a:ext>
            </a:extLst>
          </p:cNvPr>
          <p:cNvSpPr txBox="1">
            <a:spLocks noChangeArrowheads="1"/>
          </p:cNvSpPr>
          <p:nvPr/>
        </p:nvSpPr>
        <p:spPr bwMode="auto">
          <a:xfrm>
            <a:off x="4772026" y="5264150"/>
            <a:ext cx="10390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Array A</a:t>
            </a:r>
          </a:p>
        </p:txBody>
      </p:sp>
      <p:sp>
        <p:nvSpPr>
          <p:cNvPr id="40974" name="Text Box 16">
            <a:extLst>
              <a:ext uri="{FF2B5EF4-FFF2-40B4-BE49-F238E27FC236}">
                <a16:creationId xmlns:a16="http://schemas.microsoft.com/office/drawing/2014/main" id="{F44EAF01-A310-05A2-3FF0-6FC6006089D2}"/>
              </a:ext>
            </a:extLst>
          </p:cNvPr>
          <p:cNvSpPr txBox="1">
            <a:spLocks noChangeArrowheads="1"/>
          </p:cNvSpPr>
          <p:nvPr/>
        </p:nvSpPr>
        <p:spPr bwMode="auto">
          <a:xfrm>
            <a:off x="7169151" y="5100637"/>
            <a:ext cx="950901" cy="369332"/>
          </a:xfrm>
          <a:prstGeom prst="rect">
            <a:avLst/>
          </a:prstGeom>
          <a:solidFill>
            <a:srgbClr val="B8B8B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Sorted:</a:t>
            </a:r>
          </a:p>
        </p:txBody>
      </p:sp>
      <p:sp>
        <p:nvSpPr>
          <p:cNvPr id="40975" name="Line 20">
            <a:extLst>
              <a:ext uri="{FF2B5EF4-FFF2-40B4-BE49-F238E27FC236}">
                <a16:creationId xmlns:a16="http://schemas.microsoft.com/office/drawing/2014/main" id="{A0D15483-6044-54FC-D135-FD12AB23633C}"/>
              </a:ext>
            </a:extLst>
          </p:cNvPr>
          <p:cNvSpPr>
            <a:spLocks noChangeShapeType="1"/>
          </p:cNvSpPr>
          <p:nvPr/>
        </p:nvSpPr>
        <p:spPr bwMode="auto">
          <a:xfrm>
            <a:off x="5903914" y="2116138"/>
            <a:ext cx="2454275" cy="28575"/>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76" name="Line 22">
            <a:extLst>
              <a:ext uri="{FF2B5EF4-FFF2-40B4-BE49-F238E27FC236}">
                <a16:creationId xmlns:a16="http://schemas.microsoft.com/office/drawing/2014/main" id="{B7B87233-8C86-206A-E461-75E38AD51C8B}"/>
              </a:ext>
            </a:extLst>
          </p:cNvPr>
          <p:cNvSpPr>
            <a:spLocks noChangeShapeType="1"/>
          </p:cNvSpPr>
          <p:nvPr/>
        </p:nvSpPr>
        <p:spPr bwMode="auto">
          <a:xfrm flipV="1">
            <a:off x="4681539" y="2395538"/>
            <a:ext cx="28575" cy="365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7" name="Line 23">
            <a:extLst>
              <a:ext uri="{FF2B5EF4-FFF2-40B4-BE49-F238E27FC236}">
                <a16:creationId xmlns:a16="http://schemas.microsoft.com/office/drawing/2014/main" id="{97DF9835-C7B1-19B5-53E2-D77B7E5D3C7D}"/>
              </a:ext>
            </a:extLst>
          </p:cNvPr>
          <p:cNvSpPr>
            <a:spLocks noChangeShapeType="1"/>
          </p:cNvSpPr>
          <p:nvPr/>
        </p:nvSpPr>
        <p:spPr bwMode="auto">
          <a:xfrm flipV="1">
            <a:off x="4710114" y="2232026"/>
            <a:ext cx="471487" cy="1539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78" name="Text Box 24">
            <a:extLst>
              <a:ext uri="{FF2B5EF4-FFF2-40B4-BE49-F238E27FC236}">
                <a16:creationId xmlns:a16="http://schemas.microsoft.com/office/drawing/2014/main" id="{C37DEA96-F91E-11C1-DF3B-9BF8271BFB49}"/>
              </a:ext>
            </a:extLst>
          </p:cNvPr>
          <p:cNvSpPr txBox="1">
            <a:spLocks noChangeArrowheads="1"/>
          </p:cNvSpPr>
          <p:nvPr/>
        </p:nvSpPr>
        <p:spPr bwMode="auto">
          <a:xfrm>
            <a:off x="2770188" y="1963737"/>
            <a:ext cx="178286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Move the last</a:t>
            </a:r>
          </a:p>
          <a:p>
            <a:pPr eaLnBrk="1" hangingPunct="1"/>
            <a:r>
              <a:rPr lang="en-US" altLang="en-US">
                <a:latin typeface="Century Schoolbook" panose="02040604050505020304" pitchFamily="18" charset="0"/>
              </a:rPr>
              <a:t>element to the </a:t>
            </a:r>
          </a:p>
          <a:p>
            <a:pPr eaLnBrk="1" hangingPunct="1"/>
            <a:r>
              <a:rPr lang="en-US" altLang="en-US">
                <a:latin typeface="Century Schoolbook" panose="02040604050505020304" pitchFamily="18" charset="0"/>
              </a:rPr>
              <a:t>root</a:t>
            </a:r>
          </a:p>
        </p:txBody>
      </p:sp>
      <p:sp>
        <p:nvSpPr>
          <p:cNvPr id="40979" name="Text Box 24">
            <a:extLst>
              <a:ext uri="{FF2B5EF4-FFF2-40B4-BE49-F238E27FC236}">
                <a16:creationId xmlns:a16="http://schemas.microsoft.com/office/drawing/2014/main" id="{866BF9DA-FF7B-5237-584D-CEB7DC9D9922}"/>
              </a:ext>
            </a:extLst>
          </p:cNvPr>
          <p:cNvSpPr txBox="1">
            <a:spLocks noChangeArrowheads="1"/>
          </p:cNvSpPr>
          <p:nvPr/>
        </p:nvSpPr>
        <p:spPr bwMode="auto">
          <a:xfrm>
            <a:off x="6427789" y="1712912"/>
            <a:ext cx="19527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Take out biggest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Oval 4">
            <a:extLst>
              <a:ext uri="{FF2B5EF4-FFF2-40B4-BE49-F238E27FC236}">
                <a16:creationId xmlns:a16="http://schemas.microsoft.com/office/drawing/2014/main" id="{859722CA-0B29-6ECC-4035-A849431EF1E9}"/>
              </a:ext>
            </a:extLst>
          </p:cNvPr>
          <p:cNvSpPr>
            <a:spLocks noChangeArrowheads="1"/>
          </p:cNvSpPr>
          <p:nvPr/>
        </p:nvSpPr>
        <p:spPr bwMode="auto">
          <a:xfrm>
            <a:off x="5181600" y="1887537"/>
            <a:ext cx="609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entury Schoolbook" panose="02040604050505020304" pitchFamily="18" charset="0"/>
            </a:endParaRPr>
          </a:p>
        </p:txBody>
      </p:sp>
      <p:sp>
        <p:nvSpPr>
          <p:cNvPr id="41987" name="Text Box 7">
            <a:extLst>
              <a:ext uri="{FF2B5EF4-FFF2-40B4-BE49-F238E27FC236}">
                <a16:creationId xmlns:a16="http://schemas.microsoft.com/office/drawing/2014/main" id="{64009DA1-75AA-BA3D-209C-B6705CF9C896}"/>
              </a:ext>
            </a:extLst>
          </p:cNvPr>
          <p:cNvSpPr txBox="1">
            <a:spLocks noChangeArrowheads="1"/>
          </p:cNvSpPr>
          <p:nvPr/>
        </p:nvSpPr>
        <p:spPr bwMode="auto">
          <a:xfrm>
            <a:off x="5340350" y="197326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41988" name="Text Box 9">
            <a:extLst>
              <a:ext uri="{FF2B5EF4-FFF2-40B4-BE49-F238E27FC236}">
                <a16:creationId xmlns:a16="http://schemas.microsoft.com/office/drawing/2014/main" id="{86987DD9-6AB1-2D43-8DA0-116BDF99727E}"/>
              </a:ext>
            </a:extLst>
          </p:cNvPr>
          <p:cNvSpPr txBox="1">
            <a:spLocks noChangeArrowheads="1"/>
          </p:cNvSpPr>
          <p:nvPr/>
        </p:nvSpPr>
        <p:spPr bwMode="auto">
          <a:xfrm>
            <a:off x="8061326" y="5800726"/>
            <a:ext cx="441325" cy="369887"/>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19</a:t>
            </a:r>
          </a:p>
        </p:txBody>
      </p:sp>
      <p:sp>
        <p:nvSpPr>
          <p:cNvPr id="41989" name="Text Box 10">
            <a:extLst>
              <a:ext uri="{FF2B5EF4-FFF2-40B4-BE49-F238E27FC236}">
                <a16:creationId xmlns:a16="http://schemas.microsoft.com/office/drawing/2014/main" id="{946E21EE-6375-780C-D36E-1106036982D0}"/>
              </a:ext>
            </a:extLst>
          </p:cNvPr>
          <p:cNvSpPr txBox="1">
            <a:spLocks noChangeArrowheads="1"/>
          </p:cNvSpPr>
          <p:nvPr/>
        </p:nvSpPr>
        <p:spPr bwMode="auto">
          <a:xfrm>
            <a:off x="7165976" y="5802312"/>
            <a:ext cx="441325" cy="369888"/>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12</a:t>
            </a:r>
          </a:p>
        </p:txBody>
      </p:sp>
      <p:sp>
        <p:nvSpPr>
          <p:cNvPr id="41990" name="Text Box 11">
            <a:extLst>
              <a:ext uri="{FF2B5EF4-FFF2-40B4-BE49-F238E27FC236}">
                <a16:creationId xmlns:a16="http://schemas.microsoft.com/office/drawing/2014/main" id="{1CCA6BD6-3EDB-C248-D925-128E447248E3}"/>
              </a:ext>
            </a:extLst>
          </p:cNvPr>
          <p:cNvSpPr txBox="1">
            <a:spLocks noChangeArrowheads="1"/>
          </p:cNvSpPr>
          <p:nvPr/>
        </p:nvSpPr>
        <p:spPr bwMode="auto">
          <a:xfrm>
            <a:off x="7613651" y="5799137"/>
            <a:ext cx="441325" cy="369888"/>
          </a:xfrm>
          <a:prstGeom prst="rect">
            <a:avLst/>
          </a:prstGeom>
          <a:solidFill>
            <a:srgbClr val="B8B8B8"/>
          </a:solidFill>
          <a:ln w="317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16</a:t>
            </a:r>
          </a:p>
        </p:txBody>
      </p:sp>
      <p:sp>
        <p:nvSpPr>
          <p:cNvPr id="41991" name="Text Box 12">
            <a:extLst>
              <a:ext uri="{FF2B5EF4-FFF2-40B4-BE49-F238E27FC236}">
                <a16:creationId xmlns:a16="http://schemas.microsoft.com/office/drawing/2014/main" id="{A9DA883F-A9B9-E4BD-3425-A7D01352561A}"/>
              </a:ext>
            </a:extLst>
          </p:cNvPr>
          <p:cNvSpPr txBox="1">
            <a:spLocks noChangeArrowheads="1"/>
          </p:cNvSpPr>
          <p:nvPr/>
        </p:nvSpPr>
        <p:spPr bwMode="auto">
          <a:xfrm>
            <a:off x="6216651" y="5795962"/>
            <a:ext cx="314325" cy="369888"/>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1</a:t>
            </a:r>
          </a:p>
        </p:txBody>
      </p:sp>
      <p:sp>
        <p:nvSpPr>
          <p:cNvPr id="41992" name="Text Box 13">
            <a:extLst>
              <a:ext uri="{FF2B5EF4-FFF2-40B4-BE49-F238E27FC236}">
                <a16:creationId xmlns:a16="http://schemas.microsoft.com/office/drawing/2014/main" id="{9E2C6577-497A-1828-FFF2-818B59142B59}"/>
              </a:ext>
            </a:extLst>
          </p:cNvPr>
          <p:cNvSpPr txBox="1">
            <a:spLocks noChangeArrowheads="1"/>
          </p:cNvSpPr>
          <p:nvPr/>
        </p:nvSpPr>
        <p:spPr bwMode="auto">
          <a:xfrm>
            <a:off x="6524626" y="5794376"/>
            <a:ext cx="314325" cy="369887"/>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4</a:t>
            </a:r>
          </a:p>
        </p:txBody>
      </p:sp>
      <p:sp>
        <p:nvSpPr>
          <p:cNvPr id="41993" name="Text Box 14">
            <a:extLst>
              <a:ext uri="{FF2B5EF4-FFF2-40B4-BE49-F238E27FC236}">
                <a16:creationId xmlns:a16="http://schemas.microsoft.com/office/drawing/2014/main" id="{1A7D2752-7F4D-7FFA-47C7-78D5A12178F3}"/>
              </a:ext>
            </a:extLst>
          </p:cNvPr>
          <p:cNvSpPr txBox="1">
            <a:spLocks noChangeArrowheads="1"/>
          </p:cNvSpPr>
          <p:nvPr/>
        </p:nvSpPr>
        <p:spPr bwMode="auto">
          <a:xfrm>
            <a:off x="6854826" y="5802312"/>
            <a:ext cx="314325" cy="369888"/>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7</a:t>
            </a:r>
          </a:p>
        </p:txBody>
      </p:sp>
      <p:sp>
        <p:nvSpPr>
          <p:cNvPr id="41994" name="Text Box 15">
            <a:extLst>
              <a:ext uri="{FF2B5EF4-FFF2-40B4-BE49-F238E27FC236}">
                <a16:creationId xmlns:a16="http://schemas.microsoft.com/office/drawing/2014/main" id="{F25BB8EB-E692-73FC-1AB6-7DE19510683A}"/>
              </a:ext>
            </a:extLst>
          </p:cNvPr>
          <p:cNvSpPr txBox="1">
            <a:spLocks noChangeArrowheads="1"/>
          </p:cNvSpPr>
          <p:nvPr/>
        </p:nvSpPr>
        <p:spPr bwMode="auto">
          <a:xfrm>
            <a:off x="4772026" y="5264150"/>
            <a:ext cx="10390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Array A</a:t>
            </a:r>
          </a:p>
        </p:txBody>
      </p:sp>
      <p:sp>
        <p:nvSpPr>
          <p:cNvPr id="41995" name="Text Box 16">
            <a:extLst>
              <a:ext uri="{FF2B5EF4-FFF2-40B4-BE49-F238E27FC236}">
                <a16:creationId xmlns:a16="http://schemas.microsoft.com/office/drawing/2014/main" id="{4E909A2B-3E67-F73C-99FE-1481CD2F6392}"/>
              </a:ext>
            </a:extLst>
          </p:cNvPr>
          <p:cNvSpPr txBox="1">
            <a:spLocks noChangeArrowheads="1"/>
          </p:cNvSpPr>
          <p:nvPr/>
        </p:nvSpPr>
        <p:spPr bwMode="auto">
          <a:xfrm>
            <a:off x="7169151" y="5100637"/>
            <a:ext cx="950901" cy="369332"/>
          </a:xfrm>
          <a:prstGeom prst="rect">
            <a:avLst/>
          </a:prstGeom>
          <a:solidFill>
            <a:srgbClr val="B8B8B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Sorted:</a:t>
            </a:r>
          </a:p>
        </p:txBody>
      </p:sp>
      <p:sp>
        <p:nvSpPr>
          <p:cNvPr id="41996" name="Line 22">
            <a:extLst>
              <a:ext uri="{FF2B5EF4-FFF2-40B4-BE49-F238E27FC236}">
                <a16:creationId xmlns:a16="http://schemas.microsoft.com/office/drawing/2014/main" id="{D81E4EF2-65D8-DC88-1FCC-52E5A788A95E}"/>
              </a:ext>
            </a:extLst>
          </p:cNvPr>
          <p:cNvSpPr>
            <a:spLocks noChangeShapeType="1"/>
          </p:cNvSpPr>
          <p:nvPr/>
        </p:nvSpPr>
        <p:spPr bwMode="auto">
          <a:xfrm>
            <a:off x="5903914" y="2116138"/>
            <a:ext cx="2454275" cy="28575"/>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997" name="Text Box 24">
            <a:extLst>
              <a:ext uri="{FF2B5EF4-FFF2-40B4-BE49-F238E27FC236}">
                <a16:creationId xmlns:a16="http://schemas.microsoft.com/office/drawing/2014/main" id="{71B94847-74BD-6607-16EA-5ECEC967184F}"/>
              </a:ext>
            </a:extLst>
          </p:cNvPr>
          <p:cNvSpPr txBox="1">
            <a:spLocks noChangeArrowheads="1"/>
          </p:cNvSpPr>
          <p:nvPr/>
        </p:nvSpPr>
        <p:spPr bwMode="auto">
          <a:xfrm>
            <a:off x="6427789" y="1712912"/>
            <a:ext cx="19527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entury Schoolbook" panose="02040604050505020304" pitchFamily="18" charset="0"/>
              </a:rPr>
              <a:t>Take out biggest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4">
            <a:extLst>
              <a:ext uri="{FF2B5EF4-FFF2-40B4-BE49-F238E27FC236}">
                <a16:creationId xmlns:a16="http://schemas.microsoft.com/office/drawing/2014/main" id="{5F434961-FF2F-AE9E-CC2D-5E6F43941CAC}"/>
              </a:ext>
            </a:extLst>
          </p:cNvPr>
          <p:cNvSpPr txBox="1">
            <a:spLocks noChangeArrowheads="1"/>
          </p:cNvSpPr>
          <p:nvPr/>
        </p:nvSpPr>
        <p:spPr bwMode="auto">
          <a:xfrm>
            <a:off x="6800851" y="3300413"/>
            <a:ext cx="638175" cy="582612"/>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latin typeface="Century Schoolbook" panose="02040604050505020304" pitchFamily="18" charset="0"/>
              </a:rPr>
              <a:t>19</a:t>
            </a:r>
          </a:p>
        </p:txBody>
      </p:sp>
      <p:sp>
        <p:nvSpPr>
          <p:cNvPr id="43011" name="Text Box 5">
            <a:extLst>
              <a:ext uri="{FF2B5EF4-FFF2-40B4-BE49-F238E27FC236}">
                <a16:creationId xmlns:a16="http://schemas.microsoft.com/office/drawing/2014/main" id="{54A94C5E-57F4-ED2C-659F-453C5F6EF5A5}"/>
              </a:ext>
            </a:extLst>
          </p:cNvPr>
          <p:cNvSpPr txBox="1">
            <a:spLocks noChangeArrowheads="1"/>
          </p:cNvSpPr>
          <p:nvPr/>
        </p:nvSpPr>
        <p:spPr bwMode="auto">
          <a:xfrm>
            <a:off x="5343526" y="3292476"/>
            <a:ext cx="638175" cy="582613"/>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latin typeface="Century Schoolbook" panose="02040604050505020304" pitchFamily="18" charset="0"/>
              </a:rPr>
              <a:t>12</a:t>
            </a:r>
          </a:p>
        </p:txBody>
      </p:sp>
      <p:sp>
        <p:nvSpPr>
          <p:cNvPr id="43012" name="Text Box 6">
            <a:extLst>
              <a:ext uri="{FF2B5EF4-FFF2-40B4-BE49-F238E27FC236}">
                <a16:creationId xmlns:a16="http://schemas.microsoft.com/office/drawing/2014/main" id="{FD297E90-2B92-A18E-B07C-4EF49D658E7A}"/>
              </a:ext>
            </a:extLst>
          </p:cNvPr>
          <p:cNvSpPr txBox="1">
            <a:spLocks noChangeArrowheads="1"/>
          </p:cNvSpPr>
          <p:nvPr/>
        </p:nvSpPr>
        <p:spPr bwMode="auto">
          <a:xfrm>
            <a:off x="5995988" y="3289301"/>
            <a:ext cx="798512" cy="582613"/>
          </a:xfrm>
          <a:prstGeom prst="rect">
            <a:avLst/>
          </a:prstGeom>
          <a:solidFill>
            <a:srgbClr val="B8B8B8"/>
          </a:solidFill>
          <a:ln w="317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latin typeface="Century Schoolbook" panose="02040604050505020304" pitchFamily="18" charset="0"/>
              </a:rPr>
              <a:t>16</a:t>
            </a:r>
          </a:p>
        </p:txBody>
      </p:sp>
      <p:sp>
        <p:nvSpPr>
          <p:cNvPr id="43013" name="Text Box 7">
            <a:extLst>
              <a:ext uri="{FF2B5EF4-FFF2-40B4-BE49-F238E27FC236}">
                <a16:creationId xmlns:a16="http://schemas.microsoft.com/office/drawing/2014/main" id="{0594A26B-6141-7325-6D8E-CDC7314BA07C}"/>
              </a:ext>
            </a:extLst>
          </p:cNvPr>
          <p:cNvSpPr txBox="1">
            <a:spLocks noChangeArrowheads="1"/>
          </p:cNvSpPr>
          <p:nvPr/>
        </p:nvSpPr>
        <p:spPr bwMode="auto">
          <a:xfrm>
            <a:off x="4087813" y="3295651"/>
            <a:ext cx="412750" cy="582613"/>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latin typeface="Century Schoolbook" panose="02040604050505020304" pitchFamily="18" charset="0"/>
              </a:rPr>
              <a:t>1</a:t>
            </a:r>
          </a:p>
        </p:txBody>
      </p:sp>
      <p:sp>
        <p:nvSpPr>
          <p:cNvPr id="43014" name="Text Box 8">
            <a:extLst>
              <a:ext uri="{FF2B5EF4-FFF2-40B4-BE49-F238E27FC236}">
                <a16:creationId xmlns:a16="http://schemas.microsoft.com/office/drawing/2014/main" id="{B03BBAA2-ED1B-B622-4A8A-A8B1C9C64277}"/>
              </a:ext>
            </a:extLst>
          </p:cNvPr>
          <p:cNvSpPr txBox="1">
            <a:spLocks noChangeArrowheads="1"/>
          </p:cNvSpPr>
          <p:nvPr/>
        </p:nvSpPr>
        <p:spPr bwMode="auto">
          <a:xfrm>
            <a:off x="4503738" y="3294063"/>
            <a:ext cx="412750" cy="582612"/>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latin typeface="Century Schoolbook" panose="02040604050505020304" pitchFamily="18" charset="0"/>
              </a:rPr>
              <a:t>4</a:t>
            </a:r>
          </a:p>
        </p:txBody>
      </p:sp>
      <p:sp>
        <p:nvSpPr>
          <p:cNvPr id="43015" name="Text Box 9">
            <a:extLst>
              <a:ext uri="{FF2B5EF4-FFF2-40B4-BE49-F238E27FC236}">
                <a16:creationId xmlns:a16="http://schemas.microsoft.com/office/drawing/2014/main" id="{39342CAA-FFCF-5ECD-0076-92F5E935C6C5}"/>
              </a:ext>
            </a:extLst>
          </p:cNvPr>
          <p:cNvSpPr txBox="1">
            <a:spLocks noChangeArrowheads="1"/>
          </p:cNvSpPr>
          <p:nvPr/>
        </p:nvSpPr>
        <p:spPr bwMode="auto">
          <a:xfrm>
            <a:off x="4919663" y="3292476"/>
            <a:ext cx="412750" cy="582613"/>
          </a:xfrm>
          <a:prstGeom prst="rect">
            <a:avLst/>
          </a:prstGeom>
          <a:solidFill>
            <a:srgbClr val="B8B8B8"/>
          </a:solidFill>
          <a:ln w="31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latin typeface="Century Schoolbook" panose="02040604050505020304" pitchFamily="18" charset="0"/>
              </a:rPr>
              <a:t>7</a:t>
            </a:r>
          </a:p>
        </p:txBody>
      </p:sp>
      <p:sp>
        <p:nvSpPr>
          <p:cNvPr id="43016" name="Text Box 10">
            <a:extLst>
              <a:ext uri="{FF2B5EF4-FFF2-40B4-BE49-F238E27FC236}">
                <a16:creationId xmlns:a16="http://schemas.microsoft.com/office/drawing/2014/main" id="{D0B4B37D-73FD-2A5E-A2A5-AB0895AF540D}"/>
              </a:ext>
            </a:extLst>
          </p:cNvPr>
          <p:cNvSpPr txBox="1">
            <a:spLocks noChangeArrowheads="1"/>
          </p:cNvSpPr>
          <p:nvPr/>
        </p:nvSpPr>
        <p:spPr bwMode="auto">
          <a:xfrm>
            <a:off x="4838701" y="2179638"/>
            <a:ext cx="1034257" cy="400110"/>
          </a:xfrm>
          <a:prstGeom prst="rect">
            <a:avLst/>
          </a:prstGeom>
          <a:solidFill>
            <a:srgbClr val="B8B8B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entury Schoolbook" panose="02040604050505020304" pitchFamily="18" charset="0"/>
              </a:rPr>
              <a:t>Sorted: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A8CCA-B75F-C57B-8392-6DCD501C5EB4}"/>
              </a:ext>
            </a:extLst>
          </p:cNvPr>
          <p:cNvSpPr>
            <a:spLocks noGrp="1"/>
          </p:cNvSpPr>
          <p:nvPr>
            <p:ph type="title"/>
          </p:nvPr>
        </p:nvSpPr>
        <p:spPr/>
        <p:txBody>
          <a:bodyPr/>
          <a:lstStyle/>
          <a:p>
            <a:pPr>
              <a:defRPr/>
            </a:pPr>
            <a:r>
              <a:rPr lang="en-US" sz="3200" b="1" dirty="0">
                <a:solidFill>
                  <a:srgbClr val="004200"/>
                </a:solidFill>
                <a:latin typeface="Arial"/>
                <a:ea typeface="+mn-ea"/>
                <a:cs typeface="Arial"/>
              </a:rPr>
              <a:t>Time Analysis</a:t>
            </a:r>
          </a:p>
        </p:txBody>
      </p:sp>
      <p:sp>
        <p:nvSpPr>
          <p:cNvPr id="44035" name="Content Placeholder 2">
            <a:extLst>
              <a:ext uri="{FF2B5EF4-FFF2-40B4-BE49-F238E27FC236}">
                <a16:creationId xmlns:a16="http://schemas.microsoft.com/office/drawing/2014/main" id="{7660D43F-BEE6-5B44-2E2D-1B6D825A5D07}"/>
              </a:ext>
            </a:extLst>
          </p:cNvPr>
          <p:cNvSpPr>
            <a:spLocks noGrp="1"/>
          </p:cNvSpPr>
          <p:nvPr>
            <p:ph sz="quarter" idx="1"/>
          </p:nvPr>
        </p:nvSpPr>
        <p:spPr>
          <a:xfrm>
            <a:off x="1219200" y="1828801"/>
            <a:ext cx="9936480" cy="2133599"/>
          </a:xfrm>
        </p:spPr>
        <p:txBody>
          <a:bodyPr>
            <a:normAutofit lnSpcReduction="10000"/>
          </a:bodyPr>
          <a:lstStyle/>
          <a:p>
            <a:pPr algn="just"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Build Heap Algorithm will run in O(n) time</a:t>
            </a:r>
          </a:p>
          <a:p>
            <a:pPr algn="just"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There are </a:t>
            </a:r>
            <a:r>
              <a:rPr lang="en-US" altLang="en-US" sz="2400" i="1" dirty="0">
                <a:latin typeface="Times New Roman" panose="02020603050405020304" pitchFamily="18" charset="0"/>
                <a:cs typeface="Times New Roman" panose="02020603050405020304" pitchFamily="18" charset="0"/>
              </a:rPr>
              <a:t>n</a:t>
            </a:r>
            <a:r>
              <a:rPr lang="en-US" altLang="en-US" sz="2400" dirty="0">
                <a:latin typeface="Times New Roman" panose="02020603050405020304" pitchFamily="18" charset="0"/>
                <a:cs typeface="Times New Roman" panose="02020603050405020304" pitchFamily="18" charset="0"/>
              </a:rPr>
              <a:t>-1 calls to Heapify each call requires O(log </a:t>
            </a:r>
            <a:r>
              <a:rPr lang="en-US" altLang="en-US" sz="2400" i="1" dirty="0">
                <a:latin typeface="Times New Roman" panose="02020603050405020304" pitchFamily="18" charset="0"/>
                <a:cs typeface="Times New Roman" panose="02020603050405020304" pitchFamily="18" charset="0"/>
              </a:rPr>
              <a:t>n</a:t>
            </a:r>
            <a:r>
              <a:rPr lang="en-US" altLang="en-US" sz="2400" dirty="0">
                <a:latin typeface="Times New Roman" panose="02020603050405020304" pitchFamily="18" charset="0"/>
                <a:cs typeface="Times New Roman" panose="02020603050405020304" pitchFamily="18" charset="0"/>
              </a:rPr>
              <a:t>) time</a:t>
            </a:r>
          </a:p>
          <a:p>
            <a:pPr algn="just" eaLnBrk="1" hangingPunct="1">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Heap sort program combine Build Heap program and Heapify, therefore it has the running time of O(n log n) time</a:t>
            </a:r>
          </a:p>
          <a:p>
            <a:pPr algn="just" eaLnBrk="1" hangingPunct="1">
              <a:buFont typeface="Wingdings" panose="05000000000000000000" pitchFamily="2" charset="2"/>
              <a:buChar char="v"/>
            </a:pPr>
            <a:r>
              <a:rPr lang="en-US" altLang="zh-CN" sz="2400" dirty="0">
                <a:latin typeface="Times New Roman" panose="02020603050405020304" pitchFamily="18" charset="0"/>
                <a:cs typeface="Times New Roman" panose="02020603050405020304" pitchFamily="18" charset="0"/>
              </a:rPr>
              <a:t>Total time complexity: O(n log n)</a:t>
            </a:r>
          </a:p>
          <a:p>
            <a:pPr eaLnBrk="1" hangingPunct="1"/>
            <a:endParaRPr lang="en-US" altLang="en-US" dirty="0"/>
          </a:p>
          <a:p>
            <a:pPr eaLnBrk="1" hangingPunct="1"/>
            <a:endParaRPr lang="en-US"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92DCA54-2335-58C0-547E-262B6F897E4D}"/>
              </a:ext>
            </a:extLst>
          </p:cNvPr>
          <p:cNvSpPr>
            <a:spLocks noGrp="1"/>
          </p:cNvSpPr>
          <p:nvPr>
            <p:ph idx="1"/>
          </p:nvPr>
        </p:nvSpPr>
        <p:spPr>
          <a:xfrm>
            <a:off x="1097280" y="3141134"/>
            <a:ext cx="10058400" cy="745066"/>
          </a:xfrm>
        </p:spPr>
        <p:txBody>
          <a:bodyPr>
            <a:normAutofit/>
          </a:bodyPr>
          <a:lstStyle/>
          <a:p>
            <a:pPr marL="201168" lvl="1" indent="0" algn="ctr">
              <a:buNone/>
            </a:pPr>
            <a:r>
              <a:rPr lang="fr-FR" sz="4400" dirty="0"/>
              <a:t>Quick sort</a:t>
            </a:r>
          </a:p>
        </p:txBody>
      </p:sp>
      <p:sp>
        <p:nvSpPr>
          <p:cNvPr id="3" name="Footer Placeholder 2">
            <a:extLst>
              <a:ext uri="{FF2B5EF4-FFF2-40B4-BE49-F238E27FC236}">
                <a16:creationId xmlns:a16="http://schemas.microsoft.com/office/drawing/2014/main" id="{78E82006-EA5B-3F34-6B65-6D3A3C796BF7}"/>
              </a:ext>
            </a:extLst>
          </p:cNvPr>
          <p:cNvSpPr>
            <a:spLocks noGrp="1"/>
          </p:cNvSpPr>
          <p:nvPr>
            <p:ph type="ftr" sz="quarter" idx="11"/>
          </p:nvPr>
        </p:nvSpPr>
        <p:spPr>
          <a:xfrm>
            <a:off x="3352801" y="6459787"/>
            <a:ext cx="4552942" cy="365125"/>
          </a:xfrm>
        </p:spPr>
        <p:txBody>
          <a:bodyPr/>
          <a:lstStyle/>
          <a:p>
            <a:r>
              <a:rPr lang="en-US" sz="1600" dirty="0">
                <a:latin typeface="Times New Roman" panose="02020603050405020304" pitchFamily="18" charset="0"/>
                <a:cs typeface="Times New Roman" panose="02020603050405020304" pitchFamily="18" charset="0"/>
              </a:rPr>
              <a:t>Design and Analysis of Algorithms</a:t>
            </a:r>
            <a:endParaRPr lang="ur-PK"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284131A6-1AF1-5E12-02D0-33A55B6FD866}"/>
              </a:ext>
            </a:extLst>
          </p:cNvPr>
          <p:cNvSpPr>
            <a:spLocks noGrp="1"/>
          </p:cNvSpPr>
          <p:nvPr>
            <p:ph type="sldNum" sz="quarter" idx="12"/>
          </p:nvPr>
        </p:nvSpPr>
        <p:spPr/>
        <p:txBody>
          <a:bodyPr/>
          <a:lstStyle/>
          <a:p>
            <a:fld id="{9D69894F-449D-476E-815A-5F325AE9C4DD}" type="slidenum">
              <a:rPr lang="ur-PK" sz="1600">
                <a:cs typeface="+mj-cs"/>
              </a:rPr>
              <a:pPr/>
              <a:t>52</a:t>
            </a:fld>
            <a:endParaRPr lang="ur-PK" sz="1600" dirty="0">
              <a:cs typeface="+mj-cs"/>
            </a:endParaRPr>
          </a:p>
        </p:txBody>
      </p:sp>
    </p:spTree>
    <p:extLst>
      <p:ext uri="{BB962C8B-B14F-4D97-AF65-F5344CB8AC3E}">
        <p14:creationId xmlns:p14="http://schemas.microsoft.com/office/powerpoint/2010/main" val="33647298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a:extLst>
              <a:ext uri="{FF2B5EF4-FFF2-40B4-BE49-F238E27FC236}">
                <a16:creationId xmlns:a16="http://schemas.microsoft.com/office/drawing/2014/main" id="{706349D0-D6CF-AC1D-BE7E-838631515FFB}"/>
              </a:ext>
            </a:extLst>
          </p:cNvPr>
          <p:cNvSpPr>
            <a:spLocks noGrp="1" noChangeArrowheads="1"/>
          </p:cNvSpPr>
          <p:nvPr>
            <p:ph type="title"/>
          </p:nvPr>
        </p:nvSpPr>
        <p:spPr/>
        <p:txBody>
          <a:bodyPr>
            <a:normAutofit/>
          </a:bodyPr>
          <a:lstStyle/>
          <a:p>
            <a:r>
              <a:rPr lang="en-US" altLang="en-US" sz="3200" b="1" dirty="0">
                <a:solidFill>
                  <a:srgbClr val="004200"/>
                </a:solidFill>
                <a:latin typeface="Arial"/>
                <a:ea typeface="+mn-ea"/>
                <a:cs typeface="Arial"/>
              </a:rPr>
              <a:t>Quicksort</a:t>
            </a:r>
          </a:p>
        </p:txBody>
      </p:sp>
      <p:sp>
        <p:nvSpPr>
          <p:cNvPr id="287747" name="Rectangle 3">
            <a:extLst>
              <a:ext uri="{FF2B5EF4-FFF2-40B4-BE49-F238E27FC236}">
                <a16:creationId xmlns:a16="http://schemas.microsoft.com/office/drawing/2014/main" id="{8D96A2A0-0F57-CC45-E958-8746A2ECFA07}"/>
              </a:ext>
            </a:extLst>
          </p:cNvPr>
          <p:cNvSpPr>
            <a:spLocks noGrp="1" noChangeArrowheads="1"/>
          </p:cNvSpPr>
          <p:nvPr>
            <p:ph type="body" idx="1"/>
          </p:nvPr>
        </p:nvSpPr>
        <p:spPr>
          <a:xfrm>
            <a:off x="1140201" y="1938338"/>
            <a:ext cx="10058400" cy="4023360"/>
          </a:xfrm>
        </p:spPr>
        <p:txBody>
          <a:bodyPr/>
          <a:lstStyle/>
          <a:p>
            <a:pPr>
              <a:lnSpc>
                <a:spcPct val="120000"/>
              </a:lnSpc>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Sort an array A[p…r]</a:t>
            </a:r>
          </a:p>
          <a:p>
            <a:pPr>
              <a:lnSpc>
                <a:spcPct val="120000"/>
              </a:lnSpc>
              <a:buFont typeface="Wingdings" panose="05000000000000000000" pitchFamily="2" charset="2"/>
              <a:buChar char="v"/>
            </a:pPr>
            <a:r>
              <a:rPr lang="en-US" altLang="en-US" sz="2400" b="1" dirty="0"/>
              <a:t>Divide</a:t>
            </a:r>
          </a:p>
          <a:p>
            <a:pPr lvl="1" algn="just">
              <a:lnSpc>
                <a:spcPct val="120000"/>
              </a:lnSpc>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rPr>
              <a:t>Partition the array A into 2 subarrays A[</a:t>
            </a:r>
            <a:r>
              <a:rPr lang="en-US" altLang="en-US" sz="2200" dirty="0" err="1">
                <a:latin typeface="Times New Roman" panose="02020603050405020304" pitchFamily="18" charset="0"/>
                <a:cs typeface="Times New Roman" panose="02020603050405020304" pitchFamily="18" charset="0"/>
              </a:rPr>
              <a:t>p..q</a:t>
            </a:r>
            <a:r>
              <a:rPr lang="en-US" altLang="en-US" sz="2200" dirty="0">
                <a:latin typeface="Times New Roman" panose="02020603050405020304" pitchFamily="18" charset="0"/>
                <a:cs typeface="Times New Roman" panose="02020603050405020304" pitchFamily="18" charset="0"/>
              </a:rPr>
              <a:t>] and A[q+1..r], such that each element of A[p...q] is smaller than or equal to each element in A[q+1..r]</a:t>
            </a:r>
          </a:p>
          <a:p>
            <a:pPr lvl="1" algn="just">
              <a:lnSpc>
                <a:spcPct val="120000"/>
              </a:lnSpc>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rPr>
              <a:t>Need to find index q to partition the array</a:t>
            </a:r>
          </a:p>
          <a:p>
            <a:pPr lvl="1">
              <a:lnSpc>
                <a:spcPct val="120000"/>
              </a:lnSpc>
              <a:buFontTx/>
              <a:buNone/>
            </a:pPr>
            <a:endParaRPr lang="en-US" altLang="en-US" dirty="0"/>
          </a:p>
        </p:txBody>
      </p:sp>
      <p:pic>
        <p:nvPicPr>
          <p:cNvPr id="287773" name="Picture 29">
            <a:extLst>
              <a:ext uri="{FF2B5EF4-FFF2-40B4-BE49-F238E27FC236}">
                <a16:creationId xmlns:a16="http://schemas.microsoft.com/office/drawing/2014/main" id="{DE82E676-775D-2E9D-01F8-4346E923AC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886200"/>
            <a:ext cx="4837113" cy="208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87774" name="Group 30">
            <a:extLst>
              <a:ext uri="{FF2B5EF4-FFF2-40B4-BE49-F238E27FC236}">
                <a16:creationId xmlns:a16="http://schemas.microsoft.com/office/drawing/2014/main" id="{E8B685BA-F307-3059-1224-C25A2AAF674E}"/>
              </a:ext>
            </a:extLst>
          </p:cNvPr>
          <p:cNvGrpSpPr>
            <a:grpSpLocks/>
          </p:cNvGrpSpPr>
          <p:nvPr/>
        </p:nvGrpSpPr>
        <p:grpSpPr bwMode="auto">
          <a:xfrm>
            <a:off x="6629400" y="1938338"/>
            <a:ext cx="3352800" cy="1019175"/>
            <a:chOff x="3216" y="729"/>
            <a:chExt cx="2112" cy="642"/>
          </a:xfrm>
        </p:grpSpPr>
        <p:grpSp>
          <p:nvGrpSpPr>
            <p:cNvPr id="287775" name="Group 31">
              <a:extLst>
                <a:ext uri="{FF2B5EF4-FFF2-40B4-BE49-F238E27FC236}">
                  <a16:creationId xmlns:a16="http://schemas.microsoft.com/office/drawing/2014/main" id="{FFF8263B-FCEF-C79A-1931-8A00E3FA65BB}"/>
                </a:ext>
              </a:extLst>
            </p:cNvPr>
            <p:cNvGrpSpPr>
              <a:grpSpLocks/>
            </p:cNvGrpSpPr>
            <p:nvPr/>
          </p:nvGrpSpPr>
          <p:grpSpPr bwMode="auto">
            <a:xfrm>
              <a:off x="3245" y="1104"/>
              <a:ext cx="2083" cy="267"/>
              <a:chOff x="480" y="1152"/>
              <a:chExt cx="2083" cy="267"/>
            </a:xfrm>
          </p:grpSpPr>
          <p:sp>
            <p:nvSpPr>
              <p:cNvPr id="287776" name="Rectangle 32">
                <a:extLst>
                  <a:ext uri="{FF2B5EF4-FFF2-40B4-BE49-F238E27FC236}">
                    <a16:creationId xmlns:a16="http://schemas.microsoft.com/office/drawing/2014/main" id="{48A6088F-3563-7B0A-B40E-BB9112BE3AD0}"/>
                  </a:ext>
                </a:extLst>
              </p:cNvPr>
              <p:cNvSpPr>
                <a:spLocks noChangeArrowheads="1"/>
              </p:cNvSpPr>
              <p:nvPr/>
            </p:nvSpPr>
            <p:spPr bwMode="auto">
              <a:xfrm>
                <a:off x="2303"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87777" name="Rectangle 33">
                <a:extLst>
                  <a:ext uri="{FF2B5EF4-FFF2-40B4-BE49-F238E27FC236}">
                    <a16:creationId xmlns:a16="http://schemas.microsoft.com/office/drawing/2014/main" id="{FFF8F9FF-7D7B-08C9-441D-9320AACE6440}"/>
                  </a:ext>
                </a:extLst>
              </p:cNvPr>
              <p:cNvSpPr>
                <a:spLocks noChangeArrowheads="1"/>
              </p:cNvSpPr>
              <p:nvPr/>
            </p:nvSpPr>
            <p:spPr bwMode="auto">
              <a:xfrm>
                <a:off x="2042"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87778" name="Rectangle 34">
                <a:extLst>
                  <a:ext uri="{FF2B5EF4-FFF2-40B4-BE49-F238E27FC236}">
                    <a16:creationId xmlns:a16="http://schemas.microsoft.com/office/drawing/2014/main" id="{F178AAEF-C063-B340-B443-756AE5537FF0}"/>
                  </a:ext>
                </a:extLst>
              </p:cNvPr>
              <p:cNvSpPr>
                <a:spLocks noChangeArrowheads="1"/>
              </p:cNvSpPr>
              <p:nvPr/>
            </p:nvSpPr>
            <p:spPr bwMode="auto">
              <a:xfrm>
                <a:off x="1782"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87779" name="Rectangle 35">
                <a:extLst>
                  <a:ext uri="{FF2B5EF4-FFF2-40B4-BE49-F238E27FC236}">
                    <a16:creationId xmlns:a16="http://schemas.microsoft.com/office/drawing/2014/main" id="{79F485D2-D6CB-E7BA-D63E-D7ADA30002A2}"/>
                  </a:ext>
                </a:extLst>
              </p:cNvPr>
              <p:cNvSpPr>
                <a:spLocks noChangeArrowheads="1"/>
              </p:cNvSpPr>
              <p:nvPr/>
            </p:nvSpPr>
            <p:spPr bwMode="auto">
              <a:xfrm>
                <a:off x="1522"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87780" name="Rectangle 36">
                <a:extLst>
                  <a:ext uri="{FF2B5EF4-FFF2-40B4-BE49-F238E27FC236}">
                    <a16:creationId xmlns:a16="http://schemas.microsoft.com/office/drawing/2014/main" id="{16E0F56E-1917-A17B-F8F9-2C3A0A5FA82E}"/>
                  </a:ext>
                </a:extLst>
              </p:cNvPr>
              <p:cNvSpPr>
                <a:spLocks noChangeArrowheads="1"/>
              </p:cNvSpPr>
              <p:nvPr/>
            </p:nvSpPr>
            <p:spPr bwMode="auto">
              <a:xfrm>
                <a:off x="1261"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87781" name="Rectangle 37">
                <a:extLst>
                  <a:ext uri="{FF2B5EF4-FFF2-40B4-BE49-F238E27FC236}">
                    <a16:creationId xmlns:a16="http://schemas.microsoft.com/office/drawing/2014/main" id="{60063AE4-624D-639A-8F2C-F94F829B8A1D}"/>
                  </a:ext>
                </a:extLst>
              </p:cNvPr>
              <p:cNvSpPr>
                <a:spLocks noChangeArrowheads="1"/>
              </p:cNvSpPr>
              <p:nvPr/>
            </p:nvSpPr>
            <p:spPr bwMode="auto">
              <a:xfrm>
                <a:off x="1001"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87782" name="Rectangle 38">
                <a:extLst>
                  <a:ext uri="{FF2B5EF4-FFF2-40B4-BE49-F238E27FC236}">
                    <a16:creationId xmlns:a16="http://schemas.microsoft.com/office/drawing/2014/main" id="{A8644B0D-C0EB-97C1-E52B-108F73B0D379}"/>
                  </a:ext>
                </a:extLst>
              </p:cNvPr>
              <p:cNvSpPr>
                <a:spLocks noChangeArrowheads="1"/>
              </p:cNvSpPr>
              <p:nvPr/>
            </p:nvSpPr>
            <p:spPr bwMode="auto">
              <a:xfrm>
                <a:off x="740"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87783" name="Rectangle 39">
                <a:extLst>
                  <a:ext uri="{FF2B5EF4-FFF2-40B4-BE49-F238E27FC236}">
                    <a16:creationId xmlns:a16="http://schemas.microsoft.com/office/drawing/2014/main" id="{8A52C592-C902-0ADD-C01D-2CD0D9C013C6}"/>
                  </a:ext>
                </a:extLst>
              </p:cNvPr>
              <p:cNvSpPr>
                <a:spLocks noChangeArrowheads="1"/>
              </p:cNvSpPr>
              <p:nvPr/>
            </p:nvSpPr>
            <p:spPr bwMode="auto">
              <a:xfrm>
                <a:off x="480"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87784" name="Line 40">
                <a:extLst>
                  <a:ext uri="{FF2B5EF4-FFF2-40B4-BE49-F238E27FC236}">
                    <a16:creationId xmlns:a16="http://schemas.microsoft.com/office/drawing/2014/main" id="{E29916F1-637D-1871-1D12-5DDEEB50E4D6}"/>
                  </a:ext>
                </a:extLst>
              </p:cNvPr>
              <p:cNvSpPr>
                <a:spLocks noChangeShapeType="1"/>
              </p:cNvSpPr>
              <p:nvPr/>
            </p:nvSpPr>
            <p:spPr bwMode="auto">
              <a:xfrm>
                <a:off x="480" y="1152"/>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785" name="Line 41">
                <a:extLst>
                  <a:ext uri="{FF2B5EF4-FFF2-40B4-BE49-F238E27FC236}">
                    <a16:creationId xmlns:a16="http://schemas.microsoft.com/office/drawing/2014/main" id="{8CFE6AAB-06B3-1B58-D520-B54924EE1D7B}"/>
                  </a:ext>
                </a:extLst>
              </p:cNvPr>
              <p:cNvSpPr>
                <a:spLocks noChangeShapeType="1"/>
              </p:cNvSpPr>
              <p:nvPr/>
            </p:nvSpPr>
            <p:spPr bwMode="auto">
              <a:xfrm>
                <a:off x="480" y="1419"/>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786" name="Line 42">
                <a:extLst>
                  <a:ext uri="{FF2B5EF4-FFF2-40B4-BE49-F238E27FC236}">
                    <a16:creationId xmlns:a16="http://schemas.microsoft.com/office/drawing/2014/main" id="{B1BDB09C-9C5D-ABDA-E735-23612585B510}"/>
                  </a:ext>
                </a:extLst>
              </p:cNvPr>
              <p:cNvSpPr>
                <a:spLocks noChangeShapeType="1"/>
              </p:cNvSpPr>
              <p:nvPr/>
            </p:nvSpPr>
            <p:spPr bwMode="auto">
              <a:xfrm>
                <a:off x="480"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787" name="Line 43">
                <a:extLst>
                  <a:ext uri="{FF2B5EF4-FFF2-40B4-BE49-F238E27FC236}">
                    <a16:creationId xmlns:a16="http://schemas.microsoft.com/office/drawing/2014/main" id="{C3104A54-B8B5-7F9D-30D3-32A16F5F6065}"/>
                  </a:ext>
                </a:extLst>
              </p:cNvPr>
              <p:cNvSpPr>
                <a:spLocks noChangeShapeType="1"/>
              </p:cNvSpPr>
              <p:nvPr/>
            </p:nvSpPr>
            <p:spPr bwMode="auto">
              <a:xfrm>
                <a:off x="740"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788" name="Line 44">
                <a:extLst>
                  <a:ext uri="{FF2B5EF4-FFF2-40B4-BE49-F238E27FC236}">
                    <a16:creationId xmlns:a16="http://schemas.microsoft.com/office/drawing/2014/main" id="{0FA7FD46-69D4-D48F-0E2A-F58B0D09CF07}"/>
                  </a:ext>
                </a:extLst>
              </p:cNvPr>
              <p:cNvSpPr>
                <a:spLocks noChangeShapeType="1"/>
              </p:cNvSpPr>
              <p:nvPr/>
            </p:nvSpPr>
            <p:spPr bwMode="auto">
              <a:xfrm>
                <a:off x="100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789" name="Line 45">
                <a:extLst>
                  <a:ext uri="{FF2B5EF4-FFF2-40B4-BE49-F238E27FC236}">
                    <a16:creationId xmlns:a16="http://schemas.microsoft.com/office/drawing/2014/main" id="{28D1AEC8-2B59-2FA3-2BDA-939BC116796B}"/>
                  </a:ext>
                </a:extLst>
              </p:cNvPr>
              <p:cNvSpPr>
                <a:spLocks noChangeShapeType="1"/>
              </p:cNvSpPr>
              <p:nvPr/>
            </p:nvSpPr>
            <p:spPr bwMode="auto">
              <a:xfrm>
                <a:off x="126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790" name="Line 46">
                <a:extLst>
                  <a:ext uri="{FF2B5EF4-FFF2-40B4-BE49-F238E27FC236}">
                    <a16:creationId xmlns:a16="http://schemas.microsoft.com/office/drawing/2014/main" id="{99BB1167-1573-C0ED-62EE-FF89C37770B9}"/>
                  </a:ext>
                </a:extLst>
              </p:cNvPr>
              <p:cNvSpPr>
                <a:spLocks noChangeShapeType="1"/>
              </p:cNvSpPr>
              <p:nvPr/>
            </p:nvSpPr>
            <p:spPr bwMode="auto">
              <a:xfrm>
                <a:off x="152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791" name="Line 47">
                <a:extLst>
                  <a:ext uri="{FF2B5EF4-FFF2-40B4-BE49-F238E27FC236}">
                    <a16:creationId xmlns:a16="http://schemas.microsoft.com/office/drawing/2014/main" id="{4616710C-D0DC-4F14-7F90-C6BB86F25D88}"/>
                  </a:ext>
                </a:extLst>
              </p:cNvPr>
              <p:cNvSpPr>
                <a:spLocks noChangeShapeType="1"/>
              </p:cNvSpPr>
              <p:nvPr/>
            </p:nvSpPr>
            <p:spPr bwMode="auto">
              <a:xfrm>
                <a:off x="178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792" name="Line 48">
                <a:extLst>
                  <a:ext uri="{FF2B5EF4-FFF2-40B4-BE49-F238E27FC236}">
                    <a16:creationId xmlns:a16="http://schemas.microsoft.com/office/drawing/2014/main" id="{AFC416D4-D85F-A385-4ADD-191616AABBEB}"/>
                  </a:ext>
                </a:extLst>
              </p:cNvPr>
              <p:cNvSpPr>
                <a:spLocks noChangeShapeType="1"/>
              </p:cNvSpPr>
              <p:nvPr/>
            </p:nvSpPr>
            <p:spPr bwMode="auto">
              <a:xfrm>
                <a:off x="204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793" name="Line 49">
                <a:extLst>
                  <a:ext uri="{FF2B5EF4-FFF2-40B4-BE49-F238E27FC236}">
                    <a16:creationId xmlns:a16="http://schemas.microsoft.com/office/drawing/2014/main" id="{F1D99F0C-0A53-1D5F-C2E5-567269DFAD74}"/>
                  </a:ext>
                </a:extLst>
              </p:cNvPr>
              <p:cNvSpPr>
                <a:spLocks noChangeShapeType="1"/>
              </p:cNvSpPr>
              <p:nvPr/>
            </p:nvSpPr>
            <p:spPr bwMode="auto">
              <a:xfrm>
                <a:off x="2303"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794" name="Line 50">
                <a:extLst>
                  <a:ext uri="{FF2B5EF4-FFF2-40B4-BE49-F238E27FC236}">
                    <a16:creationId xmlns:a16="http://schemas.microsoft.com/office/drawing/2014/main" id="{3A1F884E-E6DE-27BE-780C-47F36A0C8983}"/>
                  </a:ext>
                </a:extLst>
              </p:cNvPr>
              <p:cNvSpPr>
                <a:spLocks noChangeShapeType="1"/>
              </p:cNvSpPr>
              <p:nvPr/>
            </p:nvSpPr>
            <p:spPr bwMode="auto">
              <a:xfrm>
                <a:off x="2563"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87795" name="AutoShape 51">
              <a:extLst>
                <a:ext uri="{FF2B5EF4-FFF2-40B4-BE49-F238E27FC236}">
                  <a16:creationId xmlns:a16="http://schemas.microsoft.com/office/drawing/2014/main" id="{9102A515-B66F-9F80-5C51-17DB7C0AD05B}"/>
                </a:ext>
              </a:extLst>
            </p:cNvPr>
            <p:cNvSpPr>
              <a:spLocks/>
            </p:cNvSpPr>
            <p:nvPr/>
          </p:nvSpPr>
          <p:spPr bwMode="auto">
            <a:xfrm rot="5400000">
              <a:off x="3816" y="312"/>
              <a:ext cx="96" cy="1296"/>
            </a:xfrm>
            <a:prstGeom prst="leftBrace">
              <a:avLst>
                <a:gd name="adj1" fmla="val 1125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796" name="AutoShape 52">
              <a:extLst>
                <a:ext uri="{FF2B5EF4-FFF2-40B4-BE49-F238E27FC236}">
                  <a16:creationId xmlns:a16="http://schemas.microsoft.com/office/drawing/2014/main" id="{21E399C4-8B42-6A0D-9324-06548ED44E6D}"/>
                </a:ext>
              </a:extLst>
            </p:cNvPr>
            <p:cNvSpPr>
              <a:spLocks/>
            </p:cNvSpPr>
            <p:nvPr/>
          </p:nvSpPr>
          <p:spPr bwMode="auto">
            <a:xfrm rot="5400000">
              <a:off x="4896" y="576"/>
              <a:ext cx="96" cy="768"/>
            </a:xfrm>
            <a:prstGeom prst="lef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797" name="Text Box 53">
              <a:extLst>
                <a:ext uri="{FF2B5EF4-FFF2-40B4-BE49-F238E27FC236}">
                  <a16:creationId xmlns:a16="http://schemas.microsoft.com/office/drawing/2014/main" id="{9BACB4BC-2878-6E3F-C822-4BAA1BBADCE2}"/>
                </a:ext>
              </a:extLst>
            </p:cNvPr>
            <p:cNvSpPr txBox="1">
              <a:spLocks noChangeArrowheads="1"/>
            </p:cNvSpPr>
            <p:nvPr/>
          </p:nvSpPr>
          <p:spPr bwMode="auto">
            <a:xfrm>
              <a:off x="4416" y="729"/>
              <a:ext cx="19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cs typeface="Arial" panose="020B0604020202020204" pitchFamily="34" charset="0"/>
                </a:rPr>
                <a:t>≤</a:t>
              </a:r>
            </a:p>
          </p:txBody>
        </p:sp>
      </p:grpSp>
      <p:sp>
        <p:nvSpPr>
          <p:cNvPr id="287798" name="Text Box 54">
            <a:extLst>
              <a:ext uri="{FF2B5EF4-FFF2-40B4-BE49-F238E27FC236}">
                <a16:creationId xmlns:a16="http://schemas.microsoft.com/office/drawing/2014/main" id="{E40F8A1C-D1B8-29B3-10A4-63544FA74666}"/>
              </a:ext>
            </a:extLst>
          </p:cNvPr>
          <p:cNvSpPr txBox="1">
            <a:spLocks noChangeArrowheads="1"/>
          </p:cNvSpPr>
          <p:nvPr/>
        </p:nvSpPr>
        <p:spPr bwMode="auto">
          <a:xfrm>
            <a:off x="7162801" y="1828800"/>
            <a:ext cx="9175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A[p…q]</a:t>
            </a:r>
          </a:p>
        </p:txBody>
      </p:sp>
      <p:sp>
        <p:nvSpPr>
          <p:cNvPr id="287799" name="Text Box 55">
            <a:extLst>
              <a:ext uri="{FF2B5EF4-FFF2-40B4-BE49-F238E27FC236}">
                <a16:creationId xmlns:a16="http://schemas.microsoft.com/office/drawing/2014/main" id="{4604E629-F5E6-A4AE-4151-26457B860A91}"/>
              </a:ext>
            </a:extLst>
          </p:cNvPr>
          <p:cNvSpPr txBox="1">
            <a:spLocks noChangeArrowheads="1"/>
          </p:cNvSpPr>
          <p:nvPr/>
        </p:nvSpPr>
        <p:spPr bwMode="auto">
          <a:xfrm>
            <a:off x="8839200" y="1828800"/>
            <a:ext cx="1117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A[q+1…r]</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a:extLst>
              <a:ext uri="{FF2B5EF4-FFF2-40B4-BE49-F238E27FC236}">
                <a16:creationId xmlns:a16="http://schemas.microsoft.com/office/drawing/2014/main" id="{6267ACC9-2181-A4AC-A27F-50DA6475DCD9}"/>
              </a:ext>
            </a:extLst>
          </p:cNvPr>
          <p:cNvSpPr>
            <a:spLocks noGrp="1" noChangeArrowheads="1"/>
          </p:cNvSpPr>
          <p:nvPr>
            <p:ph type="title"/>
          </p:nvPr>
        </p:nvSpPr>
        <p:spPr/>
        <p:txBody>
          <a:bodyPr>
            <a:normAutofit/>
          </a:bodyPr>
          <a:lstStyle/>
          <a:p>
            <a:r>
              <a:rPr lang="en-US" altLang="en-US" sz="3200" b="1" dirty="0">
                <a:solidFill>
                  <a:srgbClr val="004200"/>
                </a:solidFill>
                <a:latin typeface="Arial"/>
                <a:ea typeface="+mn-ea"/>
                <a:cs typeface="Arial"/>
              </a:rPr>
              <a:t>Quicksort</a:t>
            </a:r>
          </a:p>
        </p:txBody>
      </p:sp>
      <p:sp>
        <p:nvSpPr>
          <p:cNvPr id="304131" name="Rectangle 3">
            <a:extLst>
              <a:ext uri="{FF2B5EF4-FFF2-40B4-BE49-F238E27FC236}">
                <a16:creationId xmlns:a16="http://schemas.microsoft.com/office/drawing/2014/main" id="{A9681B64-7CFC-604B-3F25-096E39DD9B92}"/>
              </a:ext>
            </a:extLst>
          </p:cNvPr>
          <p:cNvSpPr>
            <a:spLocks noGrp="1" noChangeArrowheads="1"/>
          </p:cNvSpPr>
          <p:nvPr>
            <p:ph type="body" idx="1"/>
          </p:nvPr>
        </p:nvSpPr>
        <p:spPr/>
        <p:txBody>
          <a:bodyPr>
            <a:normAutofit lnSpcReduction="10000"/>
          </a:bodyPr>
          <a:lstStyle/>
          <a:p>
            <a:pPr>
              <a:lnSpc>
                <a:spcPct val="120000"/>
              </a:lnSpc>
              <a:buFontTx/>
              <a:buNone/>
            </a:pPr>
            <a:endParaRPr lang="en-US" altLang="en-US" dirty="0">
              <a:latin typeface="Comic Sans MS" panose="030F0702030302020204" pitchFamily="66" charset="0"/>
            </a:endParaRPr>
          </a:p>
          <a:p>
            <a:pPr>
              <a:lnSpc>
                <a:spcPct val="120000"/>
              </a:lnSpc>
            </a:pPr>
            <a:endParaRPr lang="en-US" altLang="en-US" b="1" dirty="0"/>
          </a:p>
          <a:p>
            <a:pPr>
              <a:lnSpc>
                <a:spcPct val="120000"/>
              </a:lnSpc>
              <a:buFont typeface="Wingdings" panose="05000000000000000000" pitchFamily="2" charset="2"/>
              <a:buChar char="v"/>
            </a:pPr>
            <a:r>
              <a:rPr lang="en-US" altLang="en-US" b="1" dirty="0"/>
              <a:t> </a:t>
            </a:r>
            <a:r>
              <a:rPr lang="en-US" altLang="en-US" sz="2400" b="1" dirty="0">
                <a:latin typeface="Times New Roman" panose="02020603050405020304" pitchFamily="18" charset="0"/>
                <a:cs typeface="Times New Roman" panose="02020603050405020304" pitchFamily="18" charset="0"/>
              </a:rPr>
              <a:t>Conquer</a:t>
            </a:r>
          </a:p>
          <a:p>
            <a:pPr lvl="1">
              <a:lnSpc>
                <a:spcPct val="120000"/>
              </a:lnSpc>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rPr>
              <a:t>Recursively sort A[p...q] and A[q+1...r] using Quicksort</a:t>
            </a:r>
          </a:p>
          <a:p>
            <a:pPr>
              <a:lnSpc>
                <a:spcPct val="120000"/>
              </a:lnSpc>
              <a:buFont typeface="Wingdings" panose="05000000000000000000" pitchFamily="2" charset="2"/>
              <a:buChar char="v"/>
            </a:pPr>
            <a:r>
              <a:rPr lang="en-US" altLang="en-US" sz="2400" b="1" dirty="0">
                <a:latin typeface="Times New Roman" panose="02020603050405020304" pitchFamily="18" charset="0"/>
                <a:cs typeface="Times New Roman" panose="02020603050405020304" pitchFamily="18" charset="0"/>
              </a:rPr>
              <a:t>Combine</a:t>
            </a:r>
          </a:p>
          <a:p>
            <a:pPr lvl="1">
              <a:lnSpc>
                <a:spcPct val="120000"/>
              </a:lnSpc>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rPr>
              <a:t>Trivial: the arrays are sorted in place </a:t>
            </a:r>
            <a:endParaRPr lang="en-US" altLang="en-US" sz="2200" dirty="0">
              <a:latin typeface="Times New Roman" panose="02020603050405020304" pitchFamily="18" charset="0"/>
              <a:cs typeface="Times New Roman" panose="02020603050405020304" pitchFamily="18" charset="0"/>
              <a:sym typeface="Symbol" panose="05050102010706020507" pitchFamily="18" charset="2"/>
            </a:endParaRPr>
          </a:p>
          <a:p>
            <a:pPr lvl="1">
              <a:lnSpc>
                <a:spcPct val="120000"/>
              </a:lnSpc>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No additional work is required to combine them</a:t>
            </a:r>
          </a:p>
          <a:p>
            <a:pPr lvl="1">
              <a:lnSpc>
                <a:spcPct val="120000"/>
              </a:lnSpc>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The entire array is now sorted</a:t>
            </a:r>
          </a:p>
        </p:txBody>
      </p:sp>
      <p:sp>
        <p:nvSpPr>
          <p:cNvPr id="304154" name="Text Box 26">
            <a:extLst>
              <a:ext uri="{FF2B5EF4-FFF2-40B4-BE49-F238E27FC236}">
                <a16:creationId xmlns:a16="http://schemas.microsoft.com/office/drawing/2014/main" id="{4CA1B1D1-98CF-7928-630A-541C2F0417A6}"/>
              </a:ext>
            </a:extLst>
          </p:cNvPr>
          <p:cNvSpPr txBox="1">
            <a:spLocks noChangeArrowheads="1"/>
          </p:cNvSpPr>
          <p:nvPr/>
        </p:nvSpPr>
        <p:spPr bwMode="auto">
          <a:xfrm>
            <a:off x="8153401" y="1862137"/>
            <a:ext cx="9175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latin typeface="Comic Sans MS" panose="030F0702030302020204" pitchFamily="66" charset="0"/>
              </a:rPr>
              <a:t>A[p…q]</a:t>
            </a:r>
          </a:p>
        </p:txBody>
      </p:sp>
      <p:sp>
        <p:nvSpPr>
          <p:cNvPr id="304155" name="Text Box 27">
            <a:extLst>
              <a:ext uri="{FF2B5EF4-FFF2-40B4-BE49-F238E27FC236}">
                <a16:creationId xmlns:a16="http://schemas.microsoft.com/office/drawing/2014/main" id="{5CD507FE-7C52-0C3D-7001-603BA7DD946B}"/>
              </a:ext>
            </a:extLst>
          </p:cNvPr>
          <p:cNvSpPr txBox="1">
            <a:spLocks noChangeArrowheads="1"/>
          </p:cNvSpPr>
          <p:nvPr/>
        </p:nvSpPr>
        <p:spPr bwMode="auto">
          <a:xfrm>
            <a:off x="9829800" y="1862137"/>
            <a:ext cx="1117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A[q+1…r]</a:t>
            </a:r>
          </a:p>
        </p:txBody>
      </p:sp>
      <p:grpSp>
        <p:nvGrpSpPr>
          <p:cNvPr id="304157" name="Group 29">
            <a:extLst>
              <a:ext uri="{FF2B5EF4-FFF2-40B4-BE49-F238E27FC236}">
                <a16:creationId xmlns:a16="http://schemas.microsoft.com/office/drawing/2014/main" id="{77680B4F-4995-9D6F-3A4C-8A14B5F22E1D}"/>
              </a:ext>
            </a:extLst>
          </p:cNvPr>
          <p:cNvGrpSpPr>
            <a:grpSpLocks/>
          </p:cNvGrpSpPr>
          <p:nvPr/>
        </p:nvGrpSpPr>
        <p:grpSpPr bwMode="auto">
          <a:xfrm>
            <a:off x="7620000" y="1952625"/>
            <a:ext cx="3352800" cy="1019175"/>
            <a:chOff x="3216" y="729"/>
            <a:chExt cx="2112" cy="642"/>
          </a:xfrm>
        </p:grpSpPr>
        <p:grpSp>
          <p:nvGrpSpPr>
            <p:cNvPr id="304132" name="Group 4">
              <a:extLst>
                <a:ext uri="{FF2B5EF4-FFF2-40B4-BE49-F238E27FC236}">
                  <a16:creationId xmlns:a16="http://schemas.microsoft.com/office/drawing/2014/main" id="{31C980AE-971B-D591-151C-E77213715DB8}"/>
                </a:ext>
              </a:extLst>
            </p:cNvPr>
            <p:cNvGrpSpPr>
              <a:grpSpLocks/>
            </p:cNvGrpSpPr>
            <p:nvPr/>
          </p:nvGrpSpPr>
          <p:grpSpPr bwMode="auto">
            <a:xfrm>
              <a:off x="3245" y="1104"/>
              <a:ext cx="2083" cy="267"/>
              <a:chOff x="480" y="1152"/>
              <a:chExt cx="2083" cy="267"/>
            </a:xfrm>
          </p:grpSpPr>
          <p:sp>
            <p:nvSpPr>
              <p:cNvPr id="304133" name="Rectangle 5">
                <a:extLst>
                  <a:ext uri="{FF2B5EF4-FFF2-40B4-BE49-F238E27FC236}">
                    <a16:creationId xmlns:a16="http://schemas.microsoft.com/office/drawing/2014/main" id="{3CE74936-D4FA-F0D0-29BE-7982040F6794}"/>
                  </a:ext>
                </a:extLst>
              </p:cNvPr>
              <p:cNvSpPr>
                <a:spLocks noChangeArrowheads="1"/>
              </p:cNvSpPr>
              <p:nvPr/>
            </p:nvSpPr>
            <p:spPr bwMode="auto">
              <a:xfrm>
                <a:off x="2303"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304134" name="Rectangle 6">
                <a:extLst>
                  <a:ext uri="{FF2B5EF4-FFF2-40B4-BE49-F238E27FC236}">
                    <a16:creationId xmlns:a16="http://schemas.microsoft.com/office/drawing/2014/main" id="{E0100A90-E434-4070-26A3-9C27243DF598}"/>
                  </a:ext>
                </a:extLst>
              </p:cNvPr>
              <p:cNvSpPr>
                <a:spLocks noChangeArrowheads="1"/>
              </p:cNvSpPr>
              <p:nvPr/>
            </p:nvSpPr>
            <p:spPr bwMode="auto">
              <a:xfrm>
                <a:off x="2042"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304135" name="Rectangle 7">
                <a:extLst>
                  <a:ext uri="{FF2B5EF4-FFF2-40B4-BE49-F238E27FC236}">
                    <a16:creationId xmlns:a16="http://schemas.microsoft.com/office/drawing/2014/main" id="{3E0D2B77-CEA5-5217-94ED-B872BE59C3E0}"/>
                  </a:ext>
                </a:extLst>
              </p:cNvPr>
              <p:cNvSpPr>
                <a:spLocks noChangeArrowheads="1"/>
              </p:cNvSpPr>
              <p:nvPr/>
            </p:nvSpPr>
            <p:spPr bwMode="auto">
              <a:xfrm>
                <a:off x="1782"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304136" name="Rectangle 8">
                <a:extLst>
                  <a:ext uri="{FF2B5EF4-FFF2-40B4-BE49-F238E27FC236}">
                    <a16:creationId xmlns:a16="http://schemas.microsoft.com/office/drawing/2014/main" id="{C41A47C0-5948-5049-BAA1-8B89317C82FC}"/>
                  </a:ext>
                </a:extLst>
              </p:cNvPr>
              <p:cNvSpPr>
                <a:spLocks noChangeArrowheads="1"/>
              </p:cNvSpPr>
              <p:nvPr/>
            </p:nvSpPr>
            <p:spPr bwMode="auto">
              <a:xfrm>
                <a:off x="1522"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304137" name="Rectangle 9">
                <a:extLst>
                  <a:ext uri="{FF2B5EF4-FFF2-40B4-BE49-F238E27FC236}">
                    <a16:creationId xmlns:a16="http://schemas.microsoft.com/office/drawing/2014/main" id="{0A42F6BD-B701-EDDF-1F2B-03B8E7291FA5}"/>
                  </a:ext>
                </a:extLst>
              </p:cNvPr>
              <p:cNvSpPr>
                <a:spLocks noChangeArrowheads="1"/>
              </p:cNvSpPr>
              <p:nvPr/>
            </p:nvSpPr>
            <p:spPr bwMode="auto">
              <a:xfrm>
                <a:off x="1261"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304138" name="Rectangle 10">
                <a:extLst>
                  <a:ext uri="{FF2B5EF4-FFF2-40B4-BE49-F238E27FC236}">
                    <a16:creationId xmlns:a16="http://schemas.microsoft.com/office/drawing/2014/main" id="{3078B132-32DD-9B87-07D8-72C8CB7DE4AD}"/>
                  </a:ext>
                </a:extLst>
              </p:cNvPr>
              <p:cNvSpPr>
                <a:spLocks noChangeArrowheads="1"/>
              </p:cNvSpPr>
              <p:nvPr/>
            </p:nvSpPr>
            <p:spPr bwMode="auto">
              <a:xfrm>
                <a:off x="1001"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304139" name="Rectangle 11">
                <a:extLst>
                  <a:ext uri="{FF2B5EF4-FFF2-40B4-BE49-F238E27FC236}">
                    <a16:creationId xmlns:a16="http://schemas.microsoft.com/office/drawing/2014/main" id="{3A7B9657-DDAA-CE8F-4D1B-3EFA630C563E}"/>
                  </a:ext>
                </a:extLst>
              </p:cNvPr>
              <p:cNvSpPr>
                <a:spLocks noChangeArrowheads="1"/>
              </p:cNvSpPr>
              <p:nvPr/>
            </p:nvSpPr>
            <p:spPr bwMode="auto">
              <a:xfrm>
                <a:off x="740"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304140" name="Rectangle 12">
                <a:extLst>
                  <a:ext uri="{FF2B5EF4-FFF2-40B4-BE49-F238E27FC236}">
                    <a16:creationId xmlns:a16="http://schemas.microsoft.com/office/drawing/2014/main" id="{80307955-E8E5-E05E-FD96-B0D7913DDB62}"/>
                  </a:ext>
                </a:extLst>
              </p:cNvPr>
              <p:cNvSpPr>
                <a:spLocks noChangeArrowheads="1"/>
              </p:cNvSpPr>
              <p:nvPr/>
            </p:nvSpPr>
            <p:spPr bwMode="auto">
              <a:xfrm>
                <a:off x="480"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304141" name="Line 13">
                <a:extLst>
                  <a:ext uri="{FF2B5EF4-FFF2-40B4-BE49-F238E27FC236}">
                    <a16:creationId xmlns:a16="http://schemas.microsoft.com/office/drawing/2014/main" id="{0262E5DB-D530-E0A2-503C-3C67EC7303CF}"/>
                  </a:ext>
                </a:extLst>
              </p:cNvPr>
              <p:cNvSpPr>
                <a:spLocks noChangeShapeType="1"/>
              </p:cNvSpPr>
              <p:nvPr/>
            </p:nvSpPr>
            <p:spPr bwMode="auto">
              <a:xfrm>
                <a:off x="480" y="1152"/>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4142" name="Line 14">
                <a:extLst>
                  <a:ext uri="{FF2B5EF4-FFF2-40B4-BE49-F238E27FC236}">
                    <a16:creationId xmlns:a16="http://schemas.microsoft.com/office/drawing/2014/main" id="{B8808AE4-966B-2D95-0A1F-C6EE584425B1}"/>
                  </a:ext>
                </a:extLst>
              </p:cNvPr>
              <p:cNvSpPr>
                <a:spLocks noChangeShapeType="1"/>
              </p:cNvSpPr>
              <p:nvPr/>
            </p:nvSpPr>
            <p:spPr bwMode="auto">
              <a:xfrm>
                <a:off x="480" y="1419"/>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4143" name="Line 15">
                <a:extLst>
                  <a:ext uri="{FF2B5EF4-FFF2-40B4-BE49-F238E27FC236}">
                    <a16:creationId xmlns:a16="http://schemas.microsoft.com/office/drawing/2014/main" id="{B235FC26-E302-16EE-1ECF-736576D5DAAD}"/>
                  </a:ext>
                </a:extLst>
              </p:cNvPr>
              <p:cNvSpPr>
                <a:spLocks noChangeShapeType="1"/>
              </p:cNvSpPr>
              <p:nvPr/>
            </p:nvSpPr>
            <p:spPr bwMode="auto">
              <a:xfrm>
                <a:off x="480"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4144" name="Line 16">
                <a:extLst>
                  <a:ext uri="{FF2B5EF4-FFF2-40B4-BE49-F238E27FC236}">
                    <a16:creationId xmlns:a16="http://schemas.microsoft.com/office/drawing/2014/main" id="{D4D32C64-9D2A-AB31-9E9B-E6D84F9DD303}"/>
                  </a:ext>
                </a:extLst>
              </p:cNvPr>
              <p:cNvSpPr>
                <a:spLocks noChangeShapeType="1"/>
              </p:cNvSpPr>
              <p:nvPr/>
            </p:nvSpPr>
            <p:spPr bwMode="auto">
              <a:xfrm>
                <a:off x="740"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4145" name="Line 17">
                <a:extLst>
                  <a:ext uri="{FF2B5EF4-FFF2-40B4-BE49-F238E27FC236}">
                    <a16:creationId xmlns:a16="http://schemas.microsoft.com/office/drawing/2014/main" id="{F2721346-C68D-59AF-5B98-EF8BE6FFE637}"/>
                  </a:ext>
                </a:extLst>
              </p:cNvPr>
              <p:cNvSpPr>
                <a:spLocks noChangeShapeType="1"/>
              </p:cNvSpPr>
              <p:nvPr/>
            </p:nvSpPr>
            <p:spPr bwMode="auto">
              <a:xfrm>
                <a:off x="100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4146" name="Line 18">
                <a:extLst>
                  <a:ext uri="{FF2B5EF4-FFF2-40B4-BE49-F238E27FC236}">
                    <a16:creationId xmlns:a16="http://schemas.microsoft.com/office/drawing/2014/main" id="{FBE241C6-A1A6-6D93-5B08-DD1B167C1F85}"/>
                  </a:ext>
                </a:extLst>
              </p:cNvPr>
              <p:cNvSpPr>
                <a:spLocks noChangeShapeType="1"/>
              </p:cNvSpPr>
              <p:nvPr/>
            </p:nvSpPr>
            <p:spPr bwMode="auto">
              <a:xfrm>
                <a:off x="126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4147" name="Line 19">
                <a:extLst>
                  <a:ext uri="{FF2B5EF4-FFF2-40B4-BE49-F238E27FC236}">
                    <a16:creationId xmlns:a16="http://schemas.microsoft.com/office/drawing/2014/main" id="{50D5460D-D856-E920-264F-8F217FAC36B6}"/>
                  </a:ext>
                </a:extLst>
              </p:cNvPr>
              <p:cNvSpPr>
                <a:spLocks noChangeShapeType="1"/>
              </p:cNvSpPr>
              <p:nvPr/>
            </p:nvSpPr>
            <p:spPr bwMode="auto">
              <a:xfrm>
                <a:off x="152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4148" name="Line 20">
                <a:extLst>
                  <a:ext uri="{FF2B5EF4-FFF2-40B4-BE49-F238E27FC236}">
                    <a16:creationId xmlns:a16="http://schemas.microsoft.com/office/drawing/2014/main" id="{65EA4C07-607C-61FB-A680-1FE55A29F462}"/>
                  </a:ext>
                </a:extLst>
              </p:cNvPr>
              <p:cNvSpPr>
                <a:spLocks noChangeShapeType="1"/>
              </p:cNvSpPr>
              <p:nvPr/>
            </p:nvSpPr>
            <p:spPr bwMode="auto">
              <a:xfrm>
                <a:off x="178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4149" name="Line 21">
                <a:extLst>
                  <a:ext uri="{FF2B5EF4-FFF2-40B4-BE49-F238E27FC236}">
                    <a16:creationId xmlns:a16="http://schemas.microsoft.com/office/drawing/2014/main" id="{AB1E2F01-04C6-BEDC-B6D6-7EA9C6CFE943}"/>
                  </a:ext>
                </a:extLst>
              </p:cNvPr>
              <p:cNvSpPr>
                <a:spLocks noChangeShapeType="1"/>
              </p:cNvSpPr>
              <p:nvPr/>
            </p:nvSpPr>
            <p:spPr bwMode="auto">
              <a:xfrm>
                <a:off x="204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4150" name="Line 22">
                <a:extLst>
                  <a:ext uri="{FF2B5EF4-FFF2-40B4-BE49-F238E27FC236}">
                    <a16:creationId xmlns:a16="http://schemas.microsoft.com/office/drawing/2014/main" id="{C4981945-78C4-7D46-9ED7-B746FC1CADE1}"/>
                  </a:ext>
                </a:extLst>
              </p:cNvPr>
              <p:cNvSpPr>
                <a:spLocks noChangeShapeType="1"/>
              </p:cNvSpPr>
              <p:nvPr/>
            </p:nvSpPr>
            <p:spPr bwMode="auto">
              <a:xfrm>
                <a:off x="2303"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4151" name="Line 23">
                <a:extLst>
                  <a:ext uri="{FF2B5EF4-FFF2-40B4-BE49-F238E27FC236}">
                    <a16:creationId xmlns:a16="http://schemas.microsoft.com/office/drawing/2014/main" id="{BC0D7818-4FBF-F1FB-4979-360D2B3A9EAF}"/>
                  </a:ext>
                </a:extLst>
              </p:cNvPr>
              <p:cNvSpPr>
                <a:spLocks noChangeShapeType="1"/>
              </p:cNvSpPr>
              <p:nvPr/>
            </p:nvSpPr>
            <p:spPr bwMode="auto">
              <a:xfrm>
                <a:off x="2563"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04152" name="AutoShape 24">
              <a:extLst>
                <a:ext uri="{FF2B5EF4-FFF2-40B4-BE49-F238E27FC236}">
                  <a16:creationId xmlns:a16="http://schemas.microsoft.com/office/drawing/2014/main" id="{B65EC4C6-55C7-1F12-4844-F086B24CBF30}"/>
                </a:ext>
              </a:extLst>
            </p:cNvPr>
            <p:cNvSpPr>
              <a:spLocks/>
            </p:cNvSpPr>
            <p:nvPr/>
          </p:nvSpPr>
          <p:spPr bwMode="auto">
            <a:xfrm rot="5400000">
              <a:off x="3816" y="312"/>
              <a:ext cx="96" cy="1296"/>
            </a:xfrm>
            <a:prstGeom prst="leftBrace">
              <a:avLst>
                <a:gd name="adj1" fmla="val 1125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4153" name="AutoShape 25">
              <a:extLst>
                <a:ext uri="{FF2B5EF4-FFF2-40B4-BE49-F238E27FC236}">
                  <a16:creationId xmlns:a16="http://schemas.microsoft.com/office/drawing/2014/main" id="{6E738F8C-A505-5B13-1EA5-5C8273704137}"/>
                </a:ext>
              </a:extLst>
            </p:cNvPr>
            <p:cNvSpPr>
              <a:spLocks/>
            </p:cNvSpPr>
            <p:nvPr/>
          </p:nvSpPr>
          <p:spPr bwMode="auto">
            <a:xfrm rot="5400000">
              <a:off x="4896" y="576"/>
              <a:ext cx="96" cy="768"/>
            </a:xfrm>
            <a:prstGeom prst="lef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4156" name="Text Box 28">
              <a:extLst>
                <a:ext uri="{FF2B5EF4-FFF2-40B4-BE49-F238E27FC236}">
                  <a16:creationId xmlns:a16="http://schemas.microsoft.com/office/drawing/2014/main" id="{C6407032-BAA0-6E18-9E82-FC34CFC09A6E}"/>
                </a:ext>
              </a:extLst>
            </p:cNvPr>
            <p:cNvSpPr txBox="1">
              <a:spLocks noChangeArrowheads="1"/>
            </p:cNvSpPr>
            <p:nvPr/>
          </p:nvSpPr>
          <p:spPr bwMode="auto">
            <a:xfrm>
              <a:off x="4416" y="729"/>
              <a:ext cx="19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cs typeface="Arial" panose="020B0604020202020204" pitchFamily="34" charset="0"/>
                </a:rPr>
                <a:t>≤</a:t>
              </a: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a:extLst>
              <a:ext uri="{FF2B5EF4-FFF2-40B4-BE49-F238E27FC236}">
                <a16:creationId xmlns:a16="http://schemas.microsoft.com/office/drawing/2014/main" id="{E88D994E-7BD1-6A92-8CD1-79655EB79904}"/>
              </a:ext>
            </a:extLst>
          </p:cNvPr>
          <p:cNvSpPr>
            <a:spLocks noGrp="1" noChangeArrowheads="1"/>
          </p:cNvSpPr>
          <p:nvPr>
            <p:ph type="title"/>
          </p:nvPr>
        </p:nvSpPr>
        <p:spPr/>
        <p:txBody>
          <a:bodyPr/>
          <a:lstStyle/>
          <a:p>
            <a:r>
              <a:rPr lang="en-US" altLang="en-US" sz="3200" b="1" dirty="0">
                <a:solidFill>
                  <a:srgbClr val="004200"/>
                </a:solidFill>
                <a:latin typeface="Arial"/>
                <a:ea typeface="+mn-ea"/>
                <a:cs typeface="Arial"/>
              </a:rPr>
              <a:t>QUICKSORT</a:t>
            </a:r>
          </a:p>
        </p:txBody>
      </p:sp>
      <p:sp>
        <p:nvSpPr>
          <p:cNvPr id="288771" name="Rectangle 3">
            <a:extLst>
              <a:ext uri="{FF2B5EF4-FFF2-40B4-BE49-F238E27FC236}">
                <a16:creationId xmlns:a16="http://schemas.microsoft.com/office/drawing/2014/main" id="{B4B483E5-EFC7-6119-10B5-2B0562A7EFC9}"/>
              </a:ext>
            </a:extLst>
          </p:cNvPr>
          <p:cNvSpPr>
            <a:spLocks noGrp="1" noChangeArrowheads="1"/>
          </p:cNvSpPr>
          <p:nvPr>
            <p:ph type="body" idx="1"/>
          </p:nvPr>
        </p:nvSpPr>
        <p:spPr>
          <a:xfrm>
            <a:off x="1097280" y="1845734"/>
            <a:ext cx="10058400" cy="4396316"/>
          </a:xfrm>
        </p:spPr>
        <p:txBody>
          <a:bodyPr>
            <a:normAutofit/>
          </a:bodyPr>
          <a:lstStyle/>
          <a:p>
            <a:pPr>
              <a:lnSpc>
                <a:spcPct val="200000"/>
              </a:lnSpc>
              <a:buFontTx/>
              <a:buNone/>
            </a:pPr>
            <a:r>
              <a:rPr lang="en-US" altLang="en-US" sz="2400" dirty="0">
                <a:latin typeface="Monotype Corsiva" panose="03010101010201010101" pitchFamily="66" charset="0"/>
              </a:rPr>
              <a:t>Alg.:</a:t>
            </a:r>
            <a:r>
              <a:rPr lang="en-US" altLang="en-US" sz="2400" dirty="0"/>
              <a:t> QUICKSORT</a:t>
            </a:r>
            <a:r>
              <a:rPr lang="en-US" altLang="en-US" sz="2400" dirty="0">
                <a:latin typeface="Comic Sans MS" panose="030F0702030302020204" pitchFamily="66" charset="0"/>
              </a:rPr>
              <a:t>(A, p, r)</a:t>
            </a:r>
          </a:p>
          <a:p>
            <a:pPr>
              <a:lnSpc>
                <a:spcPct val="100000"/>
              </a:lnSpc>
              <a:buFontTx/>
              <a:buNone/>
            </a:pPr>
            <a:r>
              <a:rPr lang="en-US" altLang="en-US" sz="2400" dirty="0"/>
              <a:t>	</a:t>
            </a:r>
            <a:r>
              <a:rPr lang="en-US" altLang="en-US" sz="2400" b="1" dirty="0"/>
              <a:t>if</a:t>
            </a:r>
            <a:r>
              <a:rPr lang="en-US" altLang="en-US" sz="2400" dirty="0"/>
              <a:t> </a:t>
            </a:r>
            <a:r>
              <a:rPr lang="en-US" altLang="en-US" sz="2400" dirty="0">
                <a:latin typeface="Comic Sans MS" panose="030F0702030302020204" pitchFamily="66" charset="0"/>
              </a:rPr>
              <a:t>p &lt; r</a:t>
            </a:r>
          </a:p>
          <a:p>
            <a:pPr>
              <a:lnSpc>
                <a:spcPct val="100000"/>
              </a:lnSpc>
              <a:buFontTx/>
              <a:buNone/>
            </a:pPr>
            <a:r>
              <a:rPr lang="en-US" altLang="en-US" sz="2400" dirty="0"/>
              <a:t>	   </a:t>
            </a:r>
            <a:r>
              <a:rPr lang="en-US" altLang="en-US" sz="2400" b="1" dirty="0"/>
              <a:t>then</a:t>
            </a:r>
            <a:r>
              <a:rPr lang="en-US" altLang="en-US" sz="2400" dirty="0"/>
              <a:t> </a:t>
            </a:r>
            <a:r>
              <a:rPr lang="en-US" altLang="en-US" sz="2400" dirty="0">
                <a:latin typeface="Comic Sans MS" panose="030F0702030302020204" pitchFamily="66" charset="0"/>
              </a:rPr>
              <a:t>q</a:t>
            </a:r>
            <a:r>
              <a:rPr lang="en-US" altLang="en-US" sz="2400" dirty="0"/>
              <a:t> </a:t>
            </a:r>
            <a:r>
              <a:rPr lang="en-US" altLang="en-US" sz="2400" dirty="0">
                <a:sym typeface="Symbol" panose="05050102010706020507" pitchFamily="18" charset="2"/>
              </a:rPr>
              <a:t> PARTITION</a:t>
            </a:r>
            <a:r>
              <a:rPr lang="en-US" altLang="en-US" sz="2400" dirty="0">
                <a:latin typeface="Comic Sans MS" panose="030F0702030302020204" pitchFamily="66" charset="0"/>
                <a:sym typeface="Symbol" panose="05050102010706020507" pitchFamily="18" charset="2"/>
              </a:rPr>
              <a:t>(A, p, r)</a:t>
            </a:r>
          </a:p>
          <a:p>
            <a:pPr>
              <a:lnSpc>
                <a:spcPct val="100000"/>
              </a:lnSpc>
              <a:buFontTx/>
              <a:buNone/>
            </a:pPr>
            <a:r>
              <a:rPr lang="en-US" altLang="en-US" sz="2400" dirty="0">
                <a:sym typeface="Symbol" panose="05050102010706020507" pitchFamily="18" charset="2"/>
              </a:rPr>
              <a:t>		     QUICKSORT </a:t>
            </a:r>
            <a:r>
              <a:rPr lang="en-US" altLang="en-US" sz="2400" dirty="0">
                <a:latin typeface="Comic Sans MS" panose="030F0702030302020204" pitchFamily="66" charset="0"/>
                <a:sym typeface="Symbol" panose="05050102010706020507" pitchFamily="18" charset="2"/>
              </a:rPr>
              <a:t>(A, p, q)</a:t>
            </a:r>
          </a:p>
          <a:p>
            <a:pPr>
              <a:lnSpc>
                <a:spcPct val="100000"/>
              </a:lnSpc>
              <a:buFontTx/>
              <a:buNone/>
            </a:pPr>
            <a:r>
              <a:rPr lang="en-US" altLang="en-US" sz="2400" dirty="0">
                <a:sym typeface="Symbol" panose="05050102010706020507" pitchFamily="18" charset="2"/>
              </a:rPr>
              <a:t>		     QUICKSORT </a:t>
            </a:r>
            <a:r>
              <a:rPr lang="en-US" altLang="en-US" sz="2400" dirty="0">
                <a:latin typeface="Comic Sans MS" panose="030F0702030302020204" pitchFamily="66" charset="0"/>
                <a:sym typeface="Symbol" panose="05050102010706020507" pitchFamily="18" charset="2"/>
              </a:rPr>
              <a:t>(A, q+1, r)</a:t>
            </a:r>
          </a:p>
        </p:txBody>
      </p:sp>
      <p:pic>
        <p:nvPicPr>
          <p:cNvPr id="288772" name="Picture 4">
            <a:extLst>
              <a:ext uri="{FF2B5EF4-FFF2-40B4-BE49-F238E27FC236}">
                <a16:creationId xmlns:a16="http://schemas.microsoft.com/office/drawing/2014/main" id="{FDB3DE68-EDAF-91A7-E28C-BC4114F4EF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4813" y="5754689"/>
            <a:ext cx="6500812"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8773" name="Text Box 5">
            <a:extLst>
              <a:ext uri="{FF2B5EF4-FFF2-40B4-BE49-F238E27FC236}">
                <a16:creationId xmlns:a16="http://schemas.microsoft.com/office/drawing/2014/main" id="{1E6DEAD4-F21D-9B16-F759-8765339CE8FB}"/>
              </a:ext>
            </a:extLst>
          </p:cNvPr>
          <p:cNvSpPr txBox="1">
            <a:spLocks noChangeArrowheads="1"/>
          </p:cNvSpPr>
          <p:nvPr/>
        </p:nvSpPr>
        <p:spPr bwMode="auto">
          <a:xfrm>
            <a:off x="2336800" y="5362576"/>
            <a:ext cx="16836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t>Recurrence:</a:t>
            </a:r>
          </a:p>
        </p:txBody>
      </p:sp>
      <p:sp>
        <p:nvSpPr>
          <p:cNvPr id="288774" name="Text Box 6">
            <a:extLst>
              <a:ext uri="{FF2B5EF4-FFF2-40B4-BE49-F238E27FC236}">
                <a16:creationId xmlns:a16="http://schemas.microsoft.com/office/drawing/2014/main" id="{9FA7EF58-E1E9-6195-0405-3271D7D5CB22}"/>
              </a:ext>
            </a:extLst>
          </p:cNvPr>
          <p:cNvSpPr txBox="1">
            <a:spLocks noChangeArrowheads="1"/>
          </p:cNvSpPr>
          <p:nvPr/>
        </p:nvSpPr>
        <p:spPr bwMode="auto">
          <a:xfrm>
            <a:off x="6411914" y="2057400"/>
            <a:ext cx="25619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t>Initially: p = 1, r = n</a:t>
            </a:r>
          </a:p>
        </p:txBody>
      </p:sp>
      <p:sp>
        <p:nvSpPr>
          <p:cNvPr id="288775" name="Text Box 7">
            <a:extLst>
              <a:ext uri="{FF2B5EF4-FFF2-40B4-BE49-F238E27FC236}">
                <a16:creationId xmlns:a16="http://schemas.microsoft.com/office/drawing/2014/main" id="{E0A2EE18-C3C0-302D-A9B4-9233C908C3A9}"/>
              </a:ext>
            </a:extLst>
          </p:cNvPr>
          <p:cNvSpPr txBox="1">
            <a:spLocks noChangeArrowheads="1"/>
          </p:cNvSpPr>
          <p:nvPr/>
        </p:nvSpPr>
        <p:spPr bwMode="auto">
          <a:xfrm>
            <a:off x="8348663" y="5761038"/>
            <a:ext cx="1394934"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PARTITION())</a:t>
            </a:r>
          </a:p>
        </p:txBody>
      </p:sp>
      <p:sp>
        <p:nvSpPr>
          <p:cNvPr id="288778" name="Rectangle 10">
            <a:extLst>
              <a:ext uri="{FF2B5EF4-FFF2-40B4-BE49-F238E27FC236}">
                <a16:creationId xmlns:a16="http://schemas.microsoft.com/office/drawing/2014/main" id="{ED32D48A-9473-F583-79A1-8A3586B5E685}"/>
              </a:ext>
            </a:extLst>
          </p:cNvPr>
          <p:cNvSpPr>
            <a:spLocks noChangeArrowheads="1"/>
          </p:cNvSpPr>
          <p:nvPr/>
        </p:nvSpPr>
        <p:spPr bwMode="auto">
          <a:xfrm>
            <a:off x="2473326" y="5784850"/>
            <a:ext cx="3971925"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a:solidFill>
                  <a:schemeClr val="accent2"/>
                </a:solidFill>
              </a:rPr>
              <a:t>T(n) = T(q) + T(n – q) + f(</a:t>
            </a:r>
            <a:r>
              <a:rPr lang="en-US" altLang="en-US" sz="2400">
                <a:solidFill>
                  <a:schemeClr val="accent2"/>
                </a:solidFill>
                <a:sym typeface="Symbol" panose="05050102010706020507" pitchFamily="18" charset="2"/>
              </a:rPr>
              <a:t>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a:extLst>
              <a:ext uri="{FF2B5EF4-FFF2-40B4-BE49-F238E27FC236}">
                <a16:creationId xmlns:a16="http://schemas.microsoft.com/office/drawing/2014/main" id="{1F4A74DC-DABE-1E4B-2F85-3C07770C3C2F}"/>
              </a:ext>
            </a:extLst>
          </p:cNvPr>
          <p:cNvSpPr>
            <a:spLocks noGrp="1" noChangeArrowheads="1"/>
          </p:cNvSpPr>
          <p:nvPr>
            <p:ph type="title"/>
          </p:nvPr>
        </p:nvSpPr>
        <p:spPr/>
        <p:txBody>
          <a:bodyPr>
            <a:normAutofit/>
          </a:bodyPr>
          <a:lstStyle/>
          <a:p>
            <a:r>
              <a:rPr lang="en-US" altLang="en-US" sz="3200" b="1" dirty="0">
                <a:solidFill>
                  <a:srgbClr val="004200"/>
                </a:solidFill>
                <a:latin typeface="Arial"/>
                <a:ea typeface="+mn-ea"/>
                <a:cs typeface="Arial"/>
              </a:rPr>
              <a:t>Partitioning the Array</a:t>
            </a:r>
          </a:p>
        </p:txBody>
      </p:sp>
      <p:sp>
        <p:nvSpPr>
          <p:cNvPr id="289795" name="Rectangle 3">
            <a:extLst>
              <a:ext uri="{FF2B5EF4-FFF2-40B4-BE49-F238E27FC236}">
                <a16:creationId xmlns:a16="http://schemas.microsoft.com/office/drawing/2014/main" id="{6069835F-C9DF-609B-653B-3E4E1DC6133A}"/>
              </a:ext>
            </a:extLst>
          </p:cNvPr>
          <p:cNvSpPr>
            <a:spLocks noGrp="1" noChangeArrowheads="1"/>
          </p:cNvSpPr>
          <p:nvPr>
            <p:ph type="body" idx="1"/>
          </p:nvPr>
        </p:nvSpPr>
        <p:spPr/>
        <p:txBody>
          <a:bodyPr>
            <a:normAutofit fontScale="92500" lnSpcReduction="20000"/>
          </a:bodyPr>
          <a:lstStyle/>
          <a:p>
            <a:pPr algn="just">
              <a:lnSpc>
                <a:spcPct val="140000"/>
              </a:lnSpc>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 Choosing PARTITION()</a:t>
            </a:r>
          </a:p>
          <a:p>
            <a:pPr lvl="1" algn="just">
              <a:lnSpc>
                <a:spcPct val="14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There are different ways to do this</a:t>
            </a:r>
          </a:p>
          <a:p>
            <a:pPr lvl="1" algn="just">
              <a:lnSpc>
                <a:spcPct val="14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Each has its own advantages/disadvantages</a:t>
            </a:r>
          </a:p>
          <a:p>
            <a:pPr algn="just">
              <a:lnSpc>
                <a:spcPct val="140000"/>
              </a:lnSpc>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 Hoare partition (see prob. 7-1, page 159)</a:t>
            </a:r>
          </a:p>
          <a:p>
            <a:pPr lvl="1" algn="just">
              <a:lnSpc>
                <a:spcPct val="14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Select a pivot element </a:t>
            </a:r>
            <a:r>
              <a:rPr lang="en-US" altLang="en-US" sz="2400" b="1" dirty="0">
                <a:latin typeface="Times New Roman" panose="02020603050405020304" pitchFamily="18" charset="0"/>
                <a:cs typeface="Times New Roman" panose="02020603050405020304" pitchFamily="18" charset="0"/>
              </a:rPr>
              <a:t>x</a:t>
            </a:r>
            <a:r>
              <a:rPr lang="en-US" altLang="en-US" sz="2400" dirty="0">
                <a:latin typeface="Times New Roman" panose="02020603050405020304" pitchFamily="18" charset="0"/>
                <a:cs typeface="Times New Roman" panose="02020603050405020304" pitchFamily="18" charset="0"/>
              </a:rPr>
              <a:t> around which to partition</a:t>
            </a:r>
          </a:p>
          <a:p>
            <a:pPr lvl="1" algn="just">
              <a:lnSpc>
                <a:spcPct val="14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Grows two regions</a:t>
            </a:r>
          </a:p>
          <a:p>
            <a:pPr>
              <a:lnSpc>
                <a:spcPct val="140000"/>
              </a:lnSpc>
              <a:spcBef>
                <a:spcPct val="0"/>
              </a:spcBef>
              <a:buFontTx/>
              <a:buNone/>
            </a:pPr>
            <a:r>
              <a:rPr lang="en-US" altLang="en-US" sz="1800" dirty="0">
                <a:solidFill>
                  <a:schemeClr val="tx1"/>
                </a:solidFill>
                <a:latin typeface="Comic Sans MS" panose="030F0702030302020204" pitchFamily="66" charset="0"/>
              </a:rPr>
              <a:t>		</a:t>
            </a:r>
            <a:r>
              <a:rPr lang="en-US" altLang="en-US" sz="2400" dirty="0">
                <a:solidFill>
                  <a:schemeClr val="tx1"/>
                </a:solidFill>
                <a:latin typeface="Comic Sans MS" panose="030F0702030302020204" pitchFamily="66" charset="0"/>
              </a:rPr>
              <a:t>A[p…</a:t>
            </a:r>
            <a:r>
              <a:rPr lang="en-US" altLang="en-US" sz="2400" dirty="0" err="1">
                <a:solidFill>
                  <a:schemeClr val="tx1"/>
                </a:solidFill>
                <a:latin typeface="Comic Sans MS" panose="030F0702030302020204" pitchFamily="66" charset="0"/>
              </a:rPr>
              <a:t>i</a:t>
            </a:r>
            <a:r>
              <a:rPr lang="en-US" altLang="en-US" sz="2400" dirty="0">
                <a:solidFill>
                  <a:schemeClr val="tx1"/>
                </a:solidFill>
                <a:latin typeface="Comic Sans MS" panose="030F0702030302020204" pitchFamily="66" charset="0"/>
              </a:rPr>
              <a:t>] </a:t>
            </a:r>
            <a:r>
              <a:rPr lang="en-US" altLang="en-US" sz="2400" dirty="0">
                <a:solidFill>
                  <a:schemeClr val="tx1"/>
                </a:solidFill>
                <a:latin typeface="Comic Sans MS" panose="030F0702030302020204" pitchFamily="66" charset="0"/>
                <a:sym typeface="Symbol" panose="05050102010706020507" pitchFamily="18" charset="2"/>
              </a:rPr>
              <a:t></a:t>
            </a:r>
            <a:r>
              <a:rPr lang="en-US" altLang="en-US" sz="2400" dirty="0">
                <a:solidFill>
                  <a:schemeClr val="tx1"/>
                </a:solidFill>
                <a:latin typeface="Comic Sans MS" panose="030F0702030302020204" pitchFamily="66" charset="0"/>
              </a:rPr>
              <a:t> </a:t>
            </a:r>
            <a:r>
              <a:rPr lang="en-US" altLang="en-US" sz="2400" b="1" dirty="0">
                <a:solidFill>
                  <a:schemeClr val="tx1"/>
                </a:solidFill>
                <a:latin typeface="Comic Sans MS" panose="030F0702030302020204" pitchFamily="66" charset="0"/>
              </a:rPr>
              <a:t>x</a:t>
            </a:r>
            <a:r>
              <a:rPr lang="en-US" altLang="en-US" sz="2400" dirty="0">
                <a:solidFill>
                  <a:schemeClr val="tx1"/>
                </a:solidFill>
                <a:latin typeface="Comic Sans MS" panose="030F0702030302020204" pitchFamily="66" charset="0"/>
              </a:rPr>
              <a:t> </a:t>
            </a:r>
          </a:p>
          <a:p>
            <a:pPr>
              <a:lnSpc>
                <a:spcPct val="140000"/>
              </a:lnSpc>
              <a:spcBef>
                <a:spcPct val="0"/>
              </a:spcBef>
              <a:buFontTx/>
              <a:buNone/>
            </a:pPr>
            <a:r>
              <a:rPr lang="en-US" altLang="en-US" sz="2400" dirty="0">
                <a:solidFill>
                  <a:schemeClr val="tx1"/>
                </a:solidFill>
                <a:latin typeface="Comic Sans MS" panose="030F0702030302020204" pitchFamily="66" charset="0"/>
                <a:sym typeface="Symbol" panose="05050102010706020507" pitchFamily="18" charset="2"/>
              </a:rPr>
              <a:t>		</a:t>
            </a:r>
            <a:r>
              <a:rPr lang="en-US" altLang="en-US" sz="2400" b="1" dirty="0">
                <a:solidFill>
                  <a:schemeClr val="tx1"/>
                </a:solidFill>
                <a:latin typeface="Comic Sans MS" panose="030F0702030302020204" pitchFamily="66" charset="0"/>
                <a:sym typeface="Symbol" panose="05050102010706020507" pitchFamily="18" charset="2"/>
              </a:rPr>
              <a:t>x</a:t>
            </a:r>
            <a:r>
              <a:rPr lang="en-US" altLang="en-US" sz="2400" dirty="0">
                <a:solidFill>
                  <a:schemeClr val="tx1"/>
                </a:solidFill>
                <a:latin typeface="Comic Sans MS" panose="030F0702030302020204" pitchFamily="66" charset="0"/>
                <a:sym typeface="Symbol" panose="05050102010706020507" pitchFamily="18" charset="2"/>
              </a:rPr>
              <a:t>  </a:t>
            </a:r>
            <a:r>
              <a:rPr lang="en-US" altLang="en-US" sz="2400" dirty="0">
                <a:solidFill>
                  <a:schemeClr val="tx1"/>
                </a:solidFill>
                <a:latin typeface="Comic Sans MS" panose="030F0702030302020204" pitchFamily="66" charset="0"/>
              </a:rPr>
              <a:t>A[j…r]</a:t>
            </a:r>
            <a:endParaRPr lang="en-US" altLang="en-US" sz="2400" dirty="0"/>
          </a:p>
        </p:txBody>
      </p:sp>
      <p:grpSp>
        <p:nvGrpSpPr>
          <p:cNvPr id="289827" name="Group 35">
            <a:extLst>
              <a:ext uri="{FF2B5EF4-FFF2-40B4-BE49-F238E27FC236}">
                <a16:creationId xmlns:a16="http://schemas.microsoft.com/office/drawing/2014/main" id="{F725B07A-4C4E-74C9-EEE5-D73FCE526E12}"/>
              </a:ext>
            </a:extLst>
          </p:cNvPr>
          <p:cNvGrpSpPr>
            <a:grpSpLocks/>
          </p:cNvGrpSpPr>
          <p:nvPr/>
        </p:nvGrpSpPr>
        <p:grpSpPr bwMode="auto">
          <a:xfrm>
            <a:off x="6492876" y="4699001"/>
            <a:ext cx="3317875" cy="1738313"/>
            <a:chOff x="3266" y="1648"/>
            <a:chExt cx="2090" cy="1095"/>
          </a:xfrm>
        </p:grpSpPr>
        <p:grpSp>
          <p:nvGrpSpPr>
            <p:cNvPr id="289826" name="Group 34">
              <a:extLst>
                <a:ext uri="{FF2B5EF4-FFF2-40B4-BE49-F238E27FC236}">
                  <a16:creationId xmlns:a16="http://schemas.microsoft.com/office/drawing/2014/main" id="{5454716F-D7BF-996C-F875-D124A7DD3F93}"/>
                </a:ext>
              </a:extLst>
            </p:cNvPr>
            <p:cNvGrpSpPr>
              <a:grpSpLocks/>
            </p:cNvGrpSpPr>
            <p:nvPr/>
          </p:nvGrpSpPr>
          <p:grpSpPr bwMode="auto">
            <a:xfrm>
              <a:off x="3266" y="1648"/>
              <a:ext cx="2090" cy="676"/>
              <a:chOff x="3266" y="1648"/>
              <a:chExt cx="2090" cy="676"/>
            </a:xfrm>
          </p:grpSpPr>
          <p:grpSp>
            <p:nvGrpSpPr>
              <p:cNvPr id="289796" name="Group 4">
                <a:extLst>
                  <a:ext uri="{FF2B5EF4-FFF2-40B4-BE49-F238E27FC236}">
                    <a16:creationId xmlns:a16="http://schemas.microsoft.com/office/drawing/2014/main" id="{95034187-C8D1-0FEA-BFA8-2422FC71BB34}"/>
                  </a:ext>
                </a:extLst>
              </p:cNvPr>
              <p:cNvGrpSpPr>
                <a:grpSpLocks/>
              </p:cNvGrpSpPr>
              <p:nvPr/>
            </p:nvGrpSpPr>
            <p:grpSpPr bwMode="auto">
              <a:xfrm>
                <a:off x="3266" y="2057"/>
                <a:ext cx="2083" cy="267"/>
                <a:chOff x="480" y="1152"/>
                <a:chExt cx="2083" cy="267"/>
              </a:xfrm>
            </p:grpSpPr>
            <p:sp>
              <p:nvSpPr>
                <p:cNvPr id="289797" name="Rectangle 5">
                  <a:extLst>
                    <a:ext uri="{FF2B5EF4-FFF2-40B4-BE49-F238E27FC236}">
                      <a16:creationId xmlns:a16="http://schemas.microsoft.com/office/drawing/2014/main" id="{FC51F05F-62C4-8572-6468-0916533197D4}"/>
                    </a:ext>
                  </a:extLst>
                </p:cNvPr>
                <p:cNvSpPr>
                  <a:spLocks noChangeArrowheads="1"/>
                </p:cNvSpPr>
                <p:nvPr/>
              </p:nvSpPr>
              <p:spPr bwMode="auto">
                <a:xfrm>
                  <a:off x="2303" y="1152"/>
                  <a:ext cx="260" cy="267"/>
                </a:xfrm>
                <a:prstGeom prst="rect">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89798" name="Rectangle 6">
                  <a:extLst>
                    <a:ext uri="{FF2B5EF4-FFF2-40B4-BE49-F238E27FC236}">
                      <a16:creationId xmlns:a16="http://schemas.microsoft.com/office/drawing/2014/main" id="{C4DC3683-4C4F-9F04-7E95-659C7CE66739}"/>
                    </a:ext>
                  </a:extLst>
                </p:cNvPr>
                <p:cNvSpPr>
                  <a:spLocks noChangeArrowheads="1"/>
                </p:cNvSpPr>
                <p:nvPr/>
              </p:nvSpPr>
              <p:spPr bwMode="auto">
                <a:xfrm>
                  <a:off x="2042" y="1152"/>
                  <a:ext cx="261" cy="267"/>
                </a:xfrm>
                <a:prstGeom prst="rect">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89799" name="Rectangle 7">
                  <a:extLst>
                    <a:ext uri="{FF2B5EF4-FFF2-40B4-BE49-F238E27FC236}">
                      <a16:creationId xmlns:a16="http://schemas.microsoft.com/office/drawing/2014/main" id="{4BDE4C56-D0F3-7E39-60F9-6D90BF206400}"/>
                    </a:ext>
                  </a:extLst>
                </p:cNvPr>
                <p:cNvSpPr>
                  <a:spLocks noChangeArrowheads="1"/>
                </p:cNvSpPr>
                <p:nvPr/>
              </p:nvSpPr>
              <p:spPr bwMode="auto">
                <a:xfrm>
                  <a:off x="1782" y="1152"/>
                  <a:ext cx="260" cy="267"/>
                </a:xfrm>
                <a:prstGeom prst="rect">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89800" name="Rectangle 8">
                  <a:extLst>
                    <a:ext uri="{FF2B5EF4-FFF2-40B4-BE49-F238E27FC236}">
                      <a16:creationId xmlns:a16="http://schemas.microsoft.com/office/drawing/2014/main" id="{A6039399-0EDA-AB47-6005-2132381F960D}"/>
                    </a:ext>
                  </a:extLst>
                </p:cNvPr>
                <p:cNvSpPr>
                  <a:spLocks noChangeArrowheads="1"/>
                </p:cNvSpPr>
                <p:nvPr/>
              </p:nvSpPr>
              <p:spPr bwMode="auto">
                <a:xfrm>
                  <a:off x="1522"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89801" name="Rectangle 9">
                  <a:extLst>
                    <a:ext uri="{FF2B5EF4-FFF2-40B4-BE49-F238E27FC236}">
                      <a16:creationId xmlns:a16="http://schemas.microsoft.com/office/drawing/2014/main" id="{35AC81EB-ACC8-DF7A-167E-99540C400D98}"/>
                    </a:ext>
                  </a:extLst>
                </p:cNvPr>
                <p:cNvSpPr>
                  <a:spLocks noChangeArrowheads="1"/>
                </p:cNvSpPr>
                <p:nvPr/>
              </p:nvSpPr>
              <p:spPr bwMode="auto">
                <a:xfrm>
                  <a:off x="1261"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89802" name="Rectangle 10">
                  <a:extLst>
                    <a:ext uri="{FF2B5EF4-FFF2-40B4-BE49-F238E27FC236}">
                      <a16:creationId xmlns:a16="http://schemas.microsoft.com/office/drawing/2014/main" id="{FA8D51BF-5B50-3AF0-C30E-5F584CC3BE99}"/>
                    </a:ext>
                  </a:extLst>
                </p:cNvPr>
                <p:cNvSpPr>
                  <a:spLocks noChangeArrowheads="1"/>
                </p:cNvSpPr>
                <p:nvPr/>
              </p:nvSpPr>
              <p:spPr bwMode="auto">
                <a:xfrm>
                  <a:off x="1001" y="1152"/>
                  <a:ext cx="260" cy="267"/>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89803" name="Rectangle 11">
                  <a:extLst>
                    <a:ext uri="{FF2B5EF4-FFF2-40B4-BE49-F238E27FC236}">
                      <a16:creationId xmlns:a16="http://schemas.microsoft.com/office/drawing/2014/main" id="{5FEAAC4D-22C8-70AF-814A-A5C05FD994E5}"/>
                    </a:ext>
                  </a:extLst>
                </p:cNvPr>
                <p:cNvSpPr>
                  <a:spLocks noChangeArrowheads="1"/>
                </p:cNvSpPr>
                <p:nvPr/>
              </p:nvSpPr>
              <p:spPr bwMode="auto">
                <a:xfrm>
                  <a:off x="740" y="1152"/>
                  <a:ext cx="261" cy="267"/>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89804" name="Rectangle 12">
                  <a:extLst>
                    <a:ext uri="{FF2B5EF4-FFF2-40B4-BE49-F238E27FC236}">
                      <a16:creationId xmlns:a16="http://schemas.microsoft.com/office/drawing/2014/main" id="{97A2E9FD-B620-17BC-EB4D-E0649AC330BA}"/>
                    </a:ext>
                  </a:extLst>
                </p:cNvPr>
                <p:cNvSpPr>
                  <a:spLocks noChangeArrowheads="1"/>
                </p:cNvSpPr>
                <p:nvPr/>
              </p:nvSpPr>
              <p:spPr bwMode="auto">
                <a:xfrm>
                  <a:off x="480" y="1152"/>
                  <a:ext cx="260" cy="267"/>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89805" name="Line 13">
                  <a:extLst>
                    <a:ext uri="{FF2B5EF4-FFF2-40B4-BE49-F238E27FC236}">
                      <a16:creationId xmlns:a16="http://schemas.microsoft.com/office/drawing/2014/main" id="{FE08CEB8-CA51-BED4-5C2A-518616CD7275}"/>
                    </a:ext>
                  </a:extLst>
                </p:cNvPr>
                <p:cNvSpPr>
                  <a:spLocks noChangeShapeType="1"/>
                </p:cNvSpPr>
                <p:nvPr/>
              </p:nvSpPr>
              <p:spPr bwMode="auto">
                <a:xfrm>
                  <a:off x="480" y="1152"/>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9806" name="Line 14">
                  <a:extLst>
                    <a:ext uri="{FF2B5EF4-FFF2-40B4-BE49-F238E27FC236}">
                      <a16:creationId xmlns:a16="http://schemas.microsoft.com/office/drawing/2014/main" id="{83C64F1A-E736-F62A-307A-8FCDBAB52ECE}"/>
                    </a:ext>
                  </a:extLst>
                </p:cNvPr>
                <p:cNvSpPr>
                  <a:spLocks noChangeShapeType="1"/>
                </p:cNvSpPr>
                <p:nvPr/>
              </p:nvSpPr>
              <p:spPr bwMode="auto">
                <a:xfrm>
                  <a:off x="480" y="1419"/>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9807" name="Line 15">
                  <a:extLst>
                    <a:ext uri="{FF2B5EF4-FFF2-40B4-BE49-F238E27FC236}">
                      <a16:creationId xmlns:a16="http://schemas.microsoft.com/office/drawing/2014/main" id="{CEC595D8-2B6B-5939-108C-2AD00E199ED6}"/>
                    </a:ext>
                  </a:extLst>
                </p:cNvPr>
                <p:cNvSpPr>
                  <a:spLocks noChangeShapeType="1"/>
                </p:cNvSpPr>
                <p:nvPr/>
              </p:nvSpPr>
              <p:spPr bwMode="auto">
                <a:xfrm>
                  <a:off x="480"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9808" name="Line 16">
                  <a:extLst>
                    <a:ext uri="{FF2B5EF4-FFF2-40B4-BE49-F238E27FC236}">
                      <a16:creationId xmlns:a16="http://schemas.microsoft.com/office/drawing/2014/main" id="{0FE90C64-C325-D81C-4B65-70B0CF454B32}"/>
                    </a:ext>
                  </a:extLst>
                </p:cNvPr>
                <p:cNvSpPr>
                  <a:spLocks noChangeShapeType="1"/>
                </p:cNvSpPr>
                <p:nvPr/>
              </p:nvSpPr>
              <p:spPr bwMode="auto">
                <a:xfrm>
                  <a:off x="740"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9809" name="Line 17">
                  <a:extLst>
                    <a:ext uri="{FF2B5EF4-FFF2-40B4-BE49-F238E27FC236}">
                      <a16:creationId xmlns:a16="http://schemas.microsoft.com/office/drawing/2014/main" id="{87CC7913-D20E-C1A8-55B3-DCD2C505E89D}"/>
                    </a:ext>
                  </a:extLst>
                </p:cNvPr>
                <p:cNvSpPr>
                  <a:spLocks noChangeShapeType="1"/>
                </p:cNvSpPr>
                <p:nvPr/>
              </p:nvSpPr>
              <p:spPr bwMode="auto">
                <a:xfrm>
                  <a:off x="100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9810" name="Line 18">
                  <a:extLst>
                    <a:ext uri="{FF2B5EF4-FFF2-40B4-BE49-F238E27FC236}">
                      <a16:creationId xmlns:a16="http://schemas.microsoft.com/office/drawing/2014/main" id="{9B264FE3-E468-7F33-6B89-24FDEA9F7015}"/>
                    </a:ext>
                  </a:extLst>
                </p:cNvPr>
                <p:cNvSpPr>
                  <a:spLocks noChangeShapeType="1"/>
                </p:cNvSpPr>
                <p:nvPr/>
              </p:nvSpPr>
              <p:spPr bwMode="auto">
                <a:xfrm>
                  <a:off x="126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9811" name="Line 19">
                  <a:extLst>
                    <a:ext uri="{FF2B5EF4-FFF2-40B4-BE49-F238E27FC236}">
                      <a16:creationId xmlns:a16="http://schemas.microsoft.com/office/drawing/2014/main" id="{22C3173A-66F6-2223-8A87-3808B212BA83}"/>
                    </a:ext>
                  </a:extLst>
                </p:cNvPr>
                <p:cNvSpPr>
                  <a:spLocks noChangeShapeType="1"/>
                </p:cNvSpPr>
                <p:nvPr/>
              </p:nvSpPr>
              <p:spPr bwMode="auto">
                <a:xfrm>
                  <a:off x="152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9812" name="Line 20">
                  <a:extLst>
                    <a:ext uri="{FF2B5EF4-FFF2-40B4-BE49-F238E27FC236}">
                      <a16:creationId xmlns:a16="http://schemas.microsoft.com/office/drawing/2014/main" id="{FFA5969B-A4E0-B7EB-4365-F95917B13E88}"/>
                    </a:ext>
                  </a:extLst>
                </p:cNvPr>
                <p:cNvSpPr>
                  <a:spLocks noChangeShapeType="1"/>
                </p:cNvSpPr>
                <p:nvPr/>
              </p:nvSpPr>
              <p:spPr bwMode="auto">
                <a:xfrm>
                  <a:off x="178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9813" name="Line 21">
                  <a:extLst>
                    <a:ext uri="{FF2B5EF4-FFF2-40B4-BE49-F238E27FC236}">
                      <a16:creationId xmlns:a16="http://schemas.microsoft.com/office/drawing/2014/main" id="{A1C8CD00-C9CF-CBDC-2910-A6E0EEC205BE}"/>
                    </a:ext>
                  </a:extLst>
                </p:cNvPr>
                <p:cNvSpPr>
                  <a:spLocks noChangeShapeType="1"/>
                </p:cNvSpPr>
                <p:nvPr/>
              </p:nvSpPr>
              <p:spPr bwMode="auto">
                <a:xfrm>
                  <a:off x="204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9814" name="Line 22">
                  <a:extLst>
                    <a:ext uri="{FF2B5EF4-FFF2-40B4-BE49-F238E27FC236}">
                      <a16:creationId xmlns:a16="http://schemas.microsoft.com/office/drawing/2014/main" id="{B2BBB09F-F530-C335-4206-28E3D0CB5D72}"/>
                    </a:ext>
                  </a:extLst>
                </p:cNvPr>
                <p:cNvSpPr>
                  <a:spLocks noChangeShapeType="1"/>
                </p:cNvSpPr>
                <p:nvPr/>
              </p:nvSpPr>
              <p:spPr bwMode="auto">
                <a:xfrm>
                  <a:off x="2303"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9815" name="Line 23">
                  <a:extLst>
                    <a:ext uri="{FF2B5EF4-FFF2-40B4-BE49-F238E27FC236}">
                      <a16:creationId xmlns:a16="http://schemas.microsoft.com/office/drawing/2014/main" id="{A58FEF6C-EED1-FA91-9EA4-A9D7BE854F7D}"/>
                    </a:ext>
                  </a:extLst>
                </p:cNvPr>
                <p:cNvSpPr>
                  <a:spLocks noChangeShapeType="1"/>
                </p:cNvSpPr>
                <p:nvPr/>
              </p:nvSpPr>
              <p:spPr bwMode="auto">
                <a:xfrm>
                  <a:off x="2563"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89816" name="AutoShape 24">
                <a:extLst>
                  <a:ext uri="{FF2B5EF4-FFF2-40B4-BE49-F238E27FC236}">
                    <a16:creationId xmlns:a16="http://schemas.microsoft.com/office/drawing/2014/main" id="{2AB5EA77-49DE-3602-0462-FF91850808FA}"/>
                  </a:ext>
                </a:extLst>
              </p:cNvPr>
              <p:cNvSpPr>
                <a:spLocks/>
              </p:cNvSpPr>
              <p:nvPr/>
            </p:nvSpPr>
            <p:spPr bwMode="auto">
              <a:xfrm rot="5400000">
                <a:off x="3609" y="1589"/>
                <a:ext cx="110" cy="784"/>
              </a:xfrm>
              <a:prstGeom prst="leftBrace">
                <a:avLst>
                  <a:gd name="adj1" fmla="val 5939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9817" name="AutoShape 25">
                <a:extLst>
                  <a:ext uri="{FF2B5EF4-FFF2-40B4-BE49-F238E27FC236}">
                    <a16:creationId xmlns:a16="http://schemas.microsoft.com/office/drawing/2014/main" id="{E97FA684-1301-F594-9C61-3C264A651209}"/>
                  </a:ext>
                </a:extLst>
              </p:cNvPr>
              <p:cNvSpPr>
                <a:spLocks/>
              </p:cNvSpPr>
              <p:nvPr/>
            </p:nvSpPr>
            <p:spPr bwMode="auto">
              <a:xfrm rot="5400000">
                <a:off x="4917" y="1604"/>
                <a:ext cx="96" cy="768"/>
              </a:xfrm>
              <a:prstGeom prst="lef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9818" name="Text Box 26">
                <a:extLst>
                  <a:ext uri="{FF2B5EF4-FFF2-40B4-BE49-F238E27FC236}">
                    <a16:creationId xmlns:a16="http://schemas.microsoft.com/office/drawing/2014/main" id="{4748117E-8FE0-9D63-F33C-D81EA620D43C}"/>
                  </a:ext>
                </a:extLst>
              </p:cNvPr>
              <p:cNvSpPr txBox="1">
                <a:spLocks noChangeArrowheads="1"/>
              </p:cNvSpPr>
              <p:nvPr/>
            </p:nvSpPr>
            <p:spPr bwMode="auto">
              <a:xfrm>
                <a:off x="3413" y="1648"/>
                <a:ext cx="8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A[p…i] </a:t>
                </a:r>
                <a:r>
                  <a:rPr lang="en-US" altLang="en-US">
                    <a:latin typeface="Comic Sans MS" panose="030F0702030302020204" pitchFamily="66" charset="0"/>
                    <a:sym typeface="Symbol" panose="05050102010706020507" pitchFamily="18" charset="2"/>
                  </a:rPr>
                  <a:t></a:t>
                </a:r>
                <a:r>
                  <a:rPr lang="en-US" altLang="en-US">
                    <a:latin typeface="Comic Sans MS" panose="030F0702030302020204" pitchFamily="66" charset="0"/>
                  </a:rPr>
                  <a:t> x </a:t>
                </a:r>
              </a:p>
            </p:txBody>
          </p:sp>
          <p:sp>
            <p:nvSpPr>
              <p:cNvPr id="289819" name="Text Box 27">
                <a:extLst>
                  <a:ext uri="{FF2B5EF4-FFF2-40B4-BE49-F238E27FC236}">
                    <a16:creationId xmlns:a16="http://schemas.microsoft.com/office/drawing/2014/main" id="{2719C518-DB2D-B607-92BF-B98AAE3FEA01}"/>
                  </a:ext>
                </a:extLst>
              </p:cNvPr>
              <p:cNvSpPr txBox="1">
                <a:spLocks noChangeArrowheads="1"/>
              </p:cNvSpPr>
              <p:nvPr/>
            </p:nvSpPr>
            <p:spPr bwMode="auto">
              <a:xfrm>
                <a:off x="4553" y="1648"/>
                <a:ext cx="80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latin typeface="Comic Sans MS" panose="030F0702030302020204" pitchFamily="66" charset="0"/>
                    <a:sym typeface="Symbol" panose="05050102010706020507" pitchFamily="18" charset="2"/>
                  </a:rPr>
                  <a:t>x  </a:t>
                </a:r>
                <a:r>
                  <a:rPr lang="en-US" altLang="en-US" dirty="0">
                    <a:latin typeface="Comic Sans MS" panose="030F0702030302020204" pitchFamily="66" charset="0"/>
                  </a:rPr>
                  <a:t>A[j…r]</a:t>
                </a:r>
              </a:p>
            </p:txBody>
          </p:sp>
        </p:grpSp>
        <p:grpSp>
          <p:nvGrpSpPr>
            <p:cNvPr id="289820" name="Group 28">
              <a:extLst>
                <a:ext uri="{FF2B5EF4-FFF2-40B4-BE49-F238E27FC236}">
                  <a16:creationId xmlns:a16="http://schemas.microsoft.com/office/drawing/2014/main" id="{1C68E511-0303-965D-9458-2B57B829B135}"/>
                </a:ext>
              </a:extLst>
            </p:cNvPr>
            <p:cNvGrpSpPr>
              <a:grpSpLocks/>
            </p:cNvGrpSpPr>
            <p:nvPr/>
          </p:nvGrpSpPr>
          <p:grpSpPr bwMode="auto">
            <a:xfrm>
              <a:off x="3844" y="2357"/>
              <a:ext cx="150" cy="377"/>
              <a:chOff x="3308" y="2215"/>
              <a:chExt cx="150" cy="377"/>
            </a:xfrm>
          </p:grpSpPr>
          <p:sp>
            <p:nvSpPr>
              <p:cNvPr id="289821" name="Text Box 29">
                <a:extLst>
                  <a:ext uri="{FF2B5EF4-FFF2-40B4-BE49-F238E27FC236}">
                    <a16:creationId xmlns:a16="http://schemas.microsoft.com/office/drawing/2014/main" id="{B98BBC88-F0A3-3E9E-0558-01FF6D32266F}"/>
                  </a:ext>
                </a:extLst>
              </p:cNvPr>
              <p:cNvSpPr txBox="1">
                <a:spLocks noChangeArrowheads="1"/>
              </p:cNvSpPr>
              <p:nvPr/>
            </p:nvSpPr>
            <p:spPr bwMode="auto">
              <a:xfrm>
                <a:off x="3308" y="2359"/>
                <a:ext cx="15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a:t>
                </a:r>
              </a:p>
            </p:txBody>
          </p:sp>
          <p:sp>
            <p:nvSpPr>
              <p:cNvPr id="289822" name="Line 30">
                <a:extLst>
                  <a:ext uri="{FF2B5EF4-FFF2-40B4-BE49-F238E27FC236}">
                    <a16:creationId xmlns:a16="http://schemas.microsoft.com/office/drawing/2014/main" id="{7729D980-9091-6501-9AF5-B03E7561BD03}"/>
                  </a:ext>
                </a:extLst>
              </p:cNvPr>
              <p:cNvSpPr>
                <a:spLocks noChangeShapeType="1"/>
              </p:cNvSpPr>
              <p:nvPr/>
            </p:nvSpPr>
            <p:spPr bwMode="auto">
              <a:xfrm flipV="1">
                <a:off x="3382" y="2215"/>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89823" name="Group 31">
              <a:extLst>
                <a:ext uri="{FF2B5EF4-FFF2-40B4-BE49-F238E27FC236}">
                  <a16:creationId xmlns:a16="http://schemas.microsoft.com/office/drawing/2014/main" id="{4FF15D78-0A88-E12C-094A-CEF307F4D083}"/>
                </a:ext>
              </a:extLst>
            </p:cNvPr>
            <p:cNvGrpSpPr>
              <a:grpSpLocks/>
            </p:cNvGrpSpPr>
            <p:nvPr/>
          </p:nvGrpSpPr>
          <p:grpSpPr bwMode="auto">
            <a:xfrm>
              <a:off x="4647" y="2366"/>
              <a:ext cx="151" cy="377"/>
              <a:chOff x="5560" y="2224"/>
              <a:chExt cx="151" cy="377"/>
            </a:xfrm>
          </p:grpSpPr>
          <p:sp>
            <p:nvSpPr>
              <p:cNvPr id="289824" name="Text Box 32">
                <a:extLst>
                  <a:ext uri="{FF2B5EF4-FFF2-40B4-BE49-F238E27FC236}">
                    <a16:creationId xmlns:a16="http://schemas.microsoft.com/office/drawing/2014/main" id="{A7E0E1A0-A7CA-F38B-E6EA-3324FA3C5106}"/>
                  </a:ext>
                </a:extLst>
              </p:cNvPr>
              <p:cNvSpPr txBox="1">
                <a:spLocks noChangeArrowheads="1"/>
              </p:cNvSpPr>
              <p:nvPr/>
            </p:nvSpPr>
            <p:spPr bwMode="auto">
              <a:xfrm>
                <a:off x="5560" y="2368"/>
                <a:ext cx="15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j</a:t>
                </a:r>
              </a:p>
            </p:txBody>
          </p:sp>
          <p:sp>
            <p:nvSpPr>
              <p:cNvPr id="289825" name="Line 33">
                <a:extLst>
                  <a:ext uri="{FF2B5EF4-FFF2-40B4-BE49-F238E27FC236}">
                    <a16:creationId xmlns:a16="http://schemas.microsoft.com/office/drawing/2014/main" id="{63E43D2C-C928-CA89-1F35-E4105E19D6B7}"/>
                  </a:ext>
                </a:extLst>
              </p:cNvPr>
              <p:cNvSpPr>
                <a:spLocks noChangeShapeType="1"/>
              </p:cNvSpPr>
              <p:nvPr/>
            </p:nvSpPr>
            <p:spPr bwMode="auto">
              <a:xfrm flipV="1">
                <a:off x="5634" y="2224"/>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54C8E2D8-BEF6-779E-87F9-75316F8EEF42}"/>
              </a:ext>
            </a:extLst>
          </p:cNvPr>
          <p:cNvSpPr>
            <a:spLocks noGrp="1"/>
          </p:cNvSpPr>
          <p:nvPr>
            <p:ph type="sldNum" sz="quarter" idx="11"/>
          </p:nvPr>
        </p:nvSpPr>
        <p:spPr/>
        <p:txBody>
          <a:bodyPr/>
          <a:lstStyle/>
          <a:p>
            <a:fld id="{3A496D84-6A20-4D40-B077-EB1D66809C73}" type="slidenum">
              <a:rPr lang="en-US" altLang="en-US" sz="1600"/>
              <a:pPr/>
              <a:t>57</a:t>
            </a:fld>
            <a:endParaRPr lang="en-US" altLang="en-US" sz="1600" dirty="0"/>
          </a:p>
        </p:txBody>
      </p:sp>
      <p:sp>
        <p:nvSpPr>
          <p:cNvPr id="290818" name="Rectangle 2">
            <a:extLst>
              <a:ext uri="{FF2B5EF4-FFF2-40B4-BE49-F238E27FC236}">
                <a16:creationId xmlns:a16="http://schemas.microsoft.com/office/drawing/2014/main" id="{E5F79F1D-8868-35D7-FB75-B27BF6C3B783}"/>
              </a:ext>
            </a:extLst>
          </p:cNvPr>
          <p:cNvSpPr>
            <a:spLocks noGrp="1" noChangeArrowheads="1"/>
          </p:cNvSpPr>
          <p:nvPr>
            <p:ph type="title"/>
          </p:nvPr>
        </p:nvSpPr>
        <p:spPr>
          <a:xfrm>
            <a:off x="1145118" y="846138"/>
            <a:ext cx="9980082" cy="906462"/>
          </a:xfrm>
        </p:spPr>
        <p:txBody>
          <a:bodyPr>
            <a:normAutofit/>
          </a:bodyPr>
          <a:lstStyle/>
          <a:p>
            <a:r>
              <a:rPr lang="en-US" altLang="en-US" sz="3200" b="1" dirty="0">
                <a:solidFill>
                  <a:srgbClr val="004200"/>
                </a:solidFill>
                <a:latin typeface="Arial"/>
                <a:ea typeface="+mn-ea"/>
                <a:cs typeface="Arial"/>
              </a:rPr>
              <a:t>Example</a:t>
            </a:r>
          </a:p>
        </p:txBody>
      </p:sp>
      <p:grpSp>
        <p:nvGrpSpPr>
          <p:cNvPr id="290819" name="Group 3">
            <a:extLst>
              <a:ext uri="{FF2B5EF4-FFF2-40B4-BE49-F238E27FC236}">
                <a16:creationId xmlns:a16="http://schemas.microsoft.com/office/drawing/2014/main" id="{1159F9AF-5CA4-84B9-7077-99B4E796338E}"/>
              </a:ext>
            </a:extLst>
          </p:cNvPr>
          <p:cNvGrpSpPr>
            <a:grpSpLocks/>
          </p:cNvGrpSpPr>
          <p:nvPr/>
        </p:nvGrpSpPr>
        <p:grpSpPr bwMode="auto">
          <a:xfrm>
            <a:off x="6400801" y="2435225"/>
            <a:ext cx="3306763" cy="1069975"/>
            <a:chOff x="3072" y="1152"/>
            <a:chExt cx="2083" cy="674"/>
          </a:xfrm>
        </p:grpSpPr>
        <p:grpSp>
          <p:nvGrpSpPr>
            <p:cNvPr id="290820" name="Group 4">
              <a:extLst>
                <a:ext uri="{FF2B5EF4-FFF2-40B4-BE49-F238E27FC236}">
                  <a16:creationId xmlns:a16="http://schemas.microsoft.com/office/drawing/2014/main" id="{6AE029D2-2FAC-AB62-3761-278343792B6A}"/>
                </a:ext>
              </a:extLst>
            </p:cNvPr>
            <p:cNvGrpSpPr>
              <a:grpSpLocks/>
            </p:cNvGrpSpPr>
            <p:nvPr/>
          </p:nvGrpSpPr>
          <p:grpSpPr bwMode="auto">
            <a:xfrm>
              <a:off x="3072" y="1152"/>
              <a:ext cx="2083" cy="267"/>
              <a:chOff x="480" y="1152"/>
              <a:chExt cx="2083" cy="267"/>
            </a:xfrm>
          </p:grpSpPr>
          <p:sp>
            <p:nvSpPr>
              <p:cNvPr id="290821" name="Rectangle 5">
                <a:extLst>
                  <a:ext uri="{FF2B5EF4-FFF2-40B4-BE49-F238E27FC236}">
                    <a16:creationId xmlns:a16="http://schemas.microsoft.com/office/drawing/2014/main" id="{AE3E2C1D-B4D9-8D71-8487-480BA883196B}"/>
                  </a:ext>
                </a:extLst>
              </p:cNvPr>
              <p:cNvSpPr>
                <a:spLocks noChangeArrowheads="1"/>
              </p:cNvSpPr>
              <p:nvPr/>
            </p:nvSpPr>
            <p:spPr bwMode="auto">
              <a:xfrm>
                <a:off x="2303"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7</a:t>
                </a:r>
              </a:p>
            </p:txBody>
          </p:sp>
          <p:sp>
            <p:nvSpPr>
              <p:cNvPr id="290822" name="Rectangle 6">
                <a:extLst>
                  <a:ext uri="{FF2B5EF4-FFF2-40B4-BE49-F238E27FC236}">
                    <a16:creationId xmlns:a16="http://schemas.microsoft.com/office/drawing/2014/main" id="{25050E8E-0D32-0959-2D82-941F5CFD3CAC}"/>
                  </a:ext>
                </a:extLst>
              </p:cNvPr>
              <p:cNvSpPr>
                <a:spLocks noChangeArrowheads="1"/>
              </p:cNvSpPr>
              <p:nvPr/>
            </p:nvSpPr>
            <p:spPr bwMode="auto">
              <a:xfrm>
                <a:off x="2042" y="1152"/>
                <a:ext cx="261"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3</a:t>
                </a:r>
              </a:p>
            </p:txBody>
          </p:sp>
          <p:sp>
            <p:nvSpPr>
              <p:cNvPr id="290823" name="Rectangle 7">
                <a:extLst>
                  <a:ext uri="{FF2B5EF4-FFF2-40B4-BE49-F238E27FC236}">
                    <a16:creationId xmlns:a16="http://schemas.microsoft.com/office/drawing/2014/main" id="{CD4E35BA-A613-178B-350C-54083D59B06C}"/>
                  </a:ext>
                </a:extLst>
              </p:cNvPr>
              <p:cNvSpPr>
                <a:spLocks noChangeArrowheads="1"/>
              </p:cNvSpPr>
              <p:nvPr/>
            </p:nvSpPr>
            <p:spPr bwMode="auto">
              <a:xfrm>
                <a:off x="1782" y="1152"/>
                <a:ext cx="260"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1</a:t>
                </a:r>
              </a:p>
            </p:txBody>
          </p:sp>
          <p:sp>
            <p:nvSpPr>
              <p:cNvPr id="290824" name="Rectangle 8">
                <a:extLst>
                  <a:ext uri="{FF2B5EF4-FFF2-40B4-BE49-F238E27FC236}">
                    <a16:creationId xmlns:a16="http://schemas.microsoft.com/office/drawing/2014/main" id="{4F372ECA-1F67-3C98-7BFE-E6D866748183}"/>
                  </a:ext>
                </a:extLst>
              </p:cNvPr>
              <p:cNvSpPr>
                <a:spLocks noChangeArrowheads="1"/>
              </p:cNvSpPr>
              <p:nvPr/>
            </p:nvSpPr>
            <p:spPr bwMode="auto">
              <a:xfrm>
                <a:off x="1522" y="1152"/>
                <a:ext cx="260"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4</a:t>
                </a:r>
              </a:p>
            </p:txBody>
          </p:sp>
          <p:sp>
            <p:nvSpPr>
              <p:cNvPr id="290825" name="Rectangle 9">
                <a:extLst>
                  <a:ext uri="{FF2B5EF4-FFF2-40B4-BE49-F238E27FC236}">
                    <a16:creationId xmlns:a16="http://schemas.microsoft.com/office/drawing/2014/main" id="{14C6E0F9-2694-33F6-C2F5-12E18F6023A1}"/>
                  </a:ext>
                </a:extLst>
              </p:cNvPr>
              <p:cNvSpPr>
                <a:spLocks noChangeArrowheads="1"/>
              </p:cNvSpPr>
              <p:nvPr/>
            </p:nvSpPr>
            <p:spPr bwMode="auto">
              <a:xfrm>
                <a:off x="1261" y="1152"/>
                <a:ext cx="261"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6</a:t>
                </a:r>
              </a:p>
            </p:txBody>
          </p:sp>
          <p:sp>
            <p:nvSpPr>
              <p:cNvPr id="290826" name="Rectangle 10">
                <a:extLst>
                  <a:ext uri="{FF2B5EF4-FFF2-40B4-BE49-F238E27FC236}">
                    <a16:creationId xmlns:a16="http://schemas.microsoft.com/office/drawing/2014/main" id="{1CC6589E-5DA5-7B38-8F62-A988BCA96E67}"/>
                  </a:ext>
                </a:extLst>
              </p:cNvPr>
              <p:cNvSpPr>
                <a:spLocks noChangeArrowheads="1"/>
              </p:cNvSpPr>
              <p:nvPr/>
            </p:nvSpPr>
            <p:spPr bwMode="auto">
              <a:xfrm>
                <a:off x="1001" y="1152"/>
                <a:ext cx="260"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2</a:t>
                </a:r>
              </a:p>
            </p:txBody>
          </p:sp>
          <p:sp>
            <p:nvSpPr>
              <p:cNvPr id="290827" name="Rectangle 11">
                <a:extLst>
                  <a:ext uri="{FF2B5EF4-FFF2-40B4-BE49-F238E27FC236}">
                    <a16:creationId xmlns:a16="http://schemas.microsoft.com/office/drawing/2014/main" id="{F3367BD7-B89C-3DD6-3FD0-FEC3F61B6B27}"/>
                  </a:ext>
                </a:extLst>
              </p:cNvPr>
              <p:cNvSpPr>
                <a:spLocks noChangeArrowheads="1"/>
              </p:cNvSpPr>
              <p:nvPr/>
            </p:nvSpPr>
            <p:spPr bwMode="auto">
              <a:xfrm>
                <a:off x="740" y="1152"/>
                <a:ext cx="261"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3</a:t>
                </a:r>
              </a:p>
            </p:txBody>
          </p:sp>
          <p:sp>
            <p:nvSpPr>
              <p:cNvPr id="290828" name="Rectangle 12">
                <a:extLst>
                  <a:ext uri="{FF2B5EF4-FFF2-40B4-BE49-F238E27FC236}">
                    <a16:creationId xmlns:a16="http://schemas.microsoft.com/office/drawing/2014/main" id="{C14ED6AB-C66B-7AC6-4ED2-DCE05F779B57}"/>
                  </a:ext>
                </a:extLst>
              </p:cNvPr>
              <p:cNvSpPr>
                <a:spLocks noChangeArrowheads="1"/>
              </p:cNvSpPr>
              <p:nvPr/>
            </p:nvSpPr>
            <p:spPr bwMode="auto">
              <a:xfrm>
                <a:off x="480" y="1152"/>
                <a:ext cx="260"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5</a:t>
                </a:r>
              </a:p>
            </p:txBody>
          </p:sp>
          <p:sp>
            <p:nvSpPr>
              <p:cNvPr id="290829" name="Line 13">
                <a:extLst>
                  <a:ext uri="{FF2B5EF4-FFF2-40B4-BE49-F238E27FC236}">
                    <a16:creationId xmlns:a16="http://schemas.microsoft.com/office/drawing/2014/main" id="{4CF3CAAC-7A91-82F6-9C37-5CDB1B4A5029}"/>
                  </a:ext>
                </a:extLst>
              </p:cNvPr>
              <p:cNvSpPr>
                <a:spLocks noChangeShapeType="1"/>
              </p:cNvSpPr>
              <p:nvPr/>
            </p:nvSpPr>
            <p:spPr bwMode="auto">
              <a:xfrm>
                <a:off x="480" y="1152"/>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30" name="Line 14">
                <a:extLst>
                  <a:ext uri="{FF2B5EF4-FFF2-40B4-BE49-F238E27FC236}">
                    <a16:creationId xmlns:a16="http://schemas.microsoft.com/office/drawing/2014/main" id="{0FD2B87A-01D6-C8FD-A53B-D6D93F724766}"/>
                  </a:ext>
                </a:extLst>
              </p:cNvPr>
              <p:cNvSpPr>
                <a:spLocks noChangeShapeType="1"/>
              </p:cNvSpPr>
              <p:nvPr/>
            </p:nvSpPr>
            <p:spPr bwMode="auto">
              <a:xfrm>
                <a:off x="480" y="1419"/>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31" name="Line 15">
                <a:extLst>
                  <a:ext uri="{FF2B5EF4-FFF2-40B4-BE49-F238E27FC236}">
                    <a16:creationId xmlns:a16="http://schemas.microsoft.com/office/drawing/2014/main" id="{567930C0-AA0D-3806-B188-1EA51921D3F9}"/>
                  </a:ext>
                </a:extLst>
              </p:cNvPr>
              <p:cNvSpPr>
                <a:spLocks noChangeShapeType="1"/>
              </p:cNvSpPr>
              <p:nvPr/>
            </p:nvSpPr>
            <p:spPr bwMode="auto">
              <a:xfrm>
                <a:off x="480"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32" name="Line 16">
                <a:extLst>
                  <a:ext uri="{FF2B5EF4-FFF2-40B4-BE49-F238E27FC236}">
                    <a16:creationId xmlns:a16="http://schemas.microsoft.com/office/drawing/2014/main" id="{99BDFC95-C6B5-70FB-4952-F515F51B0AB4}"/>
                  </a:ext>
                </a:extLst>
              </p:cNvPr>
              <p:cNvSpPr>
                <a:spLocks noChangeShapeType="1"/>
              </p:cNvSpPr>
              <p:nvPr/>
            </p:nvSpPr>
            <p:spPr bwMode="auto">
              <a:xfrm>
                <a:off x="740"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33" name="Line 17">
                <a:extLst>
                  <a:ext uri="{FF2B5EF4-FFF2-40B4-BE49-F238E27FC236}">
                    <a16:creationId xmlns:a16="http://schemas.microsoft.com/office/drawing/2014/main" id="{478216F0-FA87-C011-7183-D747909D0303}"/>
                  </a:ext>
                </a:extLst>
              </p:cNvPr>
              <p:cNvSpPr>
                <a:spLocks noChangeShapeType="1"/>
              </p:cNvSpPr>
              <p:nvPr/>
            </p:nvSpPr>
            <p:spPr bwMode="auto">
              <a:xfrm>
                <a:off x="100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34" name="Line 18">
                <a:extLst>
                  <a:ext uri="{FF2B5EF4-FFF2-40B4-BE49-F238E27FC236}">
                    <a16:creationId xmlns:a16="http://schemas.microsoft.com/office/drawing/2014/main" id="{B1C6B34A-8B1B-C5DC-1BC4-0A4C35A6D2B9}"/>
                  </a:ext>
                </a:extLst>
              </p:cNvPr>
              <p:cNvSpPr>
                <a:spLocks noChangeShapeType="1"/>
              </p:cNvSpPr>
              <p:nvPr/>
            </p:nvSpPr>
            <p:spPr bwMode="auto">
              <a:xfrm>
                <a:off x="126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35" name="Line 19">
                <a:extLst>
                  <a:ext uri="{FF2B5EF4-FFF2-40B4-BE49-F238E27FC236}">
                    <a16:creationId xmlns:a16="http://schemas.microsoft.com/office/drawing/2014/main" id="{56CBECF4-B9DF-6DBC-AC49-0725E491F22F}"/>
                  </a:ext>
                </a:extLst>
              </p:cNvPr>
              <p:cNvSpPr>
                <a:spLocks noChangeShapeType="1"/>
              </p:cNvSpPr>
              <p:nvPr/>
            </p:nvSpPr>
            <p:spPr bwMode="auto">
              <a:xfrm>
                <a:off x="152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36" name="Line 20">
                <a:extLst>
                  <a:ext uri="{FF2B5EF4-FFF2-40B4-BE49-F238E27FC236}">
                    <a16:creationId xmlns:a16="http://schemas.microsoft.com/office/drawing/2014/main" id="{B9E41B44-D235-207E-B8B2-42C21DCD151B}"/>
                  </a:ext>
                </a:extLst>
              </p:cNvPr>
              <p:cNvSpPr>
                <a:spLocks noChangeShapeType="1"/>
              </p:cNvSpPr>
              <p:nvPr/>
            </p:nvSpPr>
            <p:spPr bwMode="auto">
              <a:xfrm>
                <a:off x="178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37" name="Line 21">
                <a:extLst>
                  <a:ext uri="{FF2B5EF4-FFF2-40B4-BE49-F238E27FC236}">
                    <a16:creationId xmlns:a16="http://schemas.microsoft.com/office/drawing/2014/main" id="{FB2F6A32-4484-99E9-9F9C-00216B5A2DEB}"/>
                  </a:ext>
                </a:extLst>
              </p:cNvPr>
              <p:cNvSpPr>
                <a:spLocks noChangeShapeType="1"/>
              </p:cNvSpPr>
              <p:nvPr/>
            </p:nvSpPr>
            <p:spPr bwMode="auto">
              <a:xfrm>
                <a:off x="204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38" name="Line 22">
                <a:extLst>
                  <a:ext uri="{FF2B5EF4-FFF2-40B4-BE49-F238E27FC236}">
                    <a16:creationId xmlns:a16="http://schemas.microsoft.com/office/drawing/2014/main" id="{36ADC84E-209A-BA15-2BAD-4BEBE3F99834}"/>
                  </a:ext>
                </a:extLst>
              </p:cNvPr>
              <p:cNvSpPr>
                <a:spLocks noChangeShapeType="1"/>
              </p:cNvSpPr>
              <p:nvPr/>
            </p:nvSpPr>
            <p:spPr bwMode="auto">
              <a:xfrm>
                <a:off x="2303"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39" name="Line 23">
                <a:extLst>
                  <a:ext uri="{FF2B5EF4-FFF2-40B4-BE49-F238E27FC236}">
                    <a16:creationId xmlns:a16="http://schemas.microsoft.com/office/drawing/2014/main" id="{1D601A18-D011-FF04-1C19-A8D6F7F0391B}"/>
                  </a:ext>
                </a:extLst>
              </p:cNvPr>
              <p:cNvSpPr>
                <a:spLocks noChangeShapeType="1"/>
              </p:cNvSpPr>
              <p:nvPr/>
            </p:nvSpPr>
            <p:spPr bwMode="auto">
              <a:xfrm>
                <a:off x="2563"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90840" name="Text Box 24">
              <a:extLst>
                <a:ext uri="{FF2B5EF4-FFF2-40B4-BE49-F238E27FC236}">
                  <a16:creationId xmlns:a16="http://schemas.microsoft.com/office/drawing/2014/main" id="{E059A14A-5CD4-482B-51F1-7C662A580217}"/>
                </a:ext>
              </a:extLst>
            </p:cNvPr>
            <p:cNvSpPr txBox="1">
              <a:spLocks noChangeArrowheads="1"/>
            </p:cNvSpPr>
            <p:nvPr/>
          </p:nvSpPr>
          <p:spPr bwMode="auto">
            <a:xfrm>
              <a:off x="3116" y="1593"/>
              <a:ext cx="15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a:t>
              </a:r>
            </a:p>
          </p:txBody>
        </p:sp>
        <p:sp>
          <p:nvSpPr>
            <p:cNvPr id="290841" name="Text Box 25">
              <a:extLst>
                <a:ext uri="{FF2B5EF4-FFF2-40B4-BE49-F238E27FC236}">
                  <a16:creationId xmlns:a16="http://schemas.microsoft.com/office/drawing/2014/main" id="{BB4D27E0-471E-EE18-AD0D-EB52F7F993EE}"/>
                </a:ext>
              </a:extLst>
            </p:cNvPr>
            <p:cNvSpPr txBox="1">
              <a:spLocks noChangeArrowheads="1"/>
            </p:cNvSpPr>
            <p:nvPr/>
          </p:nvSpPr>
          <p:spPr bwMode="auto">
            <a:xfrm>
              <a:off x="4704" y="1593"/>
              <a:ext cx="15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j</a:t>
              </a:r>
            </a:p>
          </p:txBody>
        </p:sp>
        <p:sp>
          <p:nvSpPr>
            <p:cNvPr id="290842" name="Line 26">
              <a:extLst>
                <a:ext uri="{FF2B5EF4-FFF2-40B4-BE49-F238E27FC236}">
                  <a16:creationId xmlns:a16="http://schemas.microsoft.com/office/drawing/2014/main" id="{9BF53407-4E98-8529-73E1-8941C4080AFB}"/>
                </a:ext>
              </a:extLst>
            </p:cNvPr>
            <p:cNvSpPr>
              <a:spLocks noChangeShapeType="1"/>
            </p:cNvSpPr>
            <p:nvPr/>
          </p:nvSpPr>
          <p:spPr bwMode="auto">
            <a:xfrm flipV="1">
              <a:off x="3190" y="1449"/>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43" name="Line 27">
              <a:extLst>
                <a:ext uri="{FF2B5EF4-FFF2-40B4-BE49-F238E27FC236}">
                  <a16:creationId xmlns:a16="http://schemas.microsoft.com/office/drawing/2014/main" id="{A3FEF33C-F8D3-429C-9EED-E532313F50DF}"/>
                </a:ext>
              </a:extLst>
            </p:cNvPr>
            <p:cNvSpPr>
              <a:spLocks noChangeShapeType="1"/>
            </p:cNvSpPr>
            <p:nvPr/>
          </p:nvSpPr>
          <p:spPr bwMode="auto">
            <a:xfrm flipV="1">
              <a:off x="4778" y="1449"/>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90844" name="Group 28">
            <a:extLst>
              <a:ext uri="{FF2B5EF4-FFF2-40B4-BE49-F238E27FC236}">
                <a16:creationId xmlns:a16="http://schemas.microsoft.com/office/drawing/2014/main" id="{15481727-9D48-CA16-D449-51C9000D1DE2}"/>
              </a:ext>
            </a:extLst>
          </p:cNvPr>
          <p:cNvGrpSpPr>
            <a:grpSpLocks/>
          </p:cNvGrpSpPr>
          <p:nvPr/>
        </p:nvGrpSpPr>
        <p:grpSpPr bwMode="auto">
          <a:xfrm>
            <a:off x="2133601" y="3657600"/>
            <a:ext cx="3306763" cy="1069975"/>
            <a:chOff x="384" y="2208"/>
            <a:chExt cx="2083" cy="674"/>
          </a:xfrm>
        </p:grpSpPr>
        <p:grpSp>
          <p:nvGrpSpPr>
            <p:cNvPr id="290845" name="Group 29">
              <a:extLst>
                <a:ext uri="{FF2B5EF4-FFF2-40B4-BE49-F238E27FC236}">
                  <a16:creationId xmlns:a16="http://schemas.microsoft.com/office/drawing/2014/main" id="{99B0CC08-1E2E-889E-7238-F7226F84884A}"/>
                </a:ext>
              </a:extLst>
            </p:cNvPr>
            <p:cNvGrpSpPr>
              <a:grpSpLocks/>
            </p:cNvGrpSpPr>
            <p:nvPr/>
          </p:nvGrpSpPr>
          <p:grpSpPr bwMode="auto">
            <a:xfrm>
              <a:off x="384" y="2208"/>
              <a:ext cx="2083" cy="267"/>
              <a:chOff x="480" y="1152"/>
              <a:chExt cx="2083" cy="267"/>
            </a:xfrm>
          </p:grpSpPr>
          <p:sp>
            <p:nvSpPr>
              <p:cNvPr id="290846" name="Rectangle 30">
                <a:extLst>
                  <a:ext uri="{FF2B5EF4-FFF2-40B4-BE49-F238E27FC236}">
                    <a16:creationId xmlns:a16="http://schemas.microsoft.com/office/drawing/2014/main" id="{984D7CB4-9164-1D51-09DC-450B2D3F8155}"/>
                  </a:ext>
                </a:extLst>
              </p:cNvPr>
              <p:cNvSpPr>
                <a:spLocks noChangeArrowheads="1"/>
              </p:cNvSpPr>
              <p:nvPr/>
            </p:nvSpPr>
            <p:spPr bwMode="auto">
              <a:xfrm>
                <a:off x="2303"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7</a:t>
                </a:r>
              </a:p>
            </p:txBody>
          </p:sp>
          <p:sp>
            <p:nvSpPr>
              <p:cNvPr id="290847" name="Rectangle 31">
                <a:extLst>
                  <a:ext uri="{FF2B5EF4-FFF2-40B4-BE49-F238E27FC236}">
                    <a16:creationId xmlns:a16="http://schemas.microsoft.com/office/drawing/2014/main" id="{CB797F23-8678-B6A6-9C1B-171951A1C2B2}"/>
                  </a:ext>
                </a:extLst>
              </p:cNvPr>
              <p:cNvSpPr>
                <a:spLocks noChangeArrowheads="1"/>
              </p:cNvSpPr>
              <p:nvPr/>
            </p:nvSpPr>
            <p:spPr bwMode="auto">
              <a:xfrm>
                <a:off x="2042"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5</a:t>
                </a:r>
              </a:p>
            </p:txBody>
          </p:sp>
          <p:sp>
            <p:nvSpPr>
              <p:cNvPr id="290848" name="Rectangle 32">
                <a:extLst>
                  <a:ext uri="{FF2B5EF4-FFF2-40B4-BE49-F238E27FC236}">
                    <a16:creationId xmlns:a16="http://schemas.microsoft.com/office/drawing/2014/main" id="{72D3010F-B4CE-A7CE-166F-E1060C99E780}"/>
                  </a:ext>
                </a:extLst>
              </p:cNvPr>
              <p:cNvSpPr>
                <a:spLocks noChangeArrowheads="1"/>
              </p:cNvSpPr>
              <p:nvPr/>
            </p:nvSpPr>
            <p:spPr bwMode="auto">
              <a:xfrm>
                <a:off x="1782" y="1152"/>
                <a:ext cx="260"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1</a:t>
                </a:r>
              </a:p>
            </p:txBody>
          </p:sp>
          <p:sp>
            <p:nvSpPr>
              <p:cNvPr id="290849" name="Rectangle 33">
                <a:extLst>
                  <a:ext uri="{FF2B5EF4-FFF2-40B4-BE49-F238E27FC236}">
                    <a16:creationId xmlns:a16="http://schemas.microsoft.com/office/drawing/2014/main" id="{0159B617-5D16-64B2-F504-761875FE0833}"/>
                  </a:ext>
                </a:extLst>
              </p:cNvPr>
              <p:cNvSpPr>
                <a:spLocks noChangeArrowheads="1"/>
              </p:cNvSpPr>
              <p:nvPr/>
            </p:nvSpPr>
            <p:spPr bwMode="auto">
              <a:xfrm>
                <a:off x="1522" y="1152"/>
                <a:ext cx="260"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4</a:t>
                </a:r>
              </a:p>
            </p:txBody>
          </p:sp>
          <p:sp>
            <p:nvSpPr>
              <p:cNvPr id="290850" name="Rectangle 34">
                <a:extLst>
                  <a:ext uri="{FF2B5EF4-FFF2-40B4-BE49-F238E27FC236}">
                    <a16:creationId xmlns:a16="http://schemas.microsoft.com/office/drawing/2014/main" id="{A820C995-2DDA-7AA3-3607-F3EF83AC05DC}"/>
                  </a:ext>
                </a:extLst>
              </p:cNvPr>
              <p:cNvSpPr>
                <a:spLocks noChangeArrowheads="1"/>
              </p:cNvSpPr>
              <p:nvPr/>
            </p:nvSpPr>
            <p:spPr bwMode="auto">
              <a:xfrm>
                <a:off x="1261" y="1152"/>
                <a:ext cx="261"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6</a:t>
                </a:r>
              </a:p>
            </p:txBody>
          </p:sp>
          <p:sp>
            <p:nvSpPr>
              <p:cNvPr id="290851" name="Rectangle 35">
                <a:extLst>
                  <a:ext uri="{FF2B5EF4-FFF2-40B4-BE49-F238E27FC236}">
                    <a16:creationId xmlns:a16="http://schemas.microsoft.com/office/drawing/2014/main" id="{69A685FA-1CA0-F594-4184-0A87DDE11E83}"/>
                  </a:ext>
                </a:extLst>
              </p:cNvPr>
              <p:cNvSpPr>
                <a:spLocks noChangeArrowheads="1"/>
              </p:cNvSpPr>
              <p:nvPr/>
            </p:nvSpPr>
            <p:spPr bwMode="auto">
              <a:xfrm>
                <a:off x="1001" y="1152"/>
                <a:ext cx="260"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2</a:t>
                </a:r>
              </a:p>
            </p:txBody>
          </p:sp>
          <p:sp>
            <p:nvSpPr>
              <p:cNvPr id="290852" name="Rectangle 36">
                <a:extLst>
                  <a:ext uri="{FF2B5EF4-FFF2-40B4-BE49-F238E27FC236}">
                    <a16:creationId xmlns:a16="http://schemas.microsoft.com/office/drawing/2014/main" id="{2954DB1C-ADD0-BD21-EEE1-82D33C78C599}"/>
                  </a:ext>
                </a:extLst>
              </p:cNvPr>
              <p:cNvSpPr>
                <a:spLocks noChangeArrowheads="1"/>
              </p:cNvSpPr>
              <p:nvPr/>
            </p:nvSpPr>
            <p:spPr bwMode="auto">
              <a:xfrm>
                <a:off x="740" y="1152"/>
                <a:ext cx="261"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3</a:t>
                </a:r>
              </a:p>
            </p:txBody>
          </p:sp>
          <p:sp>
            <p:nvSpPr>
              <p:cNvPr id="290853" name="Rectangle 37">
                <a:extLst>
                  <a:ext uri="{FF2B5EF4-FFF2-40B4-BE49-F238E27FC236}">
                    <a16:creationId xmlns:a16="http://schemas.microsoft.com/office/drawing/2014/main" id="{78FF7E2F-9478-E700-3926-02BB54B83154}"/>
                  </a:ext>
                </a:extLst>
              </p:cNvPr>
              <p:cNvSpPr>
                <a:spLocks noChangeArrowheads="1"/>
              </p:cNvSpPr>
              <p:nvPr/>
            </p:nvSpPr>
            <p:spPr bwMode="auto">
              <a:xfrm>
                <a:off x="480"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3</a:t>
                </a:r>
              </a:p>
            </p:txBody>
          </p:sp>
          <p:sp>
            <p:nvSpPr>
              <p:cNvPr id="290854" name="Line 38">
                <a:extLst>
                  <a:ext uri="{FF2B5EF4-FFF2-40B4-BE49-F238E27FC236}">
                    <a16:creationId xmlns:a16="http://schemas.microsoft.com/office/drawing/2014/main" id="{836A1103-D924-6062-F4AE-2438720BA553}"/>
                  </a:ext>
                </a:extLst>
              </p:cNvPr>
              <p:cNvSpPr>
                <a:spLocks noChangeShapeType="1"/>
              </p:cNvSpPr>
              <p:nvPr/>
            </p:nvSpPr>
            <p:spPr bwMode="auto">
              <a:xfrm>
                <a:off x="480" y="1152"/>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55" name="Line 39">
                <a:extLst>
                  <a:ext uri="{FF2B5EF4-FFF2-40B4-BE49-F238E27FC236}">
                    <a16:creationId xmlns:a16="http://schemas.microsoft.com/office/drawing/2014/main" id="{A8299CC2-DBBC-1C8F-A7ED-86BC7467AA4E}"/>
                  </a:ext>
                </a:extLst>
              </p:cNvPr>
              <p:cNvSpPr>
                <a:spLocks noChangeShapeType="1"/>
              </p:cNvSpPr>
              <p:nvPr/>
            </p:nvSpPr>
            <p:spPr bwMode="auto">
              <a:xfrm>
                <a:off x="480" y="1419"/>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56" name="Line 40">
                <a:extLst>
                  <a:ext uri="{FF2B5EF4-FFF2-40B4-BE49-F238E27FC236}">
                    <a16:creationId xmlns:a16="http://schemas.microsoft.com/office/drawing/2014/main" id="{F7BC71EC-105C-8B6C-372E-14D2BBB2814F}"/>
                  </a:ext>
                </a:extLst>
              </p:cNvPr>
              <p:cNvSpPr>
                <a:spLocks noChangeShapeType="1"/>
              </p:cNvSpPr>
              <p:nvPr/>
            </p:nvSpPr>
            <p:spPr bwMode="auto">
              <a:xfrm>
                <a:off x="480"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57" name="Line 41">
                <a:extLst>
                  <a:ext uri="{FF2B5EF4-FFF2-40B4-BE49-F238E27FC236}">
                    <a16:creationId xmlns:a16="http://schemas.microsoft.com/office/drawing/2014/main" id="{5DCC93D9-0A8D-C16E-6140-A04E0F5DB655}"/>
                  </a:ext>
                </a:extLst>
              </p:cNvPr>
              <p:cNvSpPr>
                <a:spLocks noChangeShapeType="1"/>
              </p:cNvSpPr>
              <p:nvPr/>
            </p:nvSpPr>
            <p:spPr bwMode="auto">
              <a:xfrm>
                <a:off x="740"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58" name="Line 42">
                <a:extLst>
                  <a:ext uri="{FF2B5EF4-FFF2-40B4-BE49-F238E27FC236}">
                    <a16:creationId xmlns:a16="http://schemas.microsoft.com/office/drawing/2014/main" id="{220474EE-4342-FD13-6A07-2DF844A61D98}"/>
                  </a:ext>
                </a:extLst>
              </p:cNvPr>
              <p:cNvSpPr>
                <a:spLocks noChangeShapeType="1"/>
              </p:cNvSpPr>
              <p:nvPr/>
            </p:nvSpPr>
            <p:spPr bwMode="auto">
              <a:xfrm>
                <a:off x="100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59" name="Line 43">
                <a:extLst>
                  <a:ext uri="{FF2B5EF4-FFF2-40B4-BE49-F238E27FC236}">
                    <a16:creationId xmlns:a16="http://schemas.microsoft.com/office/drawing/2014/main" id="{A3243E03-DAE1-D3D9-145C-5E441FBF2E6D}"/>
                  </a:ext>
                </a:extLst>
              </p:cNvPr>
              <p:cNvSpPr>
                <a:spLocks noChangeShapeType="1"/>
              </p:cNvSpPr>
              <p:nvPr/>
            </p:nvSpPr>
            <p:spPr bwMode="auto">
              <a:xfrm>
                <a:off x="126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60" name="Line 44">
                <a:extLst>
                  <a:ext uri="{FF2B5EF4-FFF2-40B4-BE49-F238E27FC236}">
                    <a16:creationId xmlns:a16="http://schemas.microsoft.com/office/drawing/2014/main" id="{B7972114-7748-8A4E-F629-24B58AB9155F}"/>
                  </a:ext>
                </a:extLst>
              </p:cNvPr>
              <p:cNvSpPr>
                <a:spLocks noChangeShapeType="1"/>
              </p:cNvSpPr>
              <p:nvPr/>
            </p:nvSpPr>
            <p:spPr bwMode="auto">
              <a:xfrm>
                <a:off x="152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61" name="Line 45">
                <a:extLst>
                  <a:ext uri="{FF2B5EF4-FFF2-40B4-BE49-F238E27FC236}">
                    <a16:creationId xmlns:a16="http://schemas.microsoft.com/office/drawing/2014/main" id="{633CE9D1-361A-6B55-738C-5905F607787F}"/>
                  </a:ext>
                </a:extLst>
              </p:cNvPr>
              <p:cNvSpPr>
                <a:spLocks noChangeShapeType="1"/>
              </p:cNvSpPr>
              <p:nvPr/>
            </p:nvSpPr>
            <p:spPr bwMode="auto">
              <a:xfrm>
                <a:off x="178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62" name="Line 46">
                <a:extLst>
                  <a:ext uri="{FF2B5EF4-FFF2-40B4-BE49-F238E27FC236}">
                    <a16:creationId xmlns:a16="http://schemas.microsoft.com/office/drawing/2014/main" id="{FC3DA5F5-BACB-C851-5727-0E9762855DD2}"/>
                  </a:ext>
                </a:extLst>
              </p:cNvPr>
              <p:cNvSpPr>
                <a:spLocks noChangeShapeType="1"/>
              </p:cNvSpPr>
              <p:nvPr/>
            </p:nvSpPr>
            <p:spPr bwMode="auto">
              <a:xfrm>
                <a:off x="204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63" name="Line 47">
                <a:extLst>
                  <a:ext uri="{FF2B5EF4-FFF2-40B4-BE49-F238E27FC236}">
                    <a16:creationId xmlns:a16="http://schemas.microsoft.com/office/drawing/2014/main" id="{C5F60936-A23D-7E8A-945A-28FD9E0BD879}"/>
                  </a:ext>
                </a:extLst>
              </p:cNvPr>
              <p:cNvSpPr>
                <a:spLocks noChangeShapeType="1"/>
              </p:cNvSpPr>
              <p:nvPr/>
            </p:nvSpPr>
            <p:spPr bwMode="auto">
              <a:xfrm>
                <a:off x="2303"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64" name="Line 48">
                <a:extLst>
                  <a:ext uri="{FF2B5EF4-FFF2-40B4-BE49-F238E27FC236}">
                    <a16:creationId xmlns:a16="http://schemas.microsoft.com/office/drawing/2014/main" id="{AB53443F-6D8C-58A3-D301-C2BFA519ABEC}"/>
                  </a:ext>
                </a:extLst>
              </p:cNvPr>
              <p:cNvSpPr>
                <a:spLocks noChangeShapeType="1"/>
              </p:cNvSpPr>
              <p:nvPr/>
            </p:nvSpPr>
            <p:spPr bwMode="auto">
              <a:xfrm>
                <a:off x="2563"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90865" name="Text Box 49">
              <a:extLst>
                <a:ext uri="{FF2B5EF4-FFF2-40B4-BE49-F238E27FC236}">
                  <a16:creationId xmlns:a16="http://schemas.microsoft.com/office/drawing/2014/main" id="{F2C4483D-2291-572A-7303-DEC1769B6386}"/>
                </a:ext>
              </a:extLst>
            </p:cNvPr>
            <p:cNvSpPr txBox="1">
              <a:spLocks noChangeArrowheads="1"/>
            </p:cNvSpPr>
            <p:nvPr/>
          </p:nvSpPr>
          <p:spPr bwMode="auto">
            <a:xfrm>
              <a:off x="428" y="2649"/>
              <a:ext cx="15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a:t>
              </a:r>
            </a:p>
          </p:txBody>
        </p:sp>
        <p:sp>
          <p:nvSpPr>
            <p:cNvPr id="290866" name="Text Box 50">
              <a:extLst>
                <a:ext uri="{FF2B5EF4-FFF2-40B4-BE49-F238E27FC236}">
                  <a16:creationId xmlns:a16="http://schemas.microsoft.com/office/drawing/2014/main" id="{7F5E674B-D7A1-69BD-2BE6-079F70F5A6C9}"/>
                </a:ext>
              </a:extLst>
            </p:cNvPr>
            <p:cNvSpPr txBox="1">
              <a:spLocks noChangeArrowheads="1"/>
            </p:cNvSpPr>
            <p:nvPr/>
          </p:nvSpPr>
          <p:spPr bwMode="auto">
            <a:xfrm>
              <a:off x="2016" y="2649"/>
              <a:ext cx="15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j</a:t>
              </a:r>
            </a:p>
          </p:txBody>
        </p:sp>
        <p:sp>
          <p:nvSpPr>
            <p:cNvPr id="290867" name="Line 51">
              <a:extLst>
                <a:ext uri="{FF2B5EF4-FFF2-40B4-BE49-F238E27FC236}">
                  <a16:creationId xmlns:a16="http://schemas.microsoft.com/office/drawing/2014/main" id="{47D50FCD-0C84-F895-0056-5E7B0FB067D2}"/>
                </a:ext>
              </a:extLst>
            </p:cNvPr>
            <p:cNvSpPr>
              <a:spLocks noChangeShapeType="1"/>
            </p:cNvSpPr>
            <p:nvPr/>
          </p:nvSpPr>
          <p:spPr bwMode="auto">
            <a:xfrm flipV="1">
              <a:off x="502" y="2505"/>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68" name="Line 52">
              <a:extLst>
                <a:ext uri="{FF2B5EF4-FFF2-40B4-BE49-F238E27FC236}">
                  <a16:creationId xmlns:a16="http://schemas.microsoft.com/office/drawing/2014/main" id="{6837A884-A72F-4A78-5266-FB2AEEA9ADB6}"/>
                </a:ext>
              </a:extLst>
            </p:cNvPr>
            <p:cNvSpPr>
              <a:spLocks noChangeShapeType="1"/>
            </p:cNvSpPr>
            <p:nvPr/>
          </p:nvSpPr>
          <p:spPr bwMode="auto">
            <a:xfrm flipV="1">
              <a:off x="2090" y="2505"/>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90869" name="Group 53">
            <a:extLst>
              <a:ext uri="{FF2B5EF4-FFF2-40B4-BE49-F238E27FC236}">
                <a16:creationId xmlns:a16="http://schemas.microsoft.com/office/drawing/2014/main" id="{C960167B-451D-08AA-9A73-50B8BFF943CC}"/>
              </a:ext>
            </a:extLst>
          </p:cNvPr>
          <p:cNvGrpSpPr>
            <a:grpSpLocks/>
          </p:cNvGrpSpPr>
          <p:nvPr/>
        </p:nvGrpSpPr>
        <p:grpSpPr bwMode="auto">
          <a:xfrm>
            <a:off x="6400801" y="3657600"/>
            <a:ext cx="3306763" cy="1069975"/>
            <a:chOff x="3072" y="2208"/>
            <a:chExt cx="2083" cy="674"/>
          </a:xfrm>
        </p:grpSpPr>
        <p:grpSp>
          <p:nvGrpSpPr>
            <p:cNvPr id="290870" name="Group 54">
              <a:extLst>
                <a:ext uri="{FF2B5EF4-FFF2-40B4-BE49-F238E27FC236}">
                  <a16:creationId xmlns:a16="http://schemas.microsoft.com/office/drawing/2014/main" id="{E9581F6A-03E7-F578-1F68-CDFBFC4772AD}"/>
                </a:ext>
              </a:extLst>
            </p:cNvPr>
            <p:cNvGrpSpPr>
              <a:grpSpLocks/>
            </p:cNvGrpSpPr>
            <p:nvPr/>
          </p:nvGrpSpPr>
          <p:grpSpPr bwMode="auto">
            <a:xfrm>
              <a:off x="3072" y="2208"/>
              <a:ext cx="2083" cy="267"/>
              <a:chOff x="480" y="1152"/>
              <a:chExt cx="2083" cy="267"/>
            </a:xfrm>
          </p:grpSpPr>
          <p:sp>
            <p:nvSpPr>
              <p:cNvPr id="290871" name="Rectangle 55">
                <a:extLst>
                  <a:ext uri="{FF2B5EF4-FFF2-40B4-BE49-F238E27FC236}">
                    <a16:creationId xmlns:a16="http://schemas.microsoft.com/office/drawing/2014/main" id="{6C161386-0983-D152-C374-B2F11BD767A9}"/>
                  </a:ext>
                </a:extLst>
              </p:cNvPr>
              <p:cNvSpPr>
                <a:spLocks noChangeArrowheads="1"/>
              </p:cNvSpPr>
              <p:nvPr/>
            </p:nvSpPr>
            <p:spPr bwMode="auto">
              <a:xfrm>
                <a:off x="2303"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7</a:t>
                </a:r>
              </a:p>
            </p:txBody>
          </p:sp>
          <p:sp>
            <p:nvSpPr>
              <p:cNvPr id="290872" name="Rectangle 56">
                <a:extLst>
                  <a:ext uri="{FF2B5EF4-FFF2-40B4-BE49-F238E27FC236}">
                    <a16:creationId xmlns:a16="http://schemas.microsoft.com/office/drawing/2014/main" id="{0EB9D12D-04FE-5E59-71A3-749C6548D349}"/>
                  </a:ext>
                </a:extLst>
              </p:cNvPr>
              <p:cNvSpPr>
                <a:spLocks noChangeArrowheads="1"/>
              </p:cNvSpPr>
              <p:nvPr/>
            </p:nvSpPr>
            <p:spPr bwMode="auto">
              <a:xfrm>
                <a:off x="2042"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5</a:t>
                </a:r>
              </a:p>
            </p:txBody>
          </p:sp>
          <p:sp>
            <p:nvSpPr>
              <p:cNvPr id="290873" name="Rectangle 57">
                <a:extLst>
                  <a:ext uri="{FF2B5EF4-FFF2-40B4-BE49-F238E27FC236}">
                    <a16:creationId xmlns:a16="http://schemas.microsoft.com/office/drawing/2014/main" id="{431EA8CD-771F-86FC-996D-549A464350C5}"/>
                  </a:ext>
                </a:extLst>
              </p:cNvPr>
              <p:cNvSpPr>
                <a:spLocks noChangeArrowheads="1"/>
              </p:cNvSpPr>
              <p:nvPr/>
            </p:nvSpPr>
            <p:spPr bwMode="auto">
              <a:xfrm>
                <a:off x="1782" y="1152"/>
                <a:ext cx="260"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1</a:t>
                </a:r>
              </a:p>
            </p:txBody>
          </p:sp>
          <p:sp>
            <p:nvSpPr>
              <p:cNvPr id="290874" name="Rectangle 58">
                <a:extLst>
                  <a:ext uri="{FF2B5EF4-FFF2-40B4-BE49-F238E27FC236}">
                    <a16:creationId xmlns:a16="http://schemas.microsoft.com/office/drawing/2014/main" id="{CF53B7A5-401E-8B54-DB22-E3640F8073F3}"/>
                  </a:ext>
                </a:extLst>
              </p:cNvPr>
              <p:cNvSpPr>
                <a:spLocks noChangeArrowheads="1"/>
              </p:cNvSpPr>
              <p:nvPr/>
            </p:nvSpPr>
            <p:spPr bwMode="auto">
              <a:xfrm>
                <a:off x="1522" y="1152"/>
                <a:ext cx="260"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4</a:t>
                </a:r>
              </a:p>
            </p:txBody>
          </p:sp>
          <p:sp>
            <p:nvSpPr>
              <p:cNvPr id="290875" name="Rectangle 59">
                <a:extLst>
                  <a:ext uri="{FF2B5EF4-FFF2-40B4-BE49-F238E27FC236}">
                    <a16:creationId xmlns:a16="http://schemas.microsoft.com/office/drawing/2014/main" id="{687E853F-4481-13AA-BBD1-F968953924B8}"/>
                  </a:ext>
                </a:extLst>
              </p:cNvPr>
              <p:cNvSpPr>
                <a:spLocks noChangeArrowheads="1"/>
              </p:cNvSpPr>
              <p:nvPr/>
            </p:nvSpPr>
            <p:spPr bwMode="auto">
              <a:xfrm>
                <a:off x="1261" y="1152"/>
                <a:ext cx="261"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6</a:t>
                </a:r>
              </a:p>
            </p:txBody>
          </p:sp>
          <p:sp>
            <p:nvSpPr>
              <p:cNvPr id="290876" name="Rectangle 60">
                <a:extLst>
                  <a:ext uri="{FF2B5EF4-FFF2-40B4-BE49-F238E27FC236}">
                    <a16:creationId xmlns:a16="http://schemas.microsoft.com/office/drawing/2014/main" id="{1BD71C52-72BC-60CF-3A97-96B30166590A}"/>
                  </a:ext>
                </a:extLst>
              </p:cNvPr>
              <p:cNvSpPr>
                <a:spLocks noChangeArrowheads="1"/>
              </p:cNvSpPr>
              <p:nvPr/>
            </p:nvSpPr>
            <p:spPr bwMode="auto">
              <a:xfrm>
                <a:off x="1001"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2</a:t>
                </a:r>
              </a:p>
            </p:txBody>
          </p:sp>
          <p:sp>
            <p:nvSpPr>
              <p:cNvPr id="290877" name="Rectangle 61">
                <a:extLst>
                  <a:ext uri="{FF2B5EF4-FFF2-40B4-BE49-F238E27FC236}">
                    <a16:creationId xmlns:a16="http://schemas.microsoft.com/office/drawing/2014/main" id="{532824D8-C415-51C7-2E44-A7417E791453}"/>
                  </a:ext>
                </a:extLst>
              </p:cNvPr>
              <p:cNvSpPr>
                <a:spLocks noChangeArrowheads="1"/>
              </p:cNvSpPr>
              <p:nvPr/>
            </p:nvSpPr>
            <p:spPr bwMode="auto">
              <a:xfrm>
                <a:off x="740"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3</a:t>
                </a:r>
              </a:p>
            </p:txBody>
          </p:sp>
          <p:sp>
            <p:nvSpPr>
              <p:cNvPr id="290878" name="Rectangle 62">
                <a:extLst>
                  <a:ext uri="{FF2B5EF4-FFF2-40B4-BE49-F238E27FC236}">
                    <a16:creationId xmlns:a16="http://schemas.microsoft.com/office/drawing/2014/main" id="{C096B8ED-CF4F-A108-A549-4A24F433781F}"/>
                  </a:ext>
                </a:extLst>
              </p:cNvPr>
              <p:cNvSpPr>
                <a:spLocks noChangeArrowheads="1"/>
              </p:cNvSpPr>
              <p:nvPr/>
            </p:nvSpPr>
            <p:spPr bwMode="auto">
              <a:xfrm>
                <a:off x="480"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3</a:t>
                </a:r>
              </a:p>
            </p:txBody>
          </p:sp>
          <p:sp>
            <p:nvSpPr>
              <p:cNvPr id="290879" name="Line 63">
                <a:extLst>
                  <a:ext uri="{FF2B5EF4-FFF2-40B4-BE49-F238E27FC236}">
                    <a16:creationId xmlns:a16="http://schemas.microsoft.com/office/drawing/2014/main" id="{4CBC2D10-BE3B-BEDB-D0ED-36B8E516AEB6}"/>
                  </a:ext>
                </a:extLst>
              </p:cNvPr>
              <p:cNvSpPr>
                <a:spLocks noChangeShapeType="1"/>
              </p:cNvSpPr>
              <p:nvPr/>
            </p:nvSpPr>
            <p:spPr bwMode="auto">
              <a:xfrm>
                <a:off x="480" y="1152"/>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80" name="Line 64">
                <a:extLst>
                  <a:ext uri="{FF2B5EF4-FFF2-40B4-BE49-F238E27FC236}">
                    <a16:creationId xmlns:a16="http://schemas.microsoft.com/office/drawing/2014/main" id="{344C76FD-A935-72AC-0D34-A53E304F71B4}"/>
                  </a:ext>
                </a:extLst>
              </p:cNvPr>
              <p:cNvSpPr>
                <a:spLocks noChangeShapeType="1"/>
              </p:cNvSpPr>
              <p:nvPr/>
            </p:nvSpPr>
            <p:spPr bwMode="auto">
              <a:xfrm>
                <a:off x="480" y="1419"/>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81" name="Line 65">
                <a:extLst>
                  <a:ext uri="{FF2B5EF4-FFF2-40B4-BE49-F238E27FC236}">
                    <a16:creationId xmlns:a16="http://schemas.microsoft.com/office/drawing/2014/main" id="{B1953390-3EFD-8330-3A95-81B8A61E1DF0}"/>
                  </a:ext>
                </a:extLst>
              </p:cNvPr>
              <p:cNvSpPr>
                <a:spLocks noChangeShapeType="1"/>
              </p:cNvSpPr>
              <p:nvPr/>
            </p:nvSpPr>
            <p:spPr bwMode="auto">
              <a:xfrm>
                <a:off x="480"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82" name="Line 66">
                <a:extLst>
                  <a:ext uri="{FF2B5EF4-FFF2-40B4-BE49-F238E27FC236}">
                    <a16:creationId xmlns:a16="http://schemas.microsoft.com/office/drawing/2014/main" id="{1D4DC0D9-ADF0-76C4-4C4B-01D9833236A5}"/>
                  </a:ext>
                </a:extLst>
              </p:cNvPr>
              <p:cNvSpPr>
                <a:spLocks noChangeShapeType="1"/>
              </p:cNvSpPr>
              <p:nvPr/>
            </p:nvSpPr>
            <p:spPr bwMode="auto">
              <a:xfrm>
                <a:off x="740"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83" name="Line 67">
                <a:extLst>
                  <a:ext uri="{FF2B5EF4-FFF2-40B4-BE49-F238E27FC236}">
                    <a16:creationId xmlns:a16="http://schemas.microsoft.com/office/drawing/2014/main" id="{7AEBE7BE-DA3B-6379-A6E8-2E2F5FB599EC}"/>
                  </a:ext>
                </a:extLst>
              </p:cNvPr>
              <p:cNvSpPr>
                <a:spLocks noChangeShapeType="1"/>
              </p:cNvSpPr>
              <p:nvPr/>
            </p:nvSpPr>
            <p:spPr bwMode="auto">
              <a:xfrm>
                <a:off x="100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84" name="Line 68">
                <a:extLst>
                  <a:ext uri="{FF2B5EF4-FFF2-40B4-BE49-F238E27FC236}">
                    <a16:creationId xmlns:a16="http://schemas.microsoft.com/office/drawing/2014/main" id="{CC556535-A359-7BAC-6559-11EB9E6D660F}"/>
                  </a:ext>
                </a:extLst>
              </p:cNvPr>
              <p:cNvSpPr>
                <a:spLocks noChangeShapeType="1"/>
              </p:cNvSpPr>
              <p:nvPr/>
            </p:nvSpPr>
            <p:spPr bwMode="auto">
              <a:xfrm>
                <a:off x="126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85" name="Line 69">
                <a:extLst>
                  <a:ext uri="{FF2B5EF4-FFF2-40B4-BE49-F238E27FC236}">
                    <a16:creationId xmlns:a16="http://schemas.microsoft.com/office/drawing/2014/main" id="{891F44CF-B93E-E1AC-31F1-EE3664239225}"/>
                  </a:ext>
                </a:extLst>
              </p:cNvPr>
              <p:cNvSpPr>
                <a:spLocks noChangeShapeType="1"/>
              </p:cNvSpPr>
              <p:nvPr/>
            </p:nvSpPr>
            <p:spPr bwMode="auto">
              <a:xfrm>
                <a:off x="152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86" name="Line 70">
                <a:extLst>
                  <a:ext uri="{FF2B5EF4-FFF2-40B4-BE49-F238E27FC236}">
                    <a16:creationId xmlns:a16="http://schemas.microsoft.com/office/drawing/2014/main" id="{555FD768-59E3-9209-A269-EF04041EEDEB}"/>
                  </a:ext>
                </a:extLst>
              </p:cNvPr>
              <p:cNvSpPr>
                <a:spLocks noChangeShapeType="1"/>
              </p:cNvSpPr>
              <p:nvPr/>
            </p:nvSpPr>
            <p:spPr bwMode="auto">
              <a:xfrm>
                <a:off x="178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87" name="Line 71">
                <a:extLst>
                  <a:ext uri="{FF2B5EF4-FFF2-40B4-BE49-F238E27FC236}">
                    <a16:creationId xmlns:a16="http://schemas.microsoft.com/office/drawing/2014/main" id="{2DD8AD54-295D-70B8-6461-99137D36488B}"/>
                  </a:ext>
                </a:extLst>
              </p:cNvPr>
              <p:cNvSpPr>
                <a:spLocks noChangeShapeType="1"/>
              </p:cNvSpPr>
              <p:nvPr/>
            </p:nvSpPr>
            <p:spPr bwMode="auto">
              <a:xfrm>
                <a:off x="204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88" name="Line 72">
                <a:extLst>
                  <a:ext uri="{FF2B5EF4-FFF2-40B4-BE49-F238E27FC236}">
                    <a16:creationId xmlns:a16="http://schemas.microsoft.com/office/drawing/2014/main" id="{5A635019-9D37-CD20-40EA-A30A25660580}"/>
                  </a:ext>
                </a:extLst>
              </p:cNvPr>
              <p:cNvSpPr>
                <a:spLocks noChangeShapeType="1"/>
              </p:cNvSpPr>
              <p:nvPr/>
            </p:nvSpPr>
            <p:spPr bwMode="auto">
              <a:xfrm>
                <a:off x="2303"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89" name="Line 73">
                <a:extLst>
                  <a:ext uri="{FF2B5EF4-FFF2-40B4-BE49-F238E27FC236}">
                    <a16:creationId xmlns:a16="http://schemas.microsoft.com/office/drawing/2014/main" id="{ED185E41-0012-5F0D-6674-B674F448C3C8}"/>
                  </a:ext>
                </a:extLst>
              </p:cNvPr>
              <p:cNvSpPr>
                <a:spLocks noChangeShapeType="1"/>
              </p:cNvSpPr>
              <p:nvPr/>
            </p:nvSpPr>
            <p:spPr bwMode="auto">
              <a:xfrm>
                <a:off x="2563"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90890" name="Text Box 74">
              <a:extLst>
                <a:ext uri="{FF2B5EF4-FFF2-40B4-BE49-F238E27FC236}">
                  <a16:creationId xmlns:a16="http://schemas.microsoft.com/office/drawing/2014/main" id="{67268ADA-42AA-1D05-86F2-FCB6392F7A16}"/>
                </a:ext>
              </a:extLst>
            </p:cNvPr>
            <p:cNvSpPr txBox="1">
              <a:spLocks noChangeArrowheads="1"/>
            </p:cNvSpPr>
            <p:nvPr/>
          </p:nvSpPr>
          <p:spPr bwMode="auto">
            <a:xfrm>
              <a:off x="3888" y="2649"/>
              <a:ext cx="15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a:t>
              </a:r>
            </a:p>
          </p:txBody>
        </p:sp>
        <p:sp>
          <p:nvSpPr>
            <p:cNvPr id="290891" name="Text Box 75">
              <a:extLst>
                <a:ext uri="{FF2B5EF4-FFF2-40B4-BE49-F238E27FC236}">
                  <a16:creationId xmlns:a16="http://schemas.microsoft.com/office/drawing/2014/main" id="{C6FF9FA2-F8B8-0587-1964-433E465C7402}"/>
                </a:ext>
              </a:extLst>
            </p:cNvPr>
            <p:cNvSpPr txBox="1">
              <a:spLocks noChangeArrowheads="1"/>
            </p:cNvSpPr>
            <p:nvPr/>
          </p:nvSpPr>
          <p:spPr bwMode="auto">
            <a:xfrm>
              <a:off x="4416" y="2649"/>
              <a:ext cx="15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j</a:t>
              </a:r>
            </a:p>
          </p:txBody>
        </p:sp>
        <p:sp>
          <p:nvSpPr>
            <p:cNvPr id="290892" name="Line 76">
              <a:extLst>
                <a:ext uri="{FF2B5EF4-FFF2-40B4-BE49-F238E27FC236}">
                  <a16:creationId xmlns:a16="http://schemas.microsoft.com/office/drawing/2014/main" id="{27828FDF-810C-056C-68A1-064695037441}"/>
                </a:ext>
              </a:extLst>
            </p:cNvPr>
            <p:cNvSpPr>
              <a:spLocks noChangeShapeType="1"/>
            </p:cNvSpPr>
            <p:nvPr/>
          </p:nvSpPr>
          <p:spPr bwMode="auto">
            <a:xfrm flipV="1">
              <a:off x="3962" y="2505"/>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93" name="Line 77">
              <a:extLst>
                <a:ext uri="{FF2B5EF4-FFF2-40B4-BE49-F238E27FC236}">
                  <a16:creationId xmlns:a16="http://schemas.microsoft.com/office/drawing/2014/main" id="{3BE81B5A-D4D5-A47B-3BB3-9470C6B1501A}"/>
                </a:ext>
              </a:extLst>
            </p:cNvPr>
            <p:cNvSpPr>
              <a:spLocks noChangeShapeType="1"/>
            </p:cNvSpPr>
            <p:nvPr/>
          </p:nvSpPr>
          <p:spPr bwMode="auto">
            <a:xfrm flipV="1">
              <a:off x="4490" y="2505"/>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90894" name="Group 78">
            <a:extLst>
              <a:ext uri="{FF2B5EF4-FFF2-40B4-BE49-F238E27FC236}">
                <a16:creationId xmlns:a16="http://schemas.microsoft.com/office/drawing/2014/main" id="{C5A9506E-8245-5727-7B75-78BDEFDD6C01}"/>
              </a:ext>
            </a:extLst>
          </p:cNvPr>
          <p:cNvGrpSpPr>
            <a:grpSpLocks/>
          </p:cNvGrpSpPr>
          <p:nvPr/>
        </p:nvGrpSpPr>
        <p:grpSpPr bwMode="auto">
          <a:xfrm>
            <a:off x="2133601" y="5330825"/>
            <a:ext cx="3306763" cy="1069975"/>
            <a:chOff x="384" y="3312"/>
            <a:chExt cx="2083" cy="674"/>
          </a:xfrm>
        </p:grpSpPr>
        <p:grpSp>
          <p:nvGrpSpPr>
            <p:cNvPr id="290895" name="Group 79">
              <a:extLst>
                <a:ext uri="{FF2B5EF4-FFF2-40B4-BE49-F238E27FC236}">
                  <a16:creationId xmlns:a16="http://schemas.microsoft.com/office/drawing/2014/main" id="{90314144-F2A3-39A8-E241-5AD3AE8D26D6}"/>
                </a:ext>
              </a:extLst>
            </p:cNvPr>
            <p:cNvGrpSpPr>
              <a:grpSpLocks/>
            </p:cNvGrpSpPr>
            <p:nvPr/>
          </p:nvGrpSpPr>
          <p:grpSpPr bwMode="auto">
            <a:xfrm>
              <a:off x="384" y="3312"/>
              <a:ext cx="2083" cy="267"/>
              <a:chOff x="480" y="1152"/>
              <a:chExt cx="2083" cy="267"/>
            </a:xfrm>
          </p:grpSpPr>
          <p:sp>
            <p:nvSpPr>
              <p:cNvPr id="290896" name="Rectangle 80">
                <a:extLst>
                  <a:ext uri="{FF2B5EF4-FFF2-40B4-BE49-F238E27FC236}">
                    <a16:creationId xmlns:a16="http://schemas.microsoft.com/office/drawing/2014/main" id="{ADBF9AEB-6A48-4ADF-507B-ED80442BD0F8}"/>
                  </a:ext>
                </a:extLst>
              </p:cNvPr>
              <p:cNvSpPr>
                <a:spLocks noChangeArrowheads="1"/>
              </p:cNvSpPr>
              <p:nvPr/>
            </p:nvSpPr>
            <p:spPr bwMode="auto">
              <a:xfrm>
                <a:off x="2303"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7</a:t>
                </a:r>
              </a:p>
            </p:txBody>
          </p:sp>
          <p:sp>
            <p:nvSpPr>
              <p:cNvPr id="290897" name="Rectangle 81">
                <a:extLst>
                  <a:ext uri="{FF2B5EF4-FFF2-40B4-BE49-F238E27FC236}">
                    <a16:creationId xmlns:a16="http://schemas.microsoft.com/office/drawing/2014/main" id="{81BAF9A6-55CC-FBCB-B87C-0760277A69ED}"/>
                  </a:ext>
                </a:extLst>
              </p:cNvPr>
              <p:cNvSpPr>
                <a:spLocks noChangeArrowheads="1"/>
              </p:cNvSpPr>
              <p:nvPr/>
            </p:nvSpPr>
            <p:spPr bwMode="auto">
              <a:xfrm>
                <a:off x="2042"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5</a:t>
                </a:r>
              </a:p>
            </p:txBody>
          </p:sp>
          <p:sp>
            <p:nvSpPr>
              <p:cNvPr id="290898" name="Rectangle 82">
                <a:extLst>
                  <a:ext uri="{FF2B5EF4-FFF2-40B4-BE49-F238E27FC236}">
                    <a16:creationId xmlns:a16="http://schemas.microsoft.com/office/drawing/2014/main" id="{094F2EBC-0346-4EFF-B68C-E07A782EE75D}"/>
                  </a:ext>
                </a:extLst>
              </p:cNvPr>
              <p:cNvSpPr>
                <a:spLocks noChangeArrowheads="1"/>
              </p:cNvSpPr>
              <p:nvPr/>
            </p:nvSpPr>
            <p:spPr bwMode="auto">
              <a:xfrm>
                <a:off x="1782"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6</a:t>
                </a:r>
              </a:p>
            </p:txBody>
          </p:sp>
          <p:sp>
            <p:nvSpPr>
              <p:cNvPr id="290899" name="Rectangle 83">
                <a:extLst>
                  <a:ext uri="{FF2B5EF4-FFF2-40B4-BE49-F238E27FC236}">
                    <a16:creationId xmlns:a16="http://schemas.microsoft.com/office/drawing/2014/main" id="{0120F2AA-FC97-C087-3FB4-3650D23813E3}"/>
                  </a:ext>
                </a:extLst>
              </p:cNvPr>
              <p:cNvSpPr>
                <a:spLocks noChangeArrowheads="1"/>
              </p:cNvSpPr>
              <p:nvPr/>
            </p:nvSpPr>
            <p:spPr bwMode="auto">
              <a:xfrm>
                <a:off x="1522" y="1152"/>
                <a:ext cx="260"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4</a:t>
                </a:r>
              </a:p>
            </p:txBody>
          </p:sp>
          <p:sp>
            <p:nvSpPr>
              <p:cNvPr id="290900" name="Rectangle 84">
                <a:extLst>
                  <a:ext uri="{FF2B5EF4-FFF2-40B4-BE49-F238E27FC236}">
                    <a16:creationId xmlns:a16="http://schemas.microsoft.com/office/drawing/2014/main" id="{F435B179-A9C9-83A2-7FAA-3426ACB3C3AC}"/>
                  </a:ext>
                </a:extLst>
              </p:cNvPr>
              <p:cNvSpPr>
                <a:spLocks noChangeArrowheads="1"/>
              </p:cNvSpPr>
              <p:nvPr/>
            </p:nvSpPr>
            <p:spPr bwMode="auto">
              <a:xfrm>
                <a:off x="1261"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1</a:t>
                </a:r>
              </a:p>
            </p:txBody>
          </p:sp>
          <p:sp>
            <p:nvSpPr>
              <p:cNvPr id="290901" name="Rectangle 85">
                <a:extLst>
                  <a:ext uri="{FF2B5EF4-FFF2-40B4-BE49-F238E27FC236}">
                    <a16:creationId xmlns:a16="http://schemas.microsoft.com/office/drawing/2014/main" id="{50B13F96-603F-5BD2-8509-2376B5CCD81C}"/>
                  </a:ext>
                </a:extLst>
              </p:cNvPr>
              <p:cNvSpPr>
                <a:spLocks noChangeArrowheads="1"/>
              </p:cNvSpPr>
              <p:nvPr/>
            </p:nvSpPr>
            <p:spPr bwMode="auto">
              <a:xfrm>
                <a:off x="1001"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2</a:t>
                </a:r>
              </a:p>
            </p:txBody>
          </p:sp>
          <p:sp>
            <p:nvSpPr>
              <p:cNvPr id="290902" name="Rectangle 86">
                <a:extLst>
                  <a:ext uri="{FF2B5EF4-FFF2-40B4-BE49-F238E27FC236}">
                    <a16:creationId xmlns:a16="http://schemas.microsoft.com/office/drawing/2014/main" id="{EBCB7D7B-C43F-8B8A-79B5-70F510542440}"/>
                  </a:ext>
                </a:extLst>
              </p:cNvPr>
              <p:cNvSpPr>
                <a:spLocks noChangeArrowheads="1"/>
              </p:cNvSpPr>
              <p:nvPr/>
            </p:nvSpPr>
            <p:spPr bwMode="auto">
              <a:xfrm>
                <a:off x="740"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3</a:t>
                </a:r>
              </a:p>
            </p:txBody>
          </p:sp>
          <p:sp>
            <p:nvSpPr>
              <p:cNvPr id="290903" name="Rectangle 87">
                <a:extLst>
                  <a:ext uri="{FF2B5EF4-FFF2-40B4-BE49-F238E27FC236}">
                    <a16:creationId xmlns:a16="http://schemas.microsoft.com/office/drawing/2014/main" id="{A9B21929-0386-074A-0290-3DA1D24613FE}"/>
                  </a:ext>
                </a:extLst>
              </p:cNvPr>
              <p:cNvSpPr>
                <a:spLocks noChangeArrowheads="1"/>
              </p:cNvSpPr>
              <p:nvPr/>
            </p:nvSpPr>
            <p:spPr bwMode="auto">
              <a:xfrm>
                <a:off x="480"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3</a:t>
                </a:r>
              </a:p>
            </p:txBody>
          </p:sp>
          <p:sp>
            <p:nvSpPr>
              <p:cNvPr id="290904" name="Line 88">
                <a:extLst>
                  <a:ext uri="{FF2B5EF4-FFF2-40B4-BE49-F238E27FC236}">
                    <a16:creationId xmlns:a16="http://schemas.microsoft.com/office/drawing/2014/main" id="{E43A7351-DD1E-4A3F-A9E9-48362D568483}"/>
                  </a:ext>
                </a:extLst>
              </p:cNvPr>
              <p:cNvSpPr>
                <a:spLocks noChangeShapeType="1"/>
              </p:cNvSpPr>
              <p:nvPr/>
            </p:nvSpPr>
            <p:spPr bwMode="auto">
              <a:xfrm>
                <a:off x="480" y="1152"/>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05" name="Line 89">
                <a:extLst>
                  <a:ext uri="{FF2B5EF4-FFF2-40B4-BE49-F238E27FC236}">
                    <a16:creationId xmlns:a16="http://schemas.microsoft.com/office/drawing/2014/main" id="{FD7E23DB-ADB3-F547-6157-5AFCBE97C25B}"/>
                  </a:ext>
                </a:extLst>
              </p:cNvPr>
              <p:cNvSpPr>
                <a:spLocks noChangeShapeType="1"/>
              </p:cNvSpPr>
              <p:nvPr/>
            </p:nvSpPr>
            <p:spPr bwMode="auto">
              <a:xfrm>
                <a:off x="480" y="1419"/>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06" name="Line 90">
                <a:extLst>
                  <a:ext uri="{FF2B5EF4-FFF2-40B4-BE49-F238E27FC236}">
                    <a16:creationId xmlns:a16="http://schemas.microsoft.com/office/drawing/2014/main" id="{CC18BDED-4CD7-1AA8-C76F-F60AE691C726}"/>
                  </a:ext>
                </a:extLst>
              </p:cNvPr>
              <p:cNvSpPr>
                <a:spLocks noChangeShapeType="1"/>
              </p:cNvSpPr>
              <p:nvPr/>
            </p:nvSpPr>
            <p:spPr bwMode="auto">
              <a:xfrm>
                <a:off x="480"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07" name="Line 91">
                <a:extLst>
                  <a:ext uri="{FF2B5EF4-FFF2-40B4-BE49-F238E27FC236}">
                    <a16:creationId xmlns:a16="http://schemas.microsoft.com/office/drawing/2014/main" id="{63480F08-2490-FBC4-2246-9EAEF14348A1}"/>
                  </a:ext>
                </a:extLst>
              </p:cNvPr>
              <p:cNvSpPr>
                <a:spLocks noChangeShapeType="1"/>
              </p:cNvSpPr>
              <p:nvPr/>
            </p:nvSpPr>
            <p:spPr bwMode="auto">
              <a:xfrm>
                <a:off x="740"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08" name="Line 92">
                <a:extLst>
                  <a:ext uri="{FF2B5EF4-FFF2-40B4-BE49-F238E27FC236}">
                    <a16:creationId xmlns:a16="http://schemas.microsoft.com/office/drawing/2014/main" id="{2803D2BA-7AF0-398C-F193-682A0064EC66}"/>
                  </a:ext>
                </a:extLst>
              </p:cNvPr>
              <p:cNvSpPr>
                <a:spLocks noChangeShapeType="1"/>
              </p:cNvSpPr>
              <p:nvPr/>
            </p:nvSpPr>
            <p:spPr bwMode="auto">
              <a:xfrm>
                <a:off x="100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09" name="Line 93">
                <a:extLst>
                  <a:ext uri="{FF2B5EF4-FFF2-40B4-BE49-F238E27FC236}">
                    <a16:creationId xmlns:a16="http://schemas.microsoft.com/office/drawing/2014/main" id="{0B5E1B13-35CB-0705-EFEA-1F1DB5B11F32}"/>
                  </a:ext>
                </a:extLst>
              </p:cNvPr>
              <p:cNvSpPr>
                <a:spLocks noChangeShapeType="1"/>
              </p:cNvSpPr>
              <p:nvPr/>
            </p:nvSpPr>
            <p:spPr bwMode="auto">
              <a:xfrm>
                <a:off x="126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10" name="Line 94">
                <a:extLst>
                  <a:ext uri="{FF2B5EF4-FFF2-40B4-BE49-F238E27FC236}">
                    <a16:creationId xmlns:a16="http://schemas.microsoft.com/office/drawing/2014/main" id="{B88FB8F1-FC1C-6EE2-BA7F-419B66307113}"/>
                  </a:ext>
                </a:extLst>
              </p:cNvPr>
              <p:cNvSpPr>
                <a:spLocks noChangeShapeType="1"/>
              </p:cNvSpPr>
              <p:nvPr/>
            </p:nvSpPr>
            <p:spPr bwMode="auto">
              <a:xfrm>
                <a:off x="152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11" name="Line 95">
                <a:extLst>
                  <a:ext uri="{FF2B5EF4-FFF2-40B4-BE49-F238E27FC236}">
                    <a16:creationId xmlns:a16="http://schemas.microsoft.com/office/drawing/2014/main" id="{1032FB36-A2B2-8321-34FA-4B6D776D4633}"/>
                  </a:ext>
                </a:extLst>
              </p:cNvPr>
              <p:cNvSpPr>
                <a:spLocks noChangeShapeType="1"/>
              </p:cNvSpPr>
              <p:nvPr/>
            </p:nvSpPr>
            <p:spPr bwMode="auto">
              <a:xfrm>
                <a:off x="178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12" name="Line 96">
                <a:extLst>
                  <a:ext uri="{FF2B5EF4-FFF2-40B4-BE49-F238E27FC236}">
                    <a16:creationId xmlns:a16="http://schemas.microsoft.com/office/drawing/2014/main" id="{07E6745C-04C0-FB99-BC77-81431F877548}"/>
                  </a:ext>
                </a:extLst>
              </p:cNvPr>
              <p:cNvSpPr>
                <a:spLocks noChangeShapeType="1"/>
              </p:cNvSpPr>
              <p:nvPr/>
            </p:nvSpPr>
            <p:spPr bwMode="auto">
              <a:xfrm>
                <a:off x="204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13" name="Line 97">
                <a:extLst>
                  <a:ext uri="{FF2B5EF4-FFF2-40B4-BE49-F238E27FC236}">
                    <a16:creationId xmlns:a16="http://schemas.microsoft.com/office/drawing/2014/main" id="{C67C30F4-D036-425C-7283-CBC96AF4B2F0}"/>
                  </a:ext>
                </a:extLst>
              </p:cNvPr>
              <p:cNvSpPr>
                <a:spLocks noChangeShapeType="1"/>
              </p:cNvSpPr>
              <p:nvPr/>
            </p:nvSpPr>
            <p:spPr bwMode="auto">
              <a:xfrm>
                <a:off x="2303"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14" name="Line 98">
                <a:extLst>
                  <a:ext uri="{FF2B5EF4-FFF2-40B4-BE49-F238E27FC236}">
                    <a16:creationId xmlns:a16="http://schemas.microsoft.com/office/drawing/2014/main" id="{B4AB8D96-24A2-C1E4-B166-51BB3A308D71}"/>
                  </a:ext>
                </a:extLst>
              </p:cNvPr>
              <p:cNvSpPr>
                <a:spLocks noChangeShapeType="1"/>
              </p:cNvSpPr>
              <p:nvPr/>
            </p:nvSpPr>
            <p:spPr bwMode="auto">
              <a:xfrm>
                <a:off x="2563"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90915" name="Text Box 99">
              <a:extLst>
                <a:ext uri="{FF2B5EF4-FFF2-40B4-BE49-F238E27FC236}">
                  <a16:creationId xmlns:a16="http://schemas.microsoft.com/office/drawing/2014/main" id="{3F8A9CB5-3F20-6441-BE9B-CC0017C8A65A}"/>
                </a:ext>
              </a:extLst>
            </p:cNvPr>
            <p:cNvSpPr txBox="1">
              <a:spLocks noChangeArrowheads="1"/>
            </p:cNvSpPr>
            <p:nvPr/>
          </p:nvSpPr>
          <p:spPr bwMode="auto">
            <a:xfrm>
              <a:off x="1200" y="3753"/>
              <a:ext cx="15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a:t>
              </a:r>
            </a:p>
          </p:txBody>
        </p:sp>
        <p:sp>
          <p:nvSpPr>
            <p:cNvPr id="290916" name="Text Box 100">
              <a:extLst>
                <a:ext uri="{FF2B5EF4-FFF2-40B4-BE49-F238E27FC236}">
                  <a16:creationId xmlns:a16="http://schemas.microsoft.com/office/drawing/2014/main" id="{08AACE23-FCA8-0E7C-5B1F-5D4A0D102516}"/>
                </a:ext>
              </a:extLst>
            </p:cNvPr>
            <p:cNvSpPr txBox="1">
              <a:spLocks noChangeArrowheads="1"/>
            </p:cNvSpPr>
            <p:nvPr/>
          </p:nvSpPr>
          <p:spPr bwMode="auto">
            <a:xfrm>
              <a:off x="1728" y="3753"/>
              <a:ext cx="15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j</a:t>
              </a:r>
            </a:p>
          </p:txBody>
        </p:sp>
        <p:sp>
          <p:nvSpPr>
            <p:cNvPr id="290917" name="Line 101">
              <a:extLst>
                <a:ext uri="{FF2B5EF4-FFF2-40B4-BE49-F238E27FC236}">
                  <a16:creationId xmlns:a16="http://schemas.microsoft.com/office/drawing/2014/main" id="{DBEC4D81-EE4C-DF70-4769-69343EB1223C}"/>
                </a:ext>
              </a:extLst>
            </p:cNvPr>
            <p:cNvSpPr>
              <a:spLocks noChangeShapeType="1"/>
            </p:cNvSpPr>
            <p:nvPr/>
          </p:nvSpPr>
          <p:spPr bwMode="auto">
            <a:xfrm flipV="1">
              <a:off x="1274" y="3609"/>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18" name="Line 102">
              <a:extLst>
                <a:ext uri="{FF2B5EF4-FFF2-40B4-BE49-F238E27FC236}">
                  <a16:creationId xmlns:a16="http://schemas.microsoft.com/office/drawing/2014/main" id="{97226FD4-016C-E76A-57AA-72B92D7F8052}"/>
                </a:ext>
              </a:extLst>
            </p:cNvPr>
            <p:cNvSpPr>
              <a:spLocks noChangeShapeType="1"/>
            </p:cNvSpPr>
            <p:nvPr/>
          </p:nvSpPr>
          <p:spPr bwMode="auto">
            <a:xfrm flipV="1">
              <a:off x="1802" y="3609"/>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90919" name="Group 103">
            <a:extLst>
              <a:ext uri="{FF2B5EF4-FFF2-40B4-BE49-F238E27FC236}">
                <a16:creationId xmlns:a16="http://schemas.microsoft.com/office/drawing/2014/main" id="{D142A06B-A9BA-5F4E-063F-35DA70C5AF6C}"/>
              </a:ext>
            </a:extLst>
          </p:cNvPr>
          <p:cNvGrpSpPr>
            <a:grpSpLocks/>
          </p:cNvGrpSpPr>
          <p:nvPr/>
        </p:nvGrpSpPr>
        <p:grpSpPr bwMode="auto">
          <a:xfrm>
            <a:off x="1828801" y="1749425"/>
            <a:ext cx="3890963" cy="1755775"/>
            <a:chOff x="192" y="720"/>
            <a:chExt cx="2451" cy="1106"/>
          </a:xfrm>
        </p:grpSpPr>
        <p:grpSp>
          <p:nvGrpSpPr>
            <p:cNvPr id="290920" name="Group 104">
              <a:extLst>
                <a:ext uri="{FF2B5EF4-FFF2-40B4-BE49-F238E27FC236}">
                  <a16:creationId xmlns:a16="http://schemas.microsoft.com/office/drawing/2014/main" id="{D723885B-EAE8-62FE-A453-77229B7FBA2A}"/>
                </a:ext>
              </a:extLst>
            </p:cNvPr>
            <p:cNvGrpSpPr>
              <a:grpSpLocks/>
            </p:cNvGrpSpPr>
            <p:nvPr/>
          </p:nvGrpSpPr>
          <p:grpSpPr bwMode="auto">
            <a:xfrm>
              <a:off x="384" y="1152"/>
              <a:ext cx="2083" cy="267"/>
              <a:chOff x="480" y="1152"/>
              <a:chExt cx="2083" cy="267"/>
            </a:xfrm>
          </p:grpSpPr>
          <p:sp>
            <p:nvSpPr>
              <p:cNvPr id="290921" name="Rectangle 105">
                <a:extLst>
                  <a:ext uri="{FF2B5EF4-FFF2-40B4-BE49-F238E27FC236}">
                    <a16:creationId xmlns:a16="http://schemas.microsoft.com/office/drawing/2014/main" id="{9AB3BD5D-580A-3610-E732-2417E576C63B}"/>
                  </a:ext>
                </a:extLst>
              </p:cNvPr>
              <p:cNvSpPr>
                <a:spLocks noChangeArrowheads="1"/>
              </p:cNvSpPr>
              <p:nvPr/>
            </p:nvSpPr>
            <p:spPr bwMode="auto">
              <a:xfrm>
                <a:off x="2303" y="1152"/>
                <a:ext cx="260"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7</a:t>
                </a:r>
              </a:p>
            </p:txBody>
          </p:sp>
          <p:sp>
            <p:nvSpPr>
              <p:cNvPr id="290922" name="Rectangle 106">
                <a:extLst>
                  <a:ext uri="{FF2B5EF4-FFF2-40B4-BE49-F238E27FC236}">
                    <a16:creationId xmlns:a16="http://schemas.microsoft.com/office/drawing/2014/main" id="{FB0BB286-2D83-5D5D-54B1-7D065B1FB1AD}"/>
                  </a:ext>
                </a:extLst>
              </p:cNvPr>
              <p:cNvSpPr>
                <a:spLocks noChangeArrowheads="1"/>
              </p:cNvSpPr>
              <p:nvPr/>
            </p:nvSpPr>
            <p:spPr bwMode="auto">
              <a:xfrm>
                <a:off x="2042" y="1152"/>
                <a:ext cx="261"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3</a:t>
                </a:r>
              </a:p>
            </p:txBody>
          </p:sp>
          <p:sp>
            <p:nvSpPr>
              <p:cNvPr id="290923" name="Rectangle 107">
                <a:extLst>
                  <a:ext uri="{FF2B5EF4-FFF2-40B4-BE49-F238E27FC236}">
                    <a16:creationId xmlns:a16="http://schemas.microsoft.com/office/drawing/2014/main" id="{61C38046-7378-D9A2-6673-09A834CE1752}"/>
                  </a:ext>
                </a:extLst>
              </p:cNvPr>
              <p:cNvSpPr>
                <a:spLocks noChangeArrowheads="1"/>
              </p:cNvSpPr>
              <p:nvPr/>
            </p:nvSpPr>
            <p:spPr bwMode="auto">
              <a:xfrm>
                <a:off x="1782" y="1152"/>
                <a:ext cx="260"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1</a:t>
                </a:r>
              </a:p>
            </p:txBody>
          </p:sp>
          <p:sp>
            <p:nvSpPr>
              <p:cNvPr id="290924" name="Rectangle 108">
                <a:extLst>
                  <a:ext uri="{FF2B5EF4-FFF2-40B4-BE49-F238E27FC236}">
                    <a16:creationId xmlns:a16="http://schemas.microsoft.com/office/drawing/2014/main" id="{B39CE0FE-7203-55CD-ABCD-B70592BF969C}"/>
                  </a:ext>
                </a:extLst>
              </p:cNvPr>
              <p:cNvSpPr>
                <a:spLocks noChangeArrowheads="1"/>
              </p:cNvSpPr>
              <p:nvPr/>
            </p:nvSpPr>
            <p:spPr bwMode="auto">
              <a:xfrm>
                <a:off x="1522" y="1152"/>
                <a:ext cx="260"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4</a:t>
                </a:r>
              </a:p>
            </p:txBody>
          </p:sp>
          <p:sp>
            <p:nvSpPr>
              <p:cNvPr id="290925" name="Rectangle 109">
                <a:extLst>
                  <a:ext uri="{FF2B5EF4-FFF2-40B4-BE49-F238E27FC236}">
                    <a16:creationId xmlns:a16="http://schemas.microsoft.com/office/drawing/2014/main" id="{E1CB8D4A-E480-7034-162A-5F106F5F6065}"/>
                  </a:ext>
                </a:extLst>
              </p:cNvPr>
              <p:cNvSpPr>
                <a:spLocks noChangeArrowheads="1"/>
              </p:cNvSpPr>
              <p:nvPr/>
            </p:nvSpPr>
            <p:spPr bwMode="auto">
              <a:xfrm>
                <a:off x="1261" y="1152"/>
                <a:ext cx="261"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6</a:t>
                </a:r>
              </a:p>
            </p:txBody>
          </p:sp>
          <p:sp>
            <p:nvSpPr>
              <p:cNvPr id="290926" name="Rectangle 110">
                <a:extLst>
                  <a:ext uri="{FF2B5EF4-FFF2-40B4-BE49-F238E27FC236}">
                    <a16:creationId xmlns:a16="http://schemas.microsoft.com/office/drawing/2014/main" id="{60EED3B2-223C-A6A3-C117-ACC58DC7C134}"/>
                  </a:ext>
                </a:extLst>
              </p:cNvPr>
              <p:cNvSpPr>
                <a:spLocks noChangeArrowheads="1"/>
              </p:cNvSpPr>
              <p:nvPr/>
            </p:nvSpPr>
            <p:spPr bwMode="auto">
              <a:xfrm>
                <a:off x="1001" y="1152"/>
                <a:ext cx="260"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2</a:t>
                </a:r>
              </a:p>
            </p:txBody>
          </p:sp>
          <p:sp>
            <p:nvSpPr>
              <p:cNvPr id="290927" name="Rectangle 111">
                <a:extLst>
                  <a:ext uri="{FF2B5EF4-FFF2-40B4-BE49-F238E27FC236}">
                    <a16:creationId xmlns:a16="http://schemas.microsoft.com/office/drawing/2014/main" id="{8F157C94-7C8A-0B4A-555D-01A68342EAD6}"/>
                  </a:ext>
                </a:extLst>
              </p:cNvPr>
              <p:cNvSpPr>
                <a:spLocks noChangeArrowheads="1"/>
              </p:cNvSpPr>
              <p:nvPr/>
            </p:nvSpPr>
            <p:spPr bwMode="auto">
              <a:xfrm>
                <a:off x="740" y="1152"/>
                <a:ext cx="261"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3</a:t>
                </a:r>
              </a:p>
            </p:txBody>
          </p:sp>
          <p:sp>
            <p:nvSpPr>
              <p:cNvPr id="290928" name="Rectangle 112">
                <a:extLst>
                  <a:ext uri="{FF2B5EF4-FFF2-40B4-BE49-F238E27FC236}">
                    <a16:creationId xmlns:a16="http://schemas.microsoft.com/office/drawing/2014/main" id="{537BF391-DF54-7A3A-7D4B-CA51273BAAAD}"/>
                  </a:ext>
                </a:extLst>
              </p:cNvPr>
              <p:cNvSpPr>
                <a:spLocks noChangeArrowheads="1"/>
              </p:cNvSpPr>
              <p:nvPr/>
            </p:nvSpPr>
            <p:spPr bwMode="auto">
              <a:xfrm>
                <a:off x="480" y="1152"/>
                <a:ext cx="260" cy="26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5</a:t>
                </a:r>
              </a:p>
            </p:txBody>
          </p:sp>
          <p:sp>
            <p:nvSpPr>
              <p:cNvPr id="290929" name="Line 113">
                <a:extLst>
                  <a:ext uri="{FF2B5EF4-FFF2-40B4-BE49-F238E27FC236}">
                    <a16:creationId xmlns:a16="http://schemas.microsoft.com/office/drawing/2014/main" id="{3BA36C21-7B0E-7B6C-171A-371785503B40}"/>
                  </a:ext>
                </a:extLst>
              </p:cNvPr>
              <p:cNvSpPr>
                <a:spLocks noChangeShapeType="1"/>
              </p:cNvSpPr>
              <p:nvPr/>
            </p:nvSpPr>
            <p:spPr bwMode="auto">
              <a:xfrm>
                <a:off x="480" y="1152"/>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30" name="Line 114">
                <a:extLst>
                  <a:ext uri="{FF2B5EF4-FFF2-40B4-BE49-F238E27FC236}">
                    <a16:creationId xmlns:a16="http://schemas.microsoft.com/office/drawing/2014/main" id="{8FC71C43-45A9-1270-213C-63637B564332}"/>
                  </a:ext>
                </a:extLst>
              </p:cNvPr>
              <p:cNvSpPr>
                <a:spLocks noChangeShapeType="1"/>
              </p:cNvSpPr>
              <p:nvPr/>
            </p:nvSpPr>
            <p:spPr bwMode="auto">
              <a:xfrm>
                <a:off x="480" y="1419"/>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31" name="Line 115">
                <a:extLst>
                  <a:ext uri="{FF2B5EF4-FFF2-40B4-BE49-F238E27FC236}">
                    <a16:creationId xmlns:a16="http://schemas.microsoft.com/office/drawing/2014/main" id="{9AFCD5E8-14B5-E522-F5AB-29D4133F247D}"/>
                  </a:ext>
                </a:extLst>
              </p:cNvPr>
              <p:cNvSpPr>
                <a:spLocks noChangeShapeType="1"/>
              </p:cNvSpPr>
              <p:nvPr/>
            </p:nvSpPr>
            <p:spPr bwMode="auto">
              <a:xfrm>
                <a:off x="480"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32" name="Line 116">
                <a:extLst>
                  <a:ext uri="{FF2B5EF4-FFF2-40B4-BE49-F238E27FC236}">
                    <a16:creationId xmlns:a16="http://schemas.microsoft.com/office/drawing/2014/main" id="{C5435565-3BA8-761E-53DE-3ABEBFE6EC54}"/>
                  </a:ext>
                </a:extLst>
              </p:cNvPr>
              <p:cNvSpPr>
                <a:spLocks noChangeShapeType="1"/>
              </p:cNvSpPr>
              <p:nvPr/>
            </p:nvSpPr>
            <p:spPr bwMode="auto">
              <a:xfrm>
                <a:off x="740"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33" name="Line 117">
                <a:extLst>
                  <a:ext uri="{FF2B5EF4-FFF2-40B4-BE49-F238E27FC236}">
                    <a16:creationId xmlns:a16="http://schemas.microsoft.com/office/drawing/2014/main" id="{24C2593E-28C9-48CB-4CFC-3C10EA618113}"/>
                  </a:ext>
                </a:extLst>
              </p:cNvPr>
              <p:cNvSpPr>
                <a:spLocks noChangeShapeType="1"/>
              </p:cNvSpPr>
              <p:nvPr/>
            </p:nvSpPr>
            <p:spPr bwMode="auto">
              <a:xfrm>
                <a:off x="100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34" name="Line 118">
                <a:extLst>
                  <a:ext uri="{FF2B5EF4-FFF2-40B4-BE49-F238E27FC236}">
                    <a16:creationId xmlns:a16="http://schemas.microsoft.com/office/drawing/2014/main" id="{5BDD6CC5-4ECC-E045-94B5-A377428EC38E}"/>
                  </a:ext>
                </a:extLst>
              </p:cNvPr>
              <p:cNvSpPr>
                <a:spLocks noChangeShapeType="1"/>
              </p:cNvSpPr>
              <p:nvPr/>
            </p:nvSpPr>
            <p:spPr bwMode="auto">
              <a:xfrm>
                <a:off x="126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35" name="Line 119">
                <a:extLst>
                  <a:ext uri="{FF2B5EF4-FFF2-40B4-BE49-F238E27FC236}">
                    <a16:creationId xmlns:a16="http://schemas.microsoft.com/office/drawing/2014/main" id="{9FE24706-BC75-2AE3-B9AD-E02E3EEB9CA9}"/>
                  </a:ext>
                </a:extLst>
              </p:cNvPr>
              <p:cNvSpPr>
                <a:spLocks noChangeShapeType="1"/>
              </p:cNvSpPr>
              <p:nvPr/>
            </p:nvSpPr>
            <p:spPr bwMode="auto">
              <a:xfrm>
                <a:off x="152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36" name="Line 120">
                <a:extLst>
                  <a:ext uri="{FF2B5EF4-FFF2-40B4-BE49-F238E27FC236}">
                    <a16:creationId xmlns:a16="http://schemas.microsoft.com/office/drawing/2014/main" id="{FC469EE2-AA60-5066-5FFD-49258F1A9EAF}"/>
                  </a:ext>
                </a:extLst>
              </p:cNvPr>
              <p:cNvSpPr>
                <a:spLocks noChangeShapeType="1"/>
              </p:cNvSpPr>
              <p:nvPr/>
            </p:nvSpPr>
            <p:spPr bwMode="auto">
              <a:xfrm>
                <a:off x="178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37" name="Line 121">
                <a:extLst>
                  <a:ext uri="{FF2B5EF4-FFF2-40B4-BE49-F238E27FC236}">
                    <a16:creationId xmlns:a16="http://schemas.microsoft.com/office/drawing/2014/main" id="{6C6A6DE6-1C26-3B55-B2A5-0B749797C142}"/>
                  </a:ext>
                </a:extLst>
              </p:cNvPr>
              <p:cNvSpPr>
                <a:spLocks noChangeShapeType="1"/>
              </p:cNvSpPr>
              <p:nvPr/>
            </p:nvSpPr>
            <p:spPr bwMode="auto">
              <a:xfrm>
                <a:off x="204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38" name="Line 122">
                <a:extLst>
                  <a:ext uri="{FF2B5EF4-FFF2-40B4-BE49-F238E27FC236}">
                    <a16:creationId xmlns:a16="http://schemas.microsoft.com/office/drawing/2014/main" id="{CDBD03B4-16E4-6F22-B176-3C5F53373E5E}"/>
                  </a:ext>
                </a:extLst>
              </p:cNvPr>
              <p:cNvSpPr>
                <a:spLocks noChangeShapeType="1"/>
              </p:cNvSpPr>
              <p:nvPr/>
            </p:nvSpPr>
            <p:spPr bwMode="auto">
              <a:xfrm>
                <a:off x="2303"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39" name="Line 123">
                <a:extLst>
                  <a:ext uri="{FF2B5EF4-FFF2-40B4-BE49-F238E27FC236}">
                    <a16:creationId xmlns:a16="http://schemas.microsoft.com/office/drawing/2014/main" id="{A4D679C2-1F16-CB00-5C06-BF5C16852DC3}"/>
                  </a:ext>
                </a:extLst>
              </p:cNvPr>
              <p:cNvSpPr>
                <a:spLocks noChangeShapeType="1"/>
              </p:cNvSpPr>
              <p:nvPr/>
            </p:nvSpPr>
            <p:spPr bwMode="auto">
              <a:xfrm>
                <a:off x="2563"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90940" name="Text Box 124">
              <a:extLst>
                <a:ext uri="{FF2B5EF4-FFF2-40B4-BE49-F238E27FC236}">
                  <a16:creationId xmlns:a16="http://schemas.microsoft.com/office/drawing/2014/main" id="{E4AC6CA8-9D44-E157-0AE7-0DC24C5278A8}"/>
                </a:ext>
              </a:extLst>
            </p:cNvPr>
            <p:cNvSpPr txBox="1">
              <a:spLocks noChangeArrowheads="1"/>
            </p:cNvSpPr>
            <p:nvPr/>
          </p:nvSpPr>
          <p:spPr bwMode="auto">
            <a:xfrm>
              <a:off x="192" y="1593"/>
              <a:ext cx="15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a:t>
              </a:r>
            </a:p>
          </p:txBody>
        </p:sp>
        <p:sp>
          <p:nvSpPr>
            <p:cNvPr id="290941" name="Text Box 125">
              <a:extLst>
                <a:ext uri="{FF2B5EF4-FFF2-40B4-BE49-F238E27FC236}">
                  <a16:creationId xmlns:a16="http://schemas.microsoft.com/office/drawing/2014/main" id="{822E7553-9461-5490-B01B-A8B16C5D39F5}"/>
                </a:ext>
              </a:extLst>
            </p:cNvPr>
            <p:cNvSpPr txBox="1">
              <a:spLocks noChangeArrowheads="1"/>
            </p:cNvSpPr>
            <p:nvPr/>
          </p:nvSpPr>
          <p:spPr bwMode="auto">
            <a:xfrm>
              <a:off x="2492" y="1593"/>
              <a:ext cx="15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j</a:t>
              </a:r>
            </a:p>
          </p:txBody>
        </p:sp>
        <p:sp>
          <p:nvSpPr>
            <p:cNvPr id="290942" name="Line 126">
              <a:extLst>
                <a:ext uri="{FF2B5EF4-FFF2-40B4-BE49-F238E27FC236}">
                  <a16:creationId xmlns:a16="http://schemas.microsoft.com/office/drawing/2014/main" id="{3AB824B7-B781-6AE3-B3FD-16FE60AABDB9}"/>
                </a:ext>
              </a:extLst>
            </p:cNvPr>
            <p:cNvSpPr>
              <a:spLocks noChangeShapeType="1"/>
            </p:cNvSpPr>
            <p:nvPr/>
          </p:nvSpPr>
          <p:spPr bwMode="auto">
            <a:xfrm flipV="1">
              <a:off x="266" y="1449"/>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43" name="Line 127">
              <a:extLst>
                <a:ext uri="{FF2B5EF4-FFF2-40B4-BE49-F238E27FC236}">
                  <a16:creationId xmlns:a16="http://schemas.microsoft.com/office/drawing/2014/main" id="{81CBF2DC-5175-F341-2ABD-4C24FDC7D8CB}"/>
                </a:ext>
              </a:extLst>
            </p:cNvPr>
            <p:cNvSpPr>
              <a:spLocks noChangeShapeType="1"/>
            </p:cNvSpPr>
            <p:nvPr/>
          </p:nvSpPr>
          <p:spPr bwMode="auto">
            <a:xfrm flipV="1">
              <a:off x="2566" y="1449"/>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44" name="AutoShape 128">
              <a:extLst>
                <a:ext uri="{FF2B5EF4-FFF2-40B4-BE49-F238E27FC236}">
                  <a16:creationId xmlns:a16="http://schemas.microsoft.com/office/drawing/2014/main" id="{A45632E1-F939-8021-0ECA-27A59EDCC0AC}"/>
                </a:ext>
              </a:extLst>
            </p:cNvPr>
            <p:cNvSpPr>
              <a:spLocks/>
            </p:cNvSpPr>
            <p:nvPr/>
          </p:nvSpPr>
          <p:spPr bwMode="auto">
            <a:xfrm rot="5400000">
              <a:off x="1368" y="-24"/>
              <a:ext cx="96" cy="2064"/>
            </a:xfrm>
            <a:prstGeom prst="leftBrace">
              <a:avLst>
                <a:gd name="adj1" fmla="val 1791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0945" name="Text Box 129">
              <a:extLst>
                <a:ext uri="{FF2B5EF4-FFF2-40B4-BE49-F238E27FC236}">
                  <a16:creationId xmlns:a16="http://schemas.microsoft.com/office/drawing/2014/main" id="{BCA5EC91-5ECC-6CB9-5764-0F08EABE02DE}"/>
                </a:ext>
              </a:extLst>
            </p:cNvPr>
            <p:cNvSpPr txBox="1">
              <a:spLocks noChangeArrowheads="1"/>
            </p:cNvSpPr>
            <p:nvPr/>
          </p:nvSpPr>
          <p:spPr bwMode="auto">
            <a:xfrm>
              <a:off x="1152" y="720"/>
              <a:ext cx="5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A[p…r]</a:t>
              </a:r>
            </a:p>
          </p:txBody>
        </p:sp>
      </p:grpSp>
      <p:grpSp>
        <p:nvGrpSpPr>
          <p:cNvPr id="290946" name="Group 130">
            <a:extLst>
              <a:ext uri="{FF2B5EF4-FFF2-40B4-BE49-F238E27FC236}">
                <a16:creationId xmlns:a16="http://schemas.microsoft.com/office/drawing/2014/main" id="{6920BEAB-6E57-774B-D37A-89B083E5A535}"/>
              </a:ext>
            </a:extLst>
          </p:cNvPr>
          <p:cNvGrpSpPr>
            <a:grpSpLocks/>
          </p:cNvGrpSpPr>
          <p:nvPr/>
        </p:nvGrpSpPr>
        <p:grpSpPr bwMode="auto">
          <a:xfrm>
            <a:off x="6400800" y="4645025"/>
            <a:ext cx="3352800" cy="1755775"/>
            <a:chOff x="3072" y="2880"/>
            <a:chExt cx="2112" cy="1106"/>
          </a:xfrm>
        </p:grpSpPr>
        <p:grpSp>
          <p:nvGrpSpPr>
            <p:cNvPr id="290947" name="Group 131">
              <a:extLst>
                <a:ext uri="{FF2B5EF4-FFF2-40B4-BE49-F238E27FC236}">
                  <a16:creationId xmlns:a16="http://schemas.microsoft.com/office/drawing/2014/main" id="{59BF068C-2636-E3E4-39E0-A7F1F4D2D11D}"/>
                </a:ext>
              </a:extLst>
            </p:cNvPr>
            <p:cNvGrpSpPr>
              <a:grpSpLocks/>
            </p:cNvGrpSpPr>
            <p:nvPr/>
          </p:nvGrpSpPr>
          <p:grpSpPr bwMode="auto">
            <a:xfrm>
              <a:off x="3101" y="3312"/>
              <a:ext cx="2083" cy="267"/>
              <a:chOff x="480" y="1152"/>
              <a:chExt cx="2083" cy="267"/>
            </a:xfrm>
          </p:grpSpPr>
          <p:sp>
            <p:nvSpPr>
              <p:cNvPr id="290948" name="Rectangle 132">
                <a:extLst>
                  <a:ext uri="{FF2B5EF4-FFF2-40B4-BE49-F238E27FC236}">
                    <a16:creationId xmlns:a16="http://schemas.microsoft.com/office/drawing/2014/main" id="{739D1FF3-89B4-6F51-8C14-25FD06D94D21}"/>
                  </a:ext>
                </a:extLst>
              </p:cNvPr>
              <p:cNvSpPr>
                <a:spLocks noChangeArrowheads="1"/>
              </p:cNvSpPr>
              <p:nvPr/>
            </p:nvSpPr>
            <p:spPr bwMode="auto">
              <a:xfrm>
                <a:off x="2303"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7</a:t>
                </a:r>
              </a:p>
            </p:txBody>
          </p:sp>
          <p:sp>
            <p:nvSpPr>
              <p:cNvPr id="290949" name="Rectangle 133">
                <a:extLst>
                  <a:ext uri="{FF2B5EF4-FFF2-40B4-BE49-F238E27FC236}">
                    <a16:creationId xmlns:a16="http://schemas.microsoft.com/office/drawing/2014/main" id="{C318382F-9609-AF8D-1345-4BA37C80CADE}"/>
                  </a:ext>
                </a:extLst>
              </p:cNvPr>
              <p:cNvSpPr>
                <a:spLocks noChangeArrowheads="1"/>
              </p:cNvSpPr>
              <p:nvPr/>
            </p:nvSpPr>
            <p:spPr bwMode="auto">
              <a:xfrm>
                <a:off x="2042"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5</a:t>
                </a:r>
              </a:p>
            </p:txBody>
          </p:sp>
          <p:sp>
            <p:nvSpPr>
              <p:cNvPr id="290950" name="Rectangle 134">
                <a:extLst>
                  <a:ext uri="{FF2B5EF4-FFF2-40B4-BE49-F238E27FC236}">
                    <a16:creationId xmlns:a16="http://schemas.microsoft.com/office/drawing/2014/main" id="{D75EEC3D-6BAC-7F5D-EC79-6FFF880CC20E}"/>
                  </a:ext>
                </a:extLst>
              </p:cNvPr>
              <p:cNvSpPr>
                <a:spLocks noChangeArrowheads="1"/>
              </p:cNvSpPr>
              <p:nvPr/>
            </p:nvSpPr>
            <p:spPr bwMode="auto">
              <a:xfrm>
                <a:off x="1782"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6</a:t>
                </a:r>
              </a:p>
            </p:txBody>
          </p:sp>
          <p:sp>
            <p:nvSpPr>
              <p:cNvPr id="290951" name="Rectangle 135">
                <a:extLst>
                  <a:ext uri="{FF2B5EF4-FFF2-40B4-BE49-F238E27FC236}">
                    <a16:creationId xmlns:a16="http://schemas.microsoft.com/office/drawing/2014/main" id="{65A51A04-F134-D316-F686-9C3798022817}"/>
                  </a:ext>
                </a:extLst>
              </p:cNvPr>
              <p:cNvSpPr>
                <a:spLocks noChangeArrowheads="1"/>
              </p:cNvSpPr>
              <p:nvPr/>
            </p:nvSpPr>
            <p:spPr bwMode="auto">
              <a:xfrm>
                <a:off x="1522"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4</a:t>
                </a:r>
              </a:p>
            </p:txBody>
          </p:sp>
          <p:sp>
            <p:nvSpPr>
              <p:cNvPr id="290952" name="Rectangle 136">
                <a:extLst>
                  <a:ext uri="{FF2B5EF4-FFF2-40B4-BE49-F238E27FC236}">
                    <a16:creationId xmlns:a16="http://schemas.microsoft.com/office/drawing/2014/main" id="{8A669AA4-BF0D-E4A7-A1B4-CB0EFF07751C}"/>
                  </a:ext>
                </a:extLst>
              </p:cNvPr>
              <p:cNvSpPr>
                <a:spLocks noChangeArrowheads="1"/>
              </p:cNvSpPr>
              <p:nvPr/>
            </p:nvSpPr>
            <p:spPr bwMode="auto">
              <a:xfrm>
                <a:off x="1261"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1</a:t>
                </a:r>
              </a:p>
            </p:txBody>
          </p:sp>
          <p:sp>
            <p:nvSpPr>
              <p:cNvPr id="290953" name="Rectangle 137">
                <a:extLst>
                  <a:ext uri="{FF2B5EF4-FFF2-40B4-BE49-F238E27FC236}">
                    <a16:creationId xmlns:a16="http://schemas.microsoft.com/office/drawing/2014/main" id="{580BD416-0688-0141-7BE7-827D83A20C2C}"/>
                  </a:ext>
                </a:extLst>
              </p:cNvPr>
              <p:cNvSpPr>
                <a:spLocks noChangeArrowheads="1"/>
              </p:cNvSpPr>
              <p:nvPr/>
            </p:nvSpPr>
            <p:spPr bwMode="auto">
              <a:xfrm>
                <a:off x="1001"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2</a:t>
                </a:r>
              </a:p>
            </p:txBody>
          </p:sp>
          <p:sp>
            <p:nvSpPr>
              <p:cNvPr id="290954" name="Rectangle 138">
                <a:extLst>
                  <a:ext uri="{FF2B5EF4-FFF2-40B4-BE49-F238E27FC236}">
                    <a16:creationId xmlns:a16="http://schemas.microsoft.com/office/drawing/2014/main" id="{208B11DE-1601-EE8A-2212-BF50CE0831D0}"/>
                  </a:ext>
                </a:extLst>
              </p:cNvPr>
              <p:cNvSpPr>
                <a:spLocks noChangeArrowheads="1"/>
              </p:cNvSpPr>
              <p:nvPr/>
            </p:nvSpPr>
            <p:spPr bwMode="auto">
              <a:xfrm>
                <a:off x="740"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3</a:t>
                </a:r>
              </a:p>
            </p:txBody>
          </p:sp>
          <p:sp>
            <p:nvSpPr>
              <p:cNvPr id="290955" name="Rectangle 139">
                <a:extLst>
                  <a:ext uri="{FF2B5EF4-FFF2-40B4-BE49-F238E27FC236}">
                    <a16:creationId xmlns:a16="http://schemas.microsoft.com/office/drawing/2014/main" id="{97A60FBE-629C-698A-0FE7-154D368292C9}"/>
                  </a:ext>
                </a:extLst>
              </p:cNvPr>
              <p:cNvSpPr>
                <a:spLocks noChangeArrowheads="1"/>
              </p:cNvSpPr>
              <p:nvPr/>
            </p:nvSpPr>
            <p:spPr bwMode="auto">
              <a:xfrm>
                <a:off x="480"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3</a:t>
                </a:r>
              </a:p>
            </p:txBody>
          </p:sp>
          <p:sp>
            <p:nvSpPr>
              <p:cNvPr id="290956" name="Line 140">
                <a:extLst>
                  <a:ext uri="{FF2B5EF4-FFF2-40B4-BE49-F238E27FC236}">
                    <a16:creationId xmlns:a16="http://schemas.microsoft.com/office/drawing/2014/main" id="{E4EADC85-BDE8-E7DF-2254-A852FAC5FB01}"/>
                  </a:ext>
                </a:extLst>
              </p:cNvPr>
              <p:cNvSpPr>
                <a:spLocks noChangeShapeType="1"/>
              </p:cNvSpPr>
              <p:nvPr/>
            </p:nvSpPr>
            <p:spPr bwMode="auto">
              <a:xfrm>
                <a:off x="480" y="1152"/>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57" name="Line 141">
                <a:extLst>
                  <a:ext uri="{FF2B5EF4-FFF2-40B4-BE49-F238E27FC236}">
                    <a16:creationId xmlns:a16="http://schemas.microsoft.com/office/drawing/2014/main" id="{03EB75FC-9EFA-CDE5-27DD-7F2BC0A7A1E9}"/>
                  </a:ext>
                </a:extLst>
              </p:cNvPr>
              <p:cNvSpPr>
                <a:spLocks noChangeShapeType="1"/>
              </p:cNvSpPr>
              <p:nvPr/>
            </p:nvSpPr>
            <p:spPr bwMode="auto">
              <a:xfrm>
                <a:off x="480" y="1419"/>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58" name="Line 142">
                <a:extLst>
                  <a:ext uri="{FF2B5EF4-FFF2-40B4-BE49-F238E27FC236}">
                    <a16:creationId xmlns:a16="http://schemas.microsoft.com/office/drawing/2014/main" id="{E11006CF-6495-829E-994C-FF595A9DA634}"/>
                  </a:ext>
                </a:extLst>
              </p:cNvPr>
              <p:cNvSpPr>
                <a:spLocks noChangeShapeType="1"/>
              </p:cNvSpPr>
              <p:nvPr/>
            </p:nvSpPr>
            <p:spPr bwMode="auto">
              <a:xfrm>
                <a:off x="480"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59" name="Line 143">
                <a:extLst>
                  <a:ext uri="{FF2B5EF4-FFF2-40B4-BE49-F238E27FC236}">
                    <a16:creationId xmlns:a16="http://schemas.microsoft.com/office/drawing/2014/main" id="{9391F0E8-E660-B41F-91AA-3F3C8925068B}"/>
                  </a:ext>
                </a:extLst>
              </p:cNvPr>
              <p:cNvSpPr>
                <a:spLocks noChangeShapeType="1"/>
              </p:cNvSpPr>
              <p:nvPr/>
            </p:nvSpPr>
            <p:spPr bwMode="auto">
              <a:xfrm>
                <a:off x="740"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60" name="Line 144">
                <a:extLst>
                  <a:ext uri="{FF2B5EF4-FFF2-40B4-BE49-F238E27FC236}">
                    <a16:creationId xmlns:a16="http://schemas.microsoft.com/office/drawing/2014/main" id="{3A267D0A-342C-B4B8-2434-11FDFB99D390}"/>
                  </a:ext>
                </a:extLst>
              </p:cNvPr>
              <p:cNvSpPr>
                <a:spLocks noChangeShapeType="1"/>
              </p:cNvSpPr>
              <p:nvPr/>
            </p:nvSpPr>
            <p:spPr bwMode="auto">
              <a:xfrm>
                <a:off x="100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61" name="Line 145">
                <a:extLst>
                  <a:ext uri="{FF2B5EF4-FFF2-40B4-BE49-F238E27FC236}">
                    <a16:creationId xmlns:a16="http://schemas.microsoft.com/office/drawing/2014/main" id="{67FFA43C-6001-5AA8-B183-7ABBDA52BEB6}"/>
                  </a:ext>
                </a:extLst>
              </p:cNvPr>
              <p:cNvSpPr>
                <a:spLocks noChangeShapeType="1"/>
              </p:cNvSpPr>
              <p:nvPr/>
            </p:nvSpPr>
            <p:spPr bwMode="auto">
              <a:xfrm>
                <a:off x="126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62" name="Line 146">
                <a:extLst>
                  <a:ext uri="{FF2B5EF4-FFF2-40B4-BE49-F238E27FC236}">
                    <a16:creationId xmlns:a16="http://schemas.microsoft.com/office/drawing/2014/main" id="{95E72C5D-EBFB-13A7-06D1-55AFF5ADA581}"/>
                  </a:ext>
                </a:extLst>
              </p:cNvPr>
              <p:cNvSpPr>
                <a:spLocks noChangeShapeType="1"/>
              </p:cNvSpPr>
              <p:nvPr/>
            </p:nvSpPr>
            <p:spPr bwMode="auto">
              <a:xfrm>
                <a:off x="152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63" name="Line 147">
                <a:extLst>
                  <a:ext uri="{FF2B5EF4-FFF2-40B4-BE49-F238E27FC236}">
                    <a16:creationId xmlns:a16="http://schemas.microsoft.com/office/drawing/2014/main" id="{8C678637-4AD1-D7A4-53A5-E2B5DBC6FA17}"/>
                  </a:ext>
                </a:extLst>
              </p:cNvPr>
              <p:cNvSpPr>
                <a:spLocks noChangeShapeType="1"/>
              </p:cNvSpPr>
              <p:nvPr/>
            </p:nvSpPr>
            <p:spPr bwMode="auto">
              <a:xfrm>
                <a:off x="178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64" name="Line 148">
                <a:extLst>
                  <a:ext uri="{FF2B5EF4-FFF2-40B4-BE49-F238E27FC236}">
                    <a16:creationId xmlns:a16="http://schemas.microsoft.com/office/drawing/2014/main" id="{4CB96183-AFC9-F5B8-9060-9EAC4C3DCB9E}"/>
                  </a:ext>
                </a:extLst>
              </p:cNvPr>
              <p:cNvSpPr>
                <a:spLocks noChangeShapeType="1"/>
              </p:cNvSpPr>
              <p:nvPr/>
            </p:nvSpPr>
            <p:spPr bwMode="auto">
              <a:xfrm>
                <a:off x="204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65" name="Line 149">
                <a:extLst>
                  <a:ext uri="{FF2B5EF4-FFF2-40B4-BE49-F238E27FC236}">
                    <a16:creationId xmlns:a16="http://schemas.microsoft.com/office/drawing/2014/main" id="{78316042-E936-3682-88B4-D0D9C6087B9B}"/>
                  </a:ext>
                </a:extLst>
              </p:cNvPr>
              <p:cNvSpPr>
                <a:spLocks noChangeShapeType="1"/>
              </p:cNvSpPr>
              <p:nvPr/>
            </p:nvSpPr>
            <p:spPr bwMode="auto">
              <a:xfrm>
                <a:off x="2303"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66" name="Line 150">
                <a:extLst>
                  <a:ext uri="{FF2B5EF4-FFF2-40B4-BE49-F238E27FC236}">
                    <a16:creationId xmlns:a16="http://schemas.microsoft.com/office/drawing/2014/main" id="{53146CB6-921B-94BE-24D2-868D0FAECAC0}"/>
                  </a:ext>
                </a:extLst>
              </p:cNvPr>
              <p:cNvSpPr>
                <a:spLocks noChangeShapeType="1"/>
              </p:cNvSpPr>
              <p:nvPr/>
            </p:nvSpPr>
            <p:spPr bwMode="auto">
              <a:xfrm>
                <a:off x="2563"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90967" name="Text Box 151">
              <a:extLst>
                <a:ext uri="{FF2B5EF4-FFF2-40B4-BE49-F238E27FC236}">
                  <a16:creationId xmlns:a16="http://schemas.microsoft.com/office/drawing/2014/main" id="{5F544246-8D34-0B85-F127-7BEE67C0B2D1}"/>
                </a:ext>
              </a:extLst>
            </p:cNvPr>
            <p:cNvSpPr txBox="1">
              <a:spLocks noChangeArrowheads="1"/>
            </p:cNvSpPr>
            <p:nvPr/>
          </p:nvSpPr>
          <p:spPr bwMode="auto">
            <a:xfrm>
              <a:off x="4431" y="3753"/>
              <a:ext cx="15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a:t>
              </a:r>
            </a:p>
          </p:txBody>
        </p:sp>
        <p:sp>
          <p:nvSpPr>
            <p:cNvPr id="290968" name="Text Box 152">
              <a:extLst>
                <a:ext uri="{FF2B5EF4-FFF2-40B4-BE49-F238E27FC236}">
                  <a16:creationId xmlns:a16="http://schemas.microsoft.com/office/drawing/2014/main" id="{21C3AEED-D6F2-6E05-B8D6-E4E30BB4007B}"/>
                </a:ext>
              </a:extLst>
            </p:cNvPr>
            <p:cNvSpPr txBox="1">
              <a:spLocks noChangeArrowheads="1"/>
            </p:cNvSpPr>
            <p:nvPr/>
          </p:nvSpPr>
          <p:spPr bwMode="auto">
            <a:xfrm>
              <a:off x="4224" y="3753"/>
              <a:ext cx="15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j</a:t>
              </a:r>
            </a:p>
          </p:txBody>
        </p:sp>
        <p:sp>
          <p:nvSpPr>
            <p:cNvPr id="290969" name="Line 153">
              <a:extLst>
                <a:ext uri="{FF2B5EF4-FFF2-40B4-BE49-F238E27FC236}">
                  <a16:creationId xmlns:a16="http://schemas.microsoft.com/office/drawing/2014/main" id="{12CDF50A-2292-94E3-D299-CCA929DD1BA9}"/>
                </a:ext>
              </a:extLst>
            </p:cNvPr>
            <p:cNvSpPr>
              <a:spLocks noChangeShapeType="1"/>
            </p:cNvSpPr>
            <p:nvPr/>
          </p:nvSpPr>
          <p:spPr bwMode="auto">
            <a:xfrm flipV="1">
              <a:off x="4505" y="3609"/>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70" name="Line 154">
              <a:extLst>
                <a:ext uri="{FF2B5EF4-FFF2-40B4-BE49-F238E27FC236}">
                  <a16:creationId xmlns:a16="http://schemas.microsoft.com/office/drawing/2014/main" id="{7C8192F7-E60A-EE6D-42B9-2BE05034F565}"/>
                </a:ext>
              </a:extLst>
            </p:cNvPr>
            <p:cNvSpPr>
              <a:spLocks noChangeShapeType="1"/>
            </p:cNvSpPr>
            <p:nvPr/>
          </p:nvSpPr>
          <p:spPr bwMode="auto">
            <a:xfrm flipV="1">
              <a:off x="4298" y="3609"/>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971" name="AutoShape 155">
              <a:extLst>
                <a:ext uri="{FF2B5EF4-FFF2-40B4-BE49-F238E27FC236}">
                  <a16:creationId xmlns:a16="http://schemas.microsoft.com/office/drawing/2014/main" id="{0423A33A-FCBB-90C6-C674-8929167A69F4}"/>
                </a:ext>
              </a:extLst>
            </p:cNvPr>
            <p:cNvSpPr>
              <a:spLocks/>
            </p:cNvSpPr>
            <p:nvPr/>
          </p:nvSpPr>
          <p:spPr bwMode="auto">
            <a:xfrm rot="5400000">
              <a:off x="3672" y="2520"/>
              <a:ext cx="96" cy="1296"/>
            </a:xfrm>
            <a:prstGeom prst="leftBrace">
              <a:avLst>
                <a:gd name="adj1" fmla="val 1125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0972" name="AutoShape 156">
              <a:extLst>
                <a:ext uri="{FF2B5EF4-FFF2-40B4-BE49-F238E27FC236}">
                  <a16:creationId xmlns:a16="http://schemas.microsoft.com/office/drawing/2014/main" id="{C196481A-6BEB-9710-91E2-21F2D5FFE1B0}"/>
                </a:ext>
              </a:extLst>
            </p:cNvPr>
            <p:cNvSpPr>
              <a:spLocks/>
            </p:cNvSpPr>
            <p:nvPr/>
          </p:nvSpPr>
          <p:spPr bwMode="auto">
            <a:xfrm rot="5400000">
              <a:off x="4752" y="2784"/>
              <a:ext cx="96" cy="768"/>
            </a:xfrm>
            <a:prstGeom prst="lef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0973" name="Text Box 157">
              <a:extLst>
                <a:ext uri="{FF2B5EF4-FFF2-40B4-BE49-F238E27FC236}">
                  <a16:creationId xmlns:a16="http://schemas.microsoft.com/office/drawing/2014/main" id="{C79263DD-96BB-C163-D0AF-A94DAF4642D6}"/>
                </a:ext>
              </a:extLst>
            </p:cNvPr>
            <p:cNvSpPr txBox="1">
              <a:spLocks noChangeArrowheads="1"/>
            </p:cNvSpPr>
            <p:nvPr/>
          </p:nvSpPr>
          <p:spPr bwMode="auto">
            <a:xfrm>
              <a:off x="3408" y="2880"/>
              <a:ext cx="57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A[p…q]</a:t>
              </a:r>
            </a:p>
          </p:txBody>
        </p:sp>
        <p:sp>
          <p:nvSpPr>
            <p:cNvPr id="290974" name="Text Box 158">
              <a:extLst>
                <a:ext uri="{FF2B5EF4-FFF2-40B4-BE49-F238E27FC236}">
                  <a16:creationId xmlns:a16="http://schemas.microsoft.com/office/drawing/2014/main" id="{F1F6AC3D-C53D-3F35-B480-2B11AB2EF875}"/>
                </a:ext>
              </a:extLst>
            </p:cNvPr>
            <p:cNvSpPr txBox="1">
              <a:spLocks noChangeArrowheads="1"/>
            </p:cNvSpPr>
            <p:nvPr/>
          </p:nvSpPr>
          <p:spPr bwMode="auto">
            <a:xfrm>
              <a:off x="4464" y="2880"/>
              <a:ext cx="7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A[q+1…r]</a:t>
              </a:r>
            </a:p>
          </p:txBody>
        </p:sp>
      </p:grpSp>
      <p:sp>
        <p:nvSpPr>
          <p:cNvPr id="290975" name="Text Box 159">
            <a:extLst>
              <a:ext uri="{FF2B5EF4-FFF2-40B4-BE49-F238E27FC236}">
                <a16:creationId xmlns:a16="http://schemas.microsoft.com/office/drawing/2014/main" id="{3CD84777-6A5C-56E2-ABF2-FACA7A3427EF}"/>
              </a:ext>
            </a:extLst>
          </p:cNvPr>
          <p:cNvSpPr txBox="1">
            <a:spLocks noChangeArrowheads="1"/>
          </p:cNvSpPr>
          <p:nvPr/>
        </p:nvSpPr>
        <p:spPr bwMode="auto">
          <a:xfrm>
            <a:off x="5670550" y="1831974"/>
            <a:ext cx="10449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pivot x=5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081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9084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9086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9089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909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ADF4C752-72ED-1517-2795-07320A12DE5C}"/>
              </a:ext>
            </a:extLst>
          </p:cNvPr>
          <p:cNvSpPr>
            <a:spLocks noGrp="1"/>
          </p:cNvSpPr>
          <p:nvPr>
            <p:ph type="sldNum" sz="quarter" idx="11"/>
          </p:nvPr>
        </p:nvSpPr>
        <p:spPr/>
        <p:txBody>
          <a:bodyPr/>
          <a:lstStyle/>
          <a:p>
            <a:fld id="{379ECD20-B672-42FA-A754-7DD84EA296EF}" type="slidenum">
              <a:rPr lang="en-US" altLang="en-US"/>
              <a:pPr/>
              <a:t>58</a:t>
            </a:fld>
            <a:endParaRPr lang="en-US" altLang="en-US"/>
          </a:p>
        </p:txBody>
      </p:sp>
      <p:sp>
        <p:nvSpPr>
          <p:cNvPr id="307202" name="Rectangle 2">
            <a:extLst>
              <a:ext uri="{FF2B5EF4-FFF2-40B4-BE49-F238E27FC236}">
                <a16:creationId xmlns:a16="http://schemas.microsoft.com/office/drawing/2014/main" id="{C3C0D4A6-7BBE-63D7-D741-7BA8B1926BF9}"/>
              </a:ext>
            </a:extLst>
          </p:cNvPr>
          <p:cNvSpPr>
            <a:spLocks noGrp="1" noChangeArrowheads="1"/>
          </p:cNvSpPr>
          <p:nvPr>
            <p:ph type="title"/>
          </p:nvPr>
        </p:nvSpPr>
        <p:spPr/>
        <p:txBody>
          <a:bodyPr>
            <a:normAutofit/>
          </a:bodyPr>
          <a:lstStyle/>
          <a:p>
            <a:r>
              <a:rPr lang="en-US" altLang="en-US" sz="3200" b="1" dirty="0">
                <a:solidFill>
                  <a:srgbClr val="004200"/>
                </a:solidFill>
                <a:latin typeface="Arial"/>
                <a:ea typeface="+mn-ea"/>
                <a:cs typeface="Arial"/>
              </a:rPr>
              <a:t>Example</a:t>
            </a:r>
          </a:p>
        </p:txBody>
      </p:sp>
      <p:pic>
        <p:nvPicPr>
          <p:cNvPr id="307204" name="Picture 4">
            <a:extLst>
              <a:ext uri="{FF2B5EF4-FFF2-40B4-BE49-F238E27FC236}">
                <a16:creationId xmlns:a16="http://schemas.microsoft.com/office/drawing/2014/main" id="{AA578FEE-89B9-8F9F-68C1-C95D3B93DD7F}"/>
              </a:ext>
            </a:extLst>
          </p:cNvPr>
          <p:cNvPicPr>
            <a:picLocks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3360737" y="1769547"/>
            <a:ext cx="5707063" cy="4478853"/>
          </a:xfrm>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a:extLst>
              <a:ext uri="{FF2B5EF4-FFF2-40B4-BE49-F238E27FC236}">
                <a16:creationId xmlns:a16="http://schemas.microsoft.com/office/drawing/2014/main" id="{8FF9E09B-F1A2-20D2-559D-B13242CB098C}"/>
              </a:ext>
            </a:extLst>
          </p:cNvPr>
          <p:cNvSpPr>
            <a:spLocks noGrp="1" noChangeArrowheads="1"/>
          </p:cNvSpPr>
          <p:nvPr>
            <p:ph type="title"/>
          </p:nvPr>
        </p:nvSpPr>
        <p:spPr/>
        <p:txBody>
          <a:bodyPr>
            <a:normAutofit/>
          </a:bodyPr>
          <a:lstStyle/>
          <a:p>
            <a:r>
              <a:rPr lang="en-US" altLang="en-US" sz="3200" b="1" dirty="0">
                <a:solidFill>
                  <a:srgbClr val="004200"/>
                </a:solidFill>
                <a:latin typeface="Arial"/>
                <a:ea typeface="+mn-ea"/>
                <a:cs typeface="Arial"/>
              </a:rPr>
              <a:t>Partitioning the Array</a:t>
            </a:r>
          </a:p>
        </p:txBody>
      </p:sp>
      <p:sp>
        <p:nvSpPr>
          <p:cNvPr id="291843" name="Rectangle 3">
            <a:extLst>
              <a:ext uri="{FF2B5EF4-FFF2-40B4-BE49-F238E27FC236}">
                <a16:creationId xmlns:a16="http://schemas.microsoft.com/office/drawing/2014/main" id="{99534965-503F-554D-6FC8-ECEDD62E8FB3}"/>
              </a:ext>
            </a:extLst>
          </p:cNvPr>
          <p:cNvSpPr>
            <a:spLocks noGrp="1" noChangeArrowheads="1"/>
          </p:cNvSpPr>
          <p:nvPr>
            <p:ph type="body" idx="1"/>
          </p:nvPr>
        </p:nvSpPr>
        <p:spPr>
          <a:xfrm>
            <a:off x="1824582" y="1752600"/>
            <a:ext cx="8310018" cy="4641187"/>
          </a:xfrm>
        </p:spPr>
        <p:txBody>
          <a:bodyPr>
            <a:normAutofit fontScale="85000" lnSpcReduction="20000"/>
          </a:bodyPr>
          <a:lstStyle/>
          <a:p>
            <a:pPr marL="533400" indent="-533400">
              <a:buNone/>
            </a:pPr>
            <a:r>
              <a:rPr lang="en-US" altLang="en-US" sz="2400" dirty="0">
                <a:solidFill>
                  <a:srgbClr val="CC0000"/>
                </a:solidFill>
                <a:latin typeface="Monotype Corsiva" panose="03010101010201010101" pitchFamily="66" charset="0"/>
              </a:rPr>
              <a:t>Alg.</a:t>
            </a:r>
            <a:r>
              <a:rPr lang="en-US" altLang="en-US" sz="2400" dirty="0"/>
              <a:t> </a:t>
            </a:r>
            <a:r>
              <a:rPr lang="en-US" altLang="en-US" sz="2400" dirty="0">
                <a:solidFill>
                  <a:schemeClr val="tx1"/>
                </a:solidFill>
              </a:rPr>
              <a:t>PARTITION (A, p, r)</a:t>
            </a:r>
          </a:p>
          <a:p>
            <a:pPr marL="533400" indent="-533400">
              <a:buFontTx/>
              <a:buAutoNum type="arabicPeriod"/>
            </a:pPr>
            <a:r>
              <a:rPr lang="en-US" altLang="en-US" sz="2400" dirty="0">
                <a:solidFill>
                  <a:schemeClr val="tx1"/>
                </a:solidFill>
              </a:rPr>
              <a:t> </a:t>
            </a:r>
            <a:r>
              <a:rPr lang="en-US" altLang="en-US" sz="2400" dirty="0">
                <a:solidFill>
                  <a:schemeClr val="tx1"/>
                </a:solidFill>
                <a:latin typeface="Comic Sans MS" panose="030F0702030302020204" pitchFamily="66" charset="0"/>
              </a:rPr>
              <a:t>x </a:t>
            </a:r>
            <a:r>
              <a:rPr lang="en-US" altLang="en-US" sz="2400" dirty="0">
                <a:solidFill>
                  <a:schemeClr val="tx1"/>
                </a:solidFill>
                <a:latin typeface="Comic Sans MS" panose="030F0702030302020204" pitchFamily="66" charset="0"/>
                <a:sym typeface="Symbol" panose="05050102010706020507" pitchFamily="18" charset="2"/>
              </a:rPr>
              <a:t> A[p]</a:t>
            </a:r>
          </a:p>
          <a:p>
            <a:pPr marL="533400" indent="-533400">
              <a:buFontTx/>
              <a:buAutoNum type="arabicPeriod"/>
            </a:pPr>
            <a:r>
              <a:rPr lang="en-US" altLang="en-US" sz="2400" dirty="0">
                <a:solidFill>
                  <a:schemeClr val="tx1"/>
                </a:solidFill>
                <a:sym typeface="Symbol" panose="05050102010706020507" pitchFamily="18" charset="2"/>
              </a:rPr>
              <a:t> </a:t>
            </a:r>
            <a:r>
              <a:rPr lang="en-US" altLang="en-US" sz="2400" dirty="0" err="1">
                <a:solidFill>
                  <a:schemeClr val="tx1"/>
                </a:solidFill>
                <a:latin typeface="Comic Sans MS" panose="030F0702030302020204" pitchFamily="66" charset="0"/>
                <a:sym typeface="Symbol" panose="05050102010706020507" pitchFamily="18" charset="2"/>
              </a:rPr>
              <a:t>i</a:t>
            </a:r>
            <a:r>
              <a:rPr lang="en-US" altLang="en-US" sz="2400" dirty="0">
                <a:solidFill>
                  <a:schemeClr val="tx1"/>
                </a:solidFill>
                <a:latin typeface="Comic Sans MS" panose="030F0702030302020204" pitchFamily="66" charset="0"/>
                <a:sym typeface="Symbol" panose="05050102010706020507" pitchFamily="18" charset="2"/>
              </a:rPr>
              <a:t>  p – 1</a:t>
            </a:r>
          </a:p>
          <a:p>
            <a:pPr marL="533400" indent="-533400">
              <a:buFontTx/>
              <a:buAutoNum type="arabicPeriod"/>
            </a:pPr>
            <a:r>
              <a:rPr lang="en-US" altLang="en-US" sz="2400" dirty="0">
                <a:solidFill>
                  <a:schemeClr val="tx1"/>
                </a:solidFill>
                <a:sym typeface="Symbol" panose="05050102010706020507" pitchFamily="18" charset="2"/>
              </a:rPr>
              <a:t> </a:t>
            </a:r>
            <a:r>
              <a:rPr lang="en-US" altLang="en-US" sz="2400" dirty="0">
                <a:solidFill>
                  <a:schemeClr val="tx1"/>
                </a:solidFill>
                <a:latin typeface="Comic Sans MS" panose="030F0702030302020204" pitchFamily="66" charset="0"/>
                <a:sym typeface="Symbol" panose="05050102010706020507" pitchFamily="18" charset="2"/>
              </a:rPr>
              <a:t>j  r + 1</a:t>
            </a:r>
          </a:p>
          <a:p>
            <a:pPr marL="533400" indent="-533400">
              <a:buFontTx/>
              <a:buAutoNum type="arabicPeriod"/>
            </a:pPr>
            <a:r>
              <a:rPr lang="en-US" altLang="en-US" sz="2400" dirty="0">
                <a:solidFill>
                  <a:schemeClr val="tx1"/>
                </a:solidFill>
                <a:sym typeface="Symbol" panose="05050102010706020507" pitchFamily="18" charset="2"/>
              </a:rPr>
              <a:t> </a:t>
            </a:r>
            <a:r>
              <a:rPr lang="en-US" altLang="en-US" sz="2400" b="1" dirty="0">
                <a:solidFill>
                  <a:schemeClr val="tx1"/>
                </a:solidFill>
                <a:sym typeface="Symbol" panose="05050102010706020507" pitchFamily="18" charset="2"/>
              </a:rPr>
              <a:t>while</a:t>
            </a:r>
            <a:r>
              <a:rPr lang="en-US" altLang="en-US" sz="2400" dirty="0">
                <a:solidFill>
                  <a:schemeClr val="tx1"/>
                </a:solidFill>
                <a:sym typeface="Symbol" panose="05050102010706020507" pitchFamily="18" charset="2"/>
              </a:rPr>
              <a:t> TRUE</a:t>
            </a:r>
          </a:p>
          <a:p>
            <a:pPr marL="533400" indent="-533400">
              <a:buFontTx/>
              <a:buAutoNum type="arabicPeriod"/>
            </a:pPr>
            <a:r>
              <a:rPr lang="en-US" altLang="en-US" sz="2400" dirty="0">
                <a:solidFill>
                  <a:schemeClr val="tx1"/>
                </a:solidFill>
                <a:sym typeface="Symbol" panose="05050102010706020507" pitchFamily="18" charset="2"/>
              </a:rPr>
              <a:t>           </a:t>
            </a:r>
            <a:r>
              <a:rPr lang="en-US" altLang="en-US" sz="2400" b="1" dirty="0">
                <a:solidFill>
                  <a:schemeClr val="tx1"/>
                </a:solidFill>
                <a:sym typeface="Symbol" panose="05050102010706020507" pitchFamily="18" charset="2"/>
              </a:rPr>
              <a:t>do repeat</a:t>
            </a:r>
            <a:r>
              <a:rPr lang="en-US" altLang="en-US" sz="2400" dirty="0">
                <a:solidFill>
                  <a:schemeClr val="tx1"/>
                </a:solidFill>
                <a:sym typeface="Symbol" panose="05050102010706020507" pitchFamily="18" charset="2"/>
              </a:rPr>
              <a:t> </a:t>
            </a:r>
            <a:r>
              <a:rPr lang="en-US" altLang="en-US" sz="2400" dirty="0">
                <a:solidFill>
                  <a:schemeClr val="tx1"/>
                </a:solidFill>
                <a:latin typeface="Comic Sans MS" panose="030F0702030302020204" pitchFamily="66" charset="0"/>
                <a:sym typeface="Symbol" panose="05050102010706020507" pitchFamily="18" charset="2"/>
              </a:rPr>
              <a:t>j  j – 1</a:t>
            </a:r>
          </a:p>
          <a:p>
            <a:pPr marL="533400" indent="-533400">
              <a:buFontTx/>
              <a:buAutoNum type="arabicPeriod"/>
            </a:pPr>
            <a:r>
              <a:rPr lang="en-US" altLang="en-US" sz="2400" dirty="0">
                <a:solidFill>
                  <a:schemeClr val="tx1"/>
                </a:solidFill>
                <a:sym typeface="Symbol" panose="05050102010706020507" pitchFamily="18" charset="2"/>
              </a:rPr>
              <a:t>                   </a:t>
            </a:r>
            <a:r>
              <a:rPr lang="en-US" altLang="en-US" sz="2400" b="1" dirty="0">
                <a:solidFill>
                  <a:schemeClr val="tx1"/>
                </a:solidFill>
                <a:sym typeface="Symbol" panose="05050102010706020507" pitchFamily="18" charset="2"/>
              </a:rPr>
              <a:t>until</a:t>
            </a:r>
            <a:r>
              <a:rPr lang="en-US" altLang="en-US" sz="2400" dirty="0">
                <a:solidFill>
                  <a:schemeClr val="tx1"/>
                </a:solidFill>
                <a:sym typeface="Symbol" panose="05050102010706020507" pitchFamily="18" charset="2"/>
              </a:rPr>
              <a:t> </a:t>
            </a:r>
            <a:r>
              <a:rPr lang="en-US" altLang="en-US" sz="2400" dirty="0">
                <a:solidFill>
                  <a:schemeClr val="tx1"/>
                </a:solidFill>
                <a:latin typeface="Comic Sans MS" panose="030F0702030302020204" pitchFamily="66" charset="0"/>
                <a:sym typeface="Symbol" panose="05050102010706020507" pitchFamily="18" charset="2"/>
              </a:rPr>
              <a:t>A[j] </a:t>
            </a:r>
            <a:r>
              <a:rPr lang="en-US" altLang="en-US" sz="2400" dirty="0">
                <a:solidFill>
                  <a:schemeClr val="tx1"/>
                </a:solidFill>
                <a:latin typeface="Comic Sans MS" panose="030F0702030302020204" pitchFamily="66" charset="0"/>
                <a:cs typeface="Arial" panose="020B0604020202020204" pitchFamily="34" charset="0"/>
                <a:sym typeface="Symbol" panose="05050102010706020507" pitchFamily="18" charset="2"/>
              </a:rPr>
              <a:t>≤ x</a:t>
            </a:r>
          </a:p>
          <a:p>
            <a:pPr marL="533400" indent="-533400">
              <a:buFontTx/>
              <a:buAutoNum type="arabicPeriod"/>
            </a:pPr>
            <a:r>
              <a:rPr lang="en-US" altLang="en-US" sz="2400" dirty="0">
                <a:solidFill>
                  <a:schemeClr val="tx1"/>
                </a:solidFill>
                <a:cs typeface="Arial" panose="020B0604020202020204" pitchFamily="34" charset="0"/>
                <a:sym typeface="Symbol" panose="05050102010706020507" pitchFamily="18" charset="2"/>
              </a:rPr>
              <a:t>           </a:t>
            </a:r>
            <a:r>
              <a:rPr lang="en-US" altLang="en-US" sz="2400" b="1" dirty="0">
                <a:solidFill>
                  <a:schemeClr val="tx1"/>
                </a:solidFill>
                <a:cs typeface="Arial" panose="020B0604020202020204" pitchFamily="34" charset="0"/>
                <a:sym typeface="Symbol" panose="05050102010706020507" pitchFamily="18" charset="2"/>
              </a:rPr>
              <a:t>do</a:t>
            </a:r>
            <a:r>
              <a:rPr lang="en-US" altLang="en-US" sz="2400" dirty="0">
                <a:solidFill>
                  <a:schemeClr val="tx1"/>
                </a:solidFill>
                <a:cs typeface="Arial" panose="020B0604020202020204" pitchFamily="34" charset="0"/>
                <a:sym typeface="Symbol" panose="05050102010706020507" pitchFamily="18" charset="2"/>
              </a:rPr>
              <a:t>  </a:t>
            </a:r>
            <a:r>
              <a:rPr lang="en-US" altLang="en-US" sz="2400" b="1" dirty="0">
                <a:solidFill>
                  <a:schemeClr val="tx1"/>
                </a:solidFill>
                <a:cs typeface="Arial" panose="020B0604020202020204" pitchFamily="34" charset="0"/>
                <a:sym typeface="Symbol" panose="05050102010706020507" pitchFamily="18" charset="2"/>
              </a:rPr>
              <a:t>repeat</a:t>
            </a:r>
            <a:r>
              <a:rPr lang="en-US" altLang="en-US" sz="2400" dirty="0">
                <a:solidFill>
                  <a:schemeClr val="tx1"/>
                </a:solidFill>
                <a:cs typeface="Arial" panose="020B0604020202020204" pitchFamily="34" charset="0"/>
                <a:sym typeface="Symbol" panose="05050102010706020507" pitchFamily="18" charset="2"/>
              </a:rPr>
              <a:t> </a:t>
            </a:r>
            <a:r>
              <a:rPr lang="en-US" altLang="en-US" sz="2400" dirty="0" err="1">
                <a:solidFill>
                  <a:schemeClr val="tx1"/>
                </a:solidFill>
                <a:latin typeface="Comic Sans MS" panose="030F0702030302020204" pitchFamily="66" charset="0"/>
                <a:cs typeface="Arial" panose="020B0604020202020204" pitchFamily="34" charset="0"/>
                <a:sym typeface="Symbol" panose="05050102010706020507" pitchFamily="18" charset="2"/>
              </a:rPr>
              <a:t>i</a:t>
            </a:r>
            <a:r>
              <a:rPr lang="en-US" altLang="en-US" sz="2400" dirty="0">
                <a:solidFill>
                  <a:schemeClr val="tx1"/>
                </a:solidFill>
                <a:latin typeface="Comic Sans MS" panose="030F0702030302020204" pitchFamily="66" charset="0"/>
                <a:cs typeface="Arial" panose="020B0604020202020204" pitchFamily="34" charset="0"/>
                <a:sym typeface="Symbol" panose="05050102010706020507" pitchFamily="18" charset="2"/>
              </a:rPr>
              <a:t> </a:t>
            </a:r>
            <a:r>
              <a:rPr lang="en-US" altLang="en-US" sz="2400" dirty="0">
                <a:solidFill>
                  <a:schemeClr val="tx1"/>
                </a:solidFill>
                <a:latin typeface="Comic Sans MS" panose="030F0702030302020204" pitchFamily="66" charset="0"/>
                <a:sym typeface="Symbol" panose="05050102010706020507" pitchFamily="18" charset="2"/>
              </a:rPr>
              <a:t> </a:t>
            </a:r>
            <a:r>
              <a:rPr lang="en-US" altLang="en-US" sz="2400" dirty="0" err="1">
                <a:solidFill>
                  <a:schemeClr val="tx1"/>
                </a:solidFill>
                <a:latin typeface="Comic Sans MS" panose="030F0702030302020204" pitchFamily="66" charset="0"/>
                <a:sym typeface="Symbol" panose="05050102010706020507" pitchFamily="18" charset="2"/>
              </a:rPr>
              <a:t>i</a:t>
            </a:r>
            <a:r>
              <a:rPr lang="en-US" altLang="en-US" sz="2400" dirty="0">
                <a:solidFill>
                  <a:schemeClr val="tx1"/>
                </a:solidFill>
                <a:latin typeface="Comic Sans MS" panose="030F0702030302020204" pitchFamily="66" charset="0"/>
                <a:sym typeface="Symbol" panose="05050102010706020507" pitchFamily="18" charset="2"/>
              </a:rPr>
              <a:t> + 1</a:t>
            </a:r>
          </a:p>
          <a:p>
            <a:pPr marL="533400" indent="-533400">
              <a:buFontTx/>
              <a:buAutoNum type="arabicPeriod"/>
            </a:pPr>
            <a:r>
              <a:rPr lang="en-US" altLang="en-US" sz="2400" dirty="0">
                <a:solidFill>
                  <a:schemeClr val="tx1"/>
                </a:solidFill>
                <a:sym typeface="Symbol" panose="05050102010706020507" pitchFamily="18" charset="2"/>
              </a:rPr>
              <a:t>                   </a:t>
            </a:r>
            <a:r>
              <a:rPr lang="en-US" altLang="en-US" sz="2400" b="1" dirty="0">
                <a:solidFill>
                  <a:schemeClr val="tx1"/>
                </a:solidFill>
                <a:sym typeface="Symbol" panose="05050102010706020507" pitchFamily="18" charset="2"/>
              </a:rPr>
              <a:t>until</a:t>
            </a:r>
            <a:r>
              <a:rPr lang="en-US" altLang="en-US" sz="2400" dirty="0">
                <a:solidFill>
                  <a:schemeClr val="tx1"/>
                </a:solidFill>
                <a:sym typeface="Symbol" panose="05050102010706020507" pitchFamily="18" charset="2"/>
              </a:rPr>
              <a:t> </a:t>
            </a:r>
            <a:r>
              <a:rPr lang="en-US" altLang="en-US" sz="2400" dirty="0">
                <a:solidFill>
                  <a:schemeClr val="tx1"/>
                </a:solidFill>
                <a:latin typeface="Comic Sans MS" panose="030F0702030302020204" pitchFamily="66" charset="0"/>
                <a:sym typeface="Symbol" panose="05050102010706020507" pitchFamily="18" charset="2"/>
              </a:rPr>
              <a:t>A[</a:t>
            </a:r>
            <a:r>
              <a:rPr lang="en-US" altLang="en-US" sz="2400" dirty="0" err="1">
                <a:solidFill>
                  <a:schemeClr val="tx1"/>
                </a:solidFill>
                <a:latin typeface="Comic Sans MS" panose="030F0702030302020204" pitchFamily="66" charset="0"/>
                <a:sym typeface="Symbol" panose="05050102010706020507" pitchFamily="18" charset="2"/>
              </a:rPr>
              <a:t>i</a:t>
            </a:r>
            <a:r>
              <a:rPr lang="en-US" altLang="en-US" sz="2400" dirty="0">
                <a:solidFill>
                  <a:schemeClr val="tx1"/>
                </a:solidFill>
                <a:latin typeface="Comic Sans MS" panose="030F0702030302020204" pitchFamily="66" charset="0"/>
                <a:sym typeface="Symbol" panose="05050102010706020507" pitchFamily="18" charset="2"/>
              </a:rPr>
              <a:t>] </a:t>
            </a:r>
            <a:r>
              <a:rPr lang="en-US" altLang="en-US" sz="2400" dirty="0">
                <a:solidFill>
                  <a:schemeClr val="tx1"/>
                </a:solidFill>
                <a:latin typeface="Comic Sans MS" panose="030F0702030302020204" pitchFamily="66" charset="0"/>
                <a:cs typeface="Arial" panose="020B0604020202020204" pitchFamily="34" charset="0"/>
                <a:sym typeface="Symbol" panose="05050102010706020507" pitchFamily="18" charset="2"/>
              </a:rPr>
              <a:t>≥ x</a:t>
            </a:r>
          </a:p>
          <a:p>
            <a:pPr marL="533400" indent="-533400">
              <a:buFontTx/>
              <a:buAutoNum type="arabicPeriod"/>
            </a:pPr>
            <a:r>
              <a:rPr lang="en-US" altLang="en-US" sz="2400" dirty="0">
                <a:solidFill>
                  <a:schemeClr val="tx1"/>
                </a:solidFill>
                <a:cs typeface="Arial" panose="020B0604020202020204" pitchFamily="34" charset="0"/>
                <a:sym typeface="Symbol" panose="05050102010706020507" pitchFamily="18" charset="2"/>
              </a:rPr>
              <a:t>            </a:t>
            </a:r>
            <a:r>
              <a:rPr lang="en-US" altLang="en-US" sz="2400" b="1" dirty="0">
                <a:solidFill>
                  <a:schemeClr val="tx1"/>
                </a:solidFill>
                <a:cs typeface="Arial" panose="020B0604020202020204" pitchFamily="34" charset="0"/>
                <a:sym typeface="Symbol" panose="05050102010706020507" pitchFamily="18" charset="2"/>
              </a:rPr>
              <a:t>if</a:t>
            </a:r>
            <a:r>
              <a:rPr lang="en-US" altLang="en-US" sz="2400" dirty="0">
                <a:solidFill>
                  <a:schemeClr val="tx1"/>
                </a:solidFill>
                <a:cs typeface="Arial" panose="020B0604020202020204" pitchFamily="34" charset="0"/>
                <a:sym typeface="Symbol" panose="05050102010706020507" pitchFamily="18" charset="2"/>
              </a:rPr>
              <a:t> </a:t>
            </a:r>
            <a:r>
              <a:rPr lang="en-US" altLang="en-US" sz="2400" dirty="0" err="1">
                <a:solidFill>
                  <a:schemeClr val="tx1"/>
                </a:solidFill>
                <a:latin typeface="Comic Sans MS" panose="030F0702030302020204" pitchFamily="66" charset="0"/>
                <a:cs typeface="Arial" panose="020B0604020202020204" pitchFamily="34" charset="0"/>
                <a:sym typeface="Symbol" panose="05050102010706020507" pitchFamily="18" charset="2"/>
              </a:rPr>
              <a:t>i</a:t>
            </a:r>
            <a:r>
              <a:rPr lang="en-US" altLang="en-US" sz="2400" dirty="0">
                <a:solidFill>
                  <a:schemeClr val="tx1"/>
                </a:solidFill>
                <a:latin typeface="Comic Sans MS" panose="030F0702030302020204" pitchFamily="66" charset="0"/>
                <a:cs typeface="Arial" panose="020B0604020202020204" pitchFamily="34" charset="0"/>
                <a:sym typeface="Symbol" panose="05050102010706020507" pitchFamily="18" charset="2"/>
              </a:rPr>
              <a:t> &lt; j</a:t>
            </a:r>
          </a:p>
          <a:p>
            <a:pPr marL="533400" indent="-533400">
              <a:buFontTx/>
              <a:buAutoNum type="arabicPeriod"/>
            </a:pPr>
            <a:r>
              <a:rPr lang="en-US" altLang="en-US" sz="2400" dirty="0">
                <a:solidFill>
                  <a:schemeClr val="tx1"/>
                </a:solidFill>
                <a:cs typeface="Arial" panose="020B0604020202020204" pitchFamily="34" charset="0"/>
                <a:sym typeface="Symbol" panose="05050102010706020507" pitchFamily="18" charset="2"/>
              </a:rPr>
              <a:t>                   </a:t>
            </a:r>
            <a:r>
              <a:rPr lang="en-US" altLang="en-US" sz="2400" b="1" dirty="0">
                <a:solidFill>
                  <a:schemeClr val="tx1"/>
                </a:solidFill>
                <a:cs typeface="Arial" panose="020B0604020202020204" pitchFamily="34" charset="0"/>
                <a:sym typeface="Symbol" panose="05050102010706020507" pitchFamily="18" charset="2"/>
              </a:rPr>
              <a:t>then</a:t>
            </a:r>
            <a:r>
              <a:rPr lang="en-US" altLang="en-US" sz="2400" dirty="0">
                <a:solidFill>
                  <a:schemeClr val="tx1"/>
                </a:solidFill>
                <a:cs typeface="Arial" panose="020B0604020202020204" pitchFamily="34" charset="0"/>
                <a:sym typeface="Symbol" panose="05050102010706020507" pitchFamily="18" charset="2"/>
              </a:rPr>
              <a:t> exchange </a:t>
            </a:r>
            <a:r>
              <a:rPr lang="en-US" altLang="en-US" sz="2400" dirty="0">
                <a:solidFill>
                  <a:schemeClr val="tx1"/>
                </a:solidFill>
                <a:latin typeface="Comic Sans MS" panose="030F0702030302020204" pitchFamily="66" charset="0"/>
                <a:cs typeface="Arial" panose="020B0604020202020204" pitchFamily="34" charset="0"/>
                <a:sym typeface="Symbol" panose="05050102010706020507" pitchFamily="18" charset="2"/>
              </a:rPr>
              <a:t>A[</a:t>
            </a:r>
            <a:r>
              <a:rPr lang="en-US" altLang="en-US" sz="2400" dirty="0" err="1">
                <a:solidFill>
                  <a:schemeClr val="tx1"/>
                </a:solidFill>
                <a:latin typeface="Comic Sans MS" panose="030F0702030302020204" pitchFamily="66" charset="0"/>
                <a:cs typeface="Arial" panose="020B0604020202020204" pitchFamily="34" charset="0"/>
                <a:sym typeface="Symbol" panose="05050102010706020507" pitchFamily="18" charset="2"/>
              </a:rPr>
              <a:t>i</a:t>
            </a:r>
            <a:r>
              <a:rPr lang="en-US" altLang="en-US" sz="2400" dirty="0">
                <a:solidFill>
                  <a:schemeClr val="tx1"/>
                </a:solidFill>
                <a:latin typeface="Comic Sans MS" panose="030F0702030302020204" pitchFamily="66" charset="0"/>
                <a:cs typeface="Arial" panose="020B0604020202020204" pitchFamily="34" charset="0"/>
                <a:sym typeface="Symbol" panose="05050102010706020507" pitchFamily="18" charset="2"/>
              </a:rPr>
              <a:t>]  A[j]</a:t>
            </a:r>
          </a:p>
          <a:p>
            <a:pPr marL="533400" indent="-533400">
              <a:buFontTx/>
              <a:buAutoNum type="arabicPeriod"/>
            </a:pPr>
            <a:r>
              <a:rPr lang="en-US" altLang="en-US" sz="2400" dirty="0">
                <a:solidFill>
                  <a:schemeClr val="tx1"/>
                </a:solidFill>
                <a:sym typeface="Symbol" panose="05050102010706020507" pitchFamily="18" charset="2"/>
              </a:rPr>
              <a:t>   	       </a:t>
            </a:r>
            <a:r>
              <a:rPr lang="en-US" altLang="en-US" sz="2400" b="1" dirty="0">
                <a:solidFill>
                  <a:schemeClr val="tx1"/>
                </a:solidFill>
                <a:sym typeface="Symbol" panose="05050102010706020507" pitchFamily="18" charset="2"/>
              </a:rPr>
              <a:t>else</a:t>
            </a:r>
            <a:r>
              <a:rPr lang="en-US" altLang="en-US" sz="2400" dirty="0">
                <a:solidFill>
                  <a:schemeClr val="tx1"/>
                </a:solidFill>
                <a:sym typeface="Symbol" panose="05050102010706020507" pitchFamily="18" charset="2"/>
              </a:rPr>
              <a:t> </a:t>
            </a:r>
            <a:r>
              <a:rPr lang="en-US" altLang="en-US" sz="2400" b="1" dirty="0">
                <a:solidFill>
                  <a:schemeClr val="tx1"/>
                </a:solidFill>
                <a:sym typeface="Symbol" panose="05050102010706020507" pitchFamily="18" charset="2"/>
              </a:rPr>
              <a:t>return</a:t>
            </a:r>
            <a:r>
              <a:rPr lang="en-US" altLang="en-US" sz="2400" dirty="0">
                <a:solidFill>
                  <a:schemeClr val="tx1"/>
                </a:solidFill>
                <a:sym typeface="Symbol" panose="05050102010706020507" pitchFamily="18" charset="2"/>
              </a:rPr>
              <a:t> </a:t>
            </a:r>
            <a:r>
              <a:rPr lang="en-US" altLang="en-US" sz="2400" dirty="0">
                <a:solidFill>
                  <a:schemeClr val="tx1"/>
                </a:solidFill>
                <a:latin typeface="Comic Sans MS" panose="030F0702030302020204" pitchFamily="66" charset="0"/>
                <a:sym typeface="Symbol" panose="05050102010706020507" pitchFamily="18" charset="2"/>
              </a:rPr>
              <a:t>j</a:t>
            </a:r>
          </a:p>
        </p:txBody>
      </p:sp>
      <p:sp>
        <p:nvSpPr>
          <p:cNvPr id="291844" name="Text Box 4">
            <a:extLst>
              <a:ext uri="{FF2B5EF4-FFF2-40B4-BE49-F238E27FC236}">
                <a16:creationId xmlns:a16="http://schemas.microsoft.com/office/drawing/2014/main" id="{264EC7C7-11A4-80BF-F98A-475775D1F2E7}"/>
              </a:ext>
            </a:extLst>
          </p:cNvPr>
          <p:cNvSpPr txBox="1">
            <a:spLocks noChangeArrowheads="1"/>
          </p:cNvSpPr>
          <p:nvPr/>
        </p:nvSpPr>
        <p:spPr bwMode="auto">
          <a:xfrm>
            <a:off x="8248651" y="5638801"/>
            <a:ext cx="20185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Running time: </a:t>
            </a:r>
            <a:r>
              <a:rPr lang="en-US" altLang="en-US">
                <a:latin typeface="Comic Sans MS" panose="030F0702030302020204" pitchFamily="66" charset="0"/>
                <a:sym typeface="Symbol" panose="05050102010706020507" pitchFamily="18" charset="2"/>
              </a:rPr>
              <a:t>(n)</a:t>
            </a:r>
          </a:p>
          <a:p>
            <a:r>
              <a:rPr lang="en-US" altLang="en-US">
                <a:latin typeface="Comic Sans MS" panose="030F0702030302020204" pitchFamily="66" charset="0"/>
                <a:sym typeface="Symbol" panose="05050102010706020507" pitchFamily="18" charset="2"/>
              </a:rPr>
              <a:t>n = r – p + 1</a:t>
            </a:r>
          </a:p>
        </p:txBody>
      </p:sp>
      <p:grpSp>
        <p:nvGrpSpPr>
          <p:cNvPr id="291845" name="Group 5">
            <a:extLst>
              <a:ext uri="{FF2B5EF4-FFF2-40B4-BE49-F238E27FC236}">
                <a16:creationId xmlns:a16="http://schemas.microsoft.com/office/drawing/2014/main" id="{53AE6ED9-7FE3-01DC-1C15-3C9A3BD92BF3}"/>
              </a:ext>
            </a:extLst>
          </p:cNvPr>
          <p:cNvGrpSpPr>
            <a:grpSpLocks/>
          </p:cNvGrpSpPr>
          <p:nvPr/>
        </p:nvGrpSpPr>
        <p:grpSpPr bwMode="auto">
          <a:xfrm>
            <a:off x="6827838" y="1938338"/>
            <a:ext cx="3306762" cy="423862"/>
            <a:chOff x="480" y="1152"/>
            <a:chExt cx="2083" cy="267"/>
          </a:xfrm>
        </p:grpSpPr>
        <p:sp>
          <p:nvSpPr>
            <p:cNvPr id="291846" name="Rectangle 6">
              <a:extLst>
                <a:ext uri="{FF2B5EF4-FFF2-40B4-BE49-F238E27FC236}">
                  <a16:creationId xmlns:a16="http://schemas.microsoft.com/office/drawing/2014/main" id="{26617A73-07F5-EF3A-37E6-9E7963BA6EE1}"/>
                </a:ext>
              </a:extLst>
            </p:cNvPr>
            <p:cNvSpPr>
              <a:spLocks noChangeArrowheads="1"/>
            </p:cNvSpPr>
            <p:nvPr/>
          </p:nvSpPr>
          <p:spPr bwMode="auto">
            <a:xfrm>
              <a:off x="2303"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7</a:t>
              </a:r>
            </a:p>
          </p:txBody>
        </p:sp>
        <p:sp>
          <p:nvSpPr>
            <p:cNvPr id="291847" name="Rectangle 7">
              <a:extLst>
                <a:ext uri="{FF2B5EF4-FFF2-40B4-BE49-F238E27FC236}">
                  <a16:creationId xmlns:a16="http://schemas.microsoft.com/office/drawing/2014/main" id="{F4C191D1-D32C-490E-558F-2B6DA11E9DAD}"/>
                </a:ext>
              </a:extLst>
            </p:cNvPr>
            <p:cNvSpPr>
              <a:spLocks noChangeArrowheads="1"/>
            </p:cNvSpPr>
            <p:nvPr/>
          </p:nvSpPr>
          <p:spPr bwMode="auto">
            <a:xfrm>
              <a:off x="2042"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3</a:t>
              </a:r>
            </a:p>
          </p:txBody>
        </p:sp>
        <p:sp>
          <p:nvSpPr>
            <p:cNvPr id="291848" name="Rectangle 8">
              <a:extLst>
                <a:ext uri="{FF2B5EF4-FFF2-40B4-BE49-F238E27FC236}">
                  <a16:creationId xmlns:a16="http://schemas.microsoft.com/office/drawing/2014/main" id="{E526231A-1091-E43B-D3FD-7831EB085363}"/>
                </a:ext>
              </a:extLst>
            </p:cNvPr>
            <p:cNvSpPr>
              <a:spLocks noChangeArrowheads="1"/>
            </p:cNvSpPr>
            <p:nvPr/>
          </p:nvSpPr>
          <p:spPr bwMode="auto">
            <a:xfrm>
              <a:off x="1782"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1</a:t>
              </a:r>
            </a:p>
          </p:txBody>
        </p:sp>
        <p:sp>
          <p:nvSpPr>
            <p:cNvPr id="291849" name="Rectangle 9">
              <a:extLst>
                <a:ext uri="{FF2B5EF4-FFF2-40B4-BE49-F238E27FC236}">
                  <a16:creationId xmlns:a16="http://schemas.microsoft.com/office/drawing/2014/main" id="{310F033D-E8D4-7DC6-04B6-281BCDBDB0BF}"/>
                </a:ext>
              </a:extLst>
            </p:cNvPr>
            <p:cNvSpPr>
              <a:spLocks noChangeArrowheads="1"/>
            </p:cNvSpPr>
            <p:nvPr/>
          </p:nvSpPr>
          <p:spPr bwMode="auto">
            <a:xfrm>
              <a:off x="1522"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4</a:t>
              </a:r>
            </a:p>
          </p:txBody>
        </p:sp>
        <p:sp>
          <p:nvSpPr>
            <p:cNvPr id="291850" name="Rectangle 10">
              <a:extLst>
                <a:ext uri="{FF2B5EF4-FFF2-40B4-BE49-F238E27FC236}">
                  <a16:creationId xmlns:a16="http://schemas.microsoft.com/office/drawing/2014/main" id="{3CE4CFC8-3711-7E69-1010-92DA109F0459}"/>
                </a:ext>
              </a:extLst>
            </p:cNvPr>
            <p:cNvSpPr>
              <a:spLocks noChangeArrowheads="1"/>
            </p:cNvSpPr>
            <p:nvPr/>
          </p:nvSpPr>
          <p:spPr bwMode="auto">
            <a:xfrm>
              <a:off x="1261"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6</a:t>
              </a:r>
            </a:p>
          </p:txBody>
        </p:sp>
        <p:sp>
          <p:nvSpPr>
            <p:cNvPr id="291851" name="Rectangle 11">
              <a:extLst>
                <a:ext uri="{FF2B5EF4-FFF2-40B4-BE49-F238E27FC236}">
                  <a16:creationId xmlns:a16="http://schemas.microsoft.com/office/drawing/2014/main" id="{3862EFA2-D082-799B-80FA-A94E37E6FFAC}"/>
                </a:ext>
              </a:extLst>
            </p:cNvPr>
            <p:cNvSpPr>
              <a:spLocks noChangeArrowheads="1"/>
            </p:cNvSpPr>
            <p:nvPr/>
          </p:nvSpPr>
          <p:spPr bwMode="auto">
            <a:xfrm>
              <a:off x="1001"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2</a:t>
              </a:r>
            </a:p>
          </p:txBody>
        </p:sp>
        <p:sp>
          <p:nvSpPr>
            <p:cNvPr id="291852" name="Rectangle 12">
              <a:extLst>
                <a:ext uri="{FF2B5EF4-FFF2-40B4-BE49-F238E27FC236}">
                  <a16:creationId xmlns:a16="http://schemas.microsoft.com/office/drawing/2014/main" id="{F460D85E-BDD8-BC7B-C420-C2BC1BC4A43A}"/>
                </a:ext>
              </a:extLst>
            </p:cNvPr>
            <p:cNvSpPr>
              <a:spLocks noChangeArrowheads="1"/>
            </p:cNvSpPr>
            <p:nvPr/>
          </p:nvSpPr>
          <p:spPr bwMode="auto">
            <a:xfrm>
              <a:off x="740"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3</a:t>
              </a:r>
            </a:p>
          </p:txBody>
        </p:sp>
        <p:sp>
          <p:nvSpPr>
            <p:cNvPr id="291853" name="Rectangle 13">
              <a:extLst>
                <a:ext uri="{FF2B5EF4-FFF2-40B4-BE49-F238E27FC236}">
                  <a16:creationId xmlns:a16="http://schemas.microsoft.com/office/drawing/2014/main" id="{46C9E6E4-B094-3C5F-FF1A-C7910E5D2EB8}"/>
                </a:ext>
              </a:extLst>
            </p:cNvPr>
            <p:cNvSpPr>
              <a:spLocks noChangeArrowheads="1"/>
            </p:cNvSpPr>
            <p:nvPr/>
          </p:nvSpPr>
          <p:spPr bwMode="auto">
            <a:xfrm>
              <a:off x="480"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5</a:t>
              </a:r>
            </a:p>
          </p:txBody>
        </p:sp>
        <p:sp>
          <p:nvSpPr>
            <p:cNvPr id="291854" name="Line 14">
              <a:extLst>
                <a:ext uri="{FF2B5EF4-FFF2-40B4-BE49-F238E27FC236}">
                  <a16:creationId xmlns:a16="http://schemas.microsoft.com/office/drawing/2014/main" id="{009C486E-D2D2-B640-7F39-CD4137C27F9C}"/>
                </a:ext>
              </a:extLst>
            </p:cNvPr>
            <p:cNvSpPr>
              <a:spLocks noChangeShapeType="1"/>
            </p:cNvSpPr>
            <p:nvPr/>
          </p:nvSpPr>
          <p:spPr bwMode="auto">
            <a:xfrm>
              <a:off x="480" y="1152"/>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55" name="Line 15">
              <a:extLst>
                <a:ext uri="{FF2B5EF4-FFF2-40B4-BE49-F238E27FC236}">
                  <a16:creationId xmlns:a16="http://schemas.microsoft.com/office/drawing/2014/main" id="{764B4869-B231-DC3D-A119-9CE33E8C6267}"/>
                </a:ext>
              </a:extLst>
            </p:cNvPr>
            <p:cNvSpPr>
              <a:spLocks noChangeShapeType="1"/>
            </p:cNvSpPr>
            <p:nvPr/>
          </p:nvSpPr>
          <p:spPr bwMode="auto">
            <a:xfrm>
              <a:off x="480" y="1419"/>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56" name="Line 16">
              <a:extLst>
                <a:ext uri="{FF2B5EF4-FFF2-40B4-BE49-F238E27FC236}">
                  <a16:creationId xmlns:a16="http://schemas.microsoft.com/office/drawing/2014/main" id="{E45429D6-777E-0221-F3E5-A6AD3AA035E7}"/>
                </a:ext>
              </a:extLst>
            </p:cNvPr>
            <p:cNvSpPr>
              <a:spLocks noChangeShapeType="1"/>
            </p:cNvSpPr>
            <p:nvPr/>
          </p:nvSpPr>
          <p:spPr bwMode="auto">
            <a:xfrm>
              <a:off x="480"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57" name="Line 17">
              <a:extLst>
                <a:ext uri="{FF2B5EF4-FFF2-40B4-BE49-F238E27FC236}">
                  <a16:creationId xmlns:a16="http://schemas.microsoft.com/office/drawing/2014/main" id="{10E03489-C029-EB00-13E4-9D1656212953}"/>
                </a:ext>
              </a:extLst>
            </p:cNvPr>
            <p:cNvSpPr>
              <a:spLocks noChangeShapeType="1"/>
            </p:cNvSpPr>
            <p:nvPr/>
          </p:nvSpPr>
          <p:spPr bwMode="auto">
            <a:xfrm>
              <a:off x="740"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58" name="Line 18">
              <a:extLst>
                <a:ext uri="{FF2B5EF4-FFF2-40B4-BE49-F238E27FC236}">
                  <a16:creationId xmlns:a16="http://schemas.microsoft.com/office/drawing/2014/main" id="{98C93255-33D4-156E-DA8F-679E10C2A062}"/>
                </a:ext>
              </a:extLst>
            </p:cNvPr>
            <p:cNvSpPr>
              <a:spLocks noChangeShapeType="1"/>
            </p:cNvSpPr>
            <p:nvPr/>
          </p:nvSpPr>
          <p:spPr bwMode="auto">
            <a:xfrm>
              <a:off x="100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59" name="Line 19">
              <a:extLst>
                <a:ext uri="{FF2B5EF4-FFF2-40B4-BE49-F238E27FC236}">
                  <a16:creationId xmlns:a16="http://schemas.microsoft.com/office/drawing/2014/main" id="{B07AD967-E3DD-E634-A857-32356DBFB189}"/>
                </a:ext>
              </a:extLst>
            </p:cNvPr>
            <p:cNvSpPr>
              <a:spLocks noChangeShapeType="1"/>
            </p:cNvSpPr>
            <p:nvPr/>
          </p:nvSpPr>
          <p:spPr bwMode="auto">
            <a:xfrm>
              <a:off x="126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60" name="Line 20">
              <a:extLst>
                <a:ext uri="{FF2B5EF4-FFF2-40B4-BE49-F238E27FC236}">
                  <a16:creationId xmlns:a16="http://schemas.microsoft.com/office/drawing/2014/main" id="{C90F765D-B2B2-E207-5529-2C5468DE5A09}"/>
                </a:ext>
              </a:extLst>
            </p:cNvPr>
            <p:cNvSpPr>
              <a:spLocks noChangeShapeType="1"/>
            </p:cNvSpPr>
            <p:nvPr/>
          </p:nvSpPr>
          <p:spPr bwMode="auto">
            <a:xfrm>
              <a:off x="152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61" name="Line 21">
              <a:extLst>
                <a:ext uri="{FF2B5EF4-FFF2-40B4-BE49-F238E27FC236}">
                  <a16:creationId xmlns:a16="http://schemas.microsoft.com/office/drawing/2014/main" id="{B9132F76-0BCD-FEAD-C2B0-BB7719022A64}"/>
                </a:ext>
              </a:extLst>
            </p:cNvPr>
            <p:cNvSpPr>
              <a:spLocks noChangeShapeType="1"/>
            </p:cNvSpPr>
            <p:nvPr/>
          </p:nvSpPr>
          <p:spPr bwMode="auto">
            <a:xfrm>
              <a:off x="178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62" name="Line 22">
              <a:extLst>
                <a:ext uri="{FF2B5EF4-FFF2-40B4-BE49-F238E27FC236}">
                  <a16:creationId xmlns:a16="http://schemas.microsoft.com/office/drawing/2014/main" id="{F016B88E-6775-0EA0-E08B-86E89CA4A274}"/>
                </a:ext>
              </a:extLst>
            </p:cNvPr>
            <p:cNvSpPr>
              <a:spLocks noChangeShapeType="1"/>
            </p:cNvSpPr>
            <p:nvPr/>
          </p:nvSpPr>
          <p:spPr bwMode="auto">
            <a:xfrm>
              <a:off x="204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63" name="Line 23">
              <a:extLst>
                <a:ext uri="{FF2B5EF4-FFF2-40B4-BE49-F238E27FC236}">
                  <a16:creationId xmlns:a16="http://schemas.microsoft.com/office/drawing/2014/main" id="{590C7253-94CE-E749-B770-CCD24D95B2C3}"/>
                </a:ext>
              </a:extLst>
            </p:cNvPr>
            <p:cNvSpPr>
              <a:spLocks noChangeShapeType="1"/>
            </p:cNvSpPr>
            <p:nvPr/>
          </p:nvSpPr>
          <p:spPr bwMode="auto">
            <a:xfrm>
              <a:off x="2303"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64" name="Line 24">
              <a:extLst>
                <a:ext uri="{FF2B5EF4-FFF2-40B4-BE49-F238E27FC236}">
                  <a16:creationId xmlns:a16="http://schemas.microsoft.com/office/drawing/2014/main" id="{E7F773FF-B2DC-6BCB-450B-ABADD82F557E}"/>
                </a:ext>
              </a:extLst>
            </p:cNvPr>
            <p:cNvSpPr>
              <a:spLocks noChangeShapeType="1"/>
            </p:cNvSpPr>
            <p:nvPr/>
          </p:nvSpPr>
          <p:spPr bwMode="auto">
            <a:xfrm>
              <a:off x="2563"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91865" name="Text Box 25">
            <a:extLst>
              <a:ext uri="{FF2B5EF4-FFF2-40B4-BE49-F238E27FC236}">
                <a16:creationId xmlns:a16="http://schemas.microsoft.com/office/drawing/2014/main" id="{DFFCF2B1-9CF8-235B-46E3-E7E13CFFB0AF}"/>
              </a:ext>
            </a:extLst>
          </p:cNvPr>
          <p:cNvSpPr txBox="1">
            <a:spLocks noChangeArrowheads="1"/>
          </p:cNvSpPr>
          <p:nvPr/>
        </p:nvSpPr>
        <p:spPr bwMode="auto">
          <a:xfrm>
            <a:off x="6553200" y="2667000"/>
            <a:ext cx="2375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a:t>
            </a:r>
          </a:p>
        </p:txBody>
      </p:sp>
      <p:sp>
        <p:nvSpPr>
          <p:cNvPr id="291866" name="Text Box 26">
            <a:extLst>
              <a:ext uri="{FF2B5EF4-FFF2-40B4-BE49-F238E27FC236}">
                <a16:creationId xmlns:a16="http://schemas.microsoft.com/office/drawing/2014/main" id="{A4CA1503-2A6D-665E-7ABE-EBE489E15F1B}"/>
              </a:ext>
            </a:extLst>
          </p:cNvPr>
          <p:cNvSpPr txBox="1">
            <a:spLocks noChangeArrowheads="1"/>
          </p:cNvSpPr>
          <p:nvPr/>
        </p:nvSpPr>
        <p:spPr bwMode="auto">
          <a:xfrm>
            <a:off x="10128250" y="2681288"/>
            <a:ext cx="2391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j</a:t>
            </a:r>
          </a:p>
        </p:txBody>
      </p:sp>
      <p:sp>
        <p:nvSpPr>
          <p:cNvPr id="291867" name="Line 27">
            <a:extLst>
              <a:ext uri="{FF2B5EF4-FFF2-40B4-BE49-F238E27FC236}">
                <a16:creationId xmlns:a16="http://schemas.microsoft.com/office/drawing/2014/main" id="{FCFCC584-FD4D-B593-AAB8-22E887B79D20}"/>
              </a:ext>
            </a:extLst>
          </p:cNvPr>
          <p:cNvSpPr>
            <a:spLocks noChangeShapeType="1"/>
          </p:cNvSpPr>
          <p:nvPr/>
        </p:nvSpPr>
        <p:spPr bwMode="auto">
          <a:xfrm flipV="1">
            <a:off x="6670675" y="24384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68" name="Line 28">
            <a:extLst>
              <a:ext uri="{FF2B5EF4-FFF2-40B4-BE49-F238E27FC236}">
                <a16:creationId xmlns:a16="http://schemas.microsoft.com/office/drawing/2014/main" id="{E841238A-1FAF-48AA-AE01-DE643C559FA6}"/>
              </a:ext>
            </a:extLst>
          </p:cNvPr>
          <p:cNvSpPr>
            <a:spLocks noChangeShapeType="1"/>
          </p:cNvSpPr>
          <p:nvPr/>
        </p:nvSpPr>
        <p:spPr bwMode="auto">
          <a:xfrm flipV="1">
            <a:off x="10245725" y="245268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69" name="Text Box 29">
            <a:extLst>
              <a:ext uri="{FF2B5EF4-FFF2-40B4-BE49-F238E27FC236}">
                <a16:creationId xmlns:a16="http://schemas.microsoft.com/office/drawing/2014/main" id="{A3E1BB57-4387-0CE5-8A3B-0F1FE670A477}"/>
              </a:ext>
            </a:extLst>
          </p:cNvPr>
          <p:cNvSpPr txBox="1">
            <a:spLocks noChangeArrowheads="1"/>
          </p:cNvSpPr>
          <p:nvPr/>
        </p:nvSpPr>
        <p:spPr bwMode="auto">
          <a:xfrm>
            <a:off x="6281738" y="1955800"/>
            <a:ext cx="4026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A:</a:t>
            </a:r>
          </a:p>
        </p:txBody>
      </p:sp>
      <p:grpSp>
        <p:nvGrpSpPr>
          <p:cNvPr id="291870" name="Group 30">
            <a:extLst>
              <a:ext uri="{FF2B5EF4-FFF2-40B4-BE49-F238E27FC236}">
                <a16:creationId xmlns:a16="http://schemas.microsoft.com/office/drawing/2014/main" id="{ED92B20D-6EA3-51EF-ADC8-60EFB70C680C}"/>
              </a:ext>
            </a:extLst>
          </p:cNvPr>
          <p:cNvGrpSpPr>
            <a:grpSpLocks/>
          </p:cNvGrpSpPr>
          <p:nvPr/>
        </p:nvGrpSpPr>
        <p:grpSpPr bwMode="auto">
          <a:xfrm>
            <a:off x="6281738" y="2909889"/>
            <a:ext cx="3852862" cy="1665287"/>
            <a:chOff x="2997" y="1833"/>
            <a:chExt cx="2427" cy="1049"/>
          </a:xfrm>
        </p:grpSpPr>
        <p:grpSp>
          <p:nvGrpSpPr>
            <p:cNvPr id="291871" name="Group 31">
              <a:extLst>
                <a:ext uri="{FF2B5EF4-FFF2-40B4-BE49-F238E27FC236}">
                  <a16:creationId xmlns:a16="http://schemas.microsoft.com/office/drawing/2014/main" id="{1D4DFC55-68E7-14BB-F28B-276C07AF8313}"/>
                </a:ext>
              </a:extLst>
            </p:cNvPr>
            <p:cNvGrpSpPr>
              <a:grpSpLocks/>
            </p:cNvGrpSpPr>
            <p:nvPr/>
          </p:nvGrpSpPr>
          <p:grpSpPr bwMode="auto">
            <a:xfrm>
              <a:off x="3341" y="2181"/>
              <a:ext cx="2083" cy="267"/>
              <a:chOff x="480" y="1152"/>
              <a:chExt cx="2083" cy="267"/>
            </a:xfrm>
          </p:grpSpPr>
          <p:sp>
            <p:nvSpPr>
              <p:cNvPr id="291872" name="Rectangle 32">
                <a:extLst>
                  <a:ext uri="{FF2B5EF4-FFF2-40B4-BE49-F238E27FC236}">
                    <a16:creationId xmlns:a16="http://schemas.microsoft.com/office/drawing/2014/main" id="{6A1F713B-3214-D39B-406F-D51C3020490C}"/>
                  </a:ext>
                </a:extLst>
              </p:cNvPr>
              <p:cNvSpPr>
                <a:spLocks noChangeArrowheads="1"/>
              </p:cNvSpPr>
              <p:nvPr/>
            </p:nvSpPr>
            <p:spPr bwMode="auto">
              <a:xfrm>
                <a:off x="2303"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a</a:t>
                </a:r>
                <a:r>
                  <a:rPr lang="en-US" altLang="en-US" sz="1800" baseline="-25000"/>
                  <a:t>r</a:t>
                </a:r>
                <a:endParaRPr lang="en-US" altLang="en-US" sz="1800"/>
              </a:p>
            </p:txBody>
          </p:sp>
          <p:sp>
            <p:nvSpPr>
              <p:cNvPr id="291873" name="Rectangle 33">
                <a:extLst>
                  <a:ext uri="{FF2B5EF4-FFF2-40B4-BE49-F238E27FC236}">
                    <a16:creationId xmlns:a16="http://schemas.microsoft.com/office/drawing/2014/main" id="{C6C3768E-BBF3-FEB0-93FC-7695E89D13BB}"/>
                  </a:ext>
                </a:extLst>
              </p:cNvPr>
              <p:cNvSpPr>
                <a:spLocks noChangeArrowheads="1"/>
              </p:cNvSpPr>
              <p:nvPr/>
            </p:nvSpPr>
            <p:spPr bwMode="auto">
              <a:xfrm>
                <a:off x="2042"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91874" name="Rectangle 34">
                <a:extLst>
                  <a:ext uri="{FF2B5EF4-FFF2-40B4-BE49-F238E27FC236}">
                    <a16:creationId xmlns:a16="http://schemas.microsoft.com/office/drawing/2014/main" id="{10F05623-3C76-EAB3-055A-610CB2F6DB0F}"/>
                  </a:ext>
                </a:extLst>
              </p:cNvPr>
              <p:cNvSpPr>
                <a:spLocks noChangeArrowheads="1"/>
              </p:cNvSpPr>
              <p:nvPr/>
            </p:nvSpPr>
            <p:spPr bwMode="auto">
              <a:xfrm>
                <a:off x="1782"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91875" name="Rectangle 35">
                <a:extLst>
                  <a:ext uri="{FF2B5EF4-FFF2-40B4-BE49-F238E27FC236}">
                    <a16:creationId xmlns:a16="http://schemas.microsoft.com/office/drawing/2014/main" id="{C13CF0BC-B92F-32CC-9D54-49B971EE9B20}"/>
                  </a:ext>
                </a:extLst>
              </p:cNvPr>
              <p:cNvSpPr>
                <a:spLocks noChangeArrowheads="1"/>
              </p:cNvSpPr>
              <p:nvPr/>
            </p:nvSpPr>
            <p:spPr bwMode="auto">
              <a:xfrm>
                <a:off x="1522"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91876" name="Rectangle 36">
                <a:extLst>
                  <a:ext uri="{FF2B5EF4-FFF2-40B4-BE49-F238E27FC236}">
                    <a16:creationId xmlns:a16="http://schemas.microsoft.com/office/drawing/2014/main" id="{FA165BC3-BDFE-CEE8-1058-12BEF7915B93}"/>
                  </a:ext>
                </a:extLst>
              </p:cNvPr>
              <p:cNvSpPr>
                <a:spLocks noChangeArrowheads="1"/>
              </p:cNvSpPr>
              <p:nvPr/>
            </p:nvSpPr>
            <p:spPr bwMode="auto">
              <a:xfrm>
                <a:off x="1261"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91877" name="Rectangle 37">
                <a:extLst>
                  <a:ext uri="{FF2B5EF4-FFF2-40B4-BE49-F238E27FC236}">
                    <a16:creationId xmlns:a16="http://schemas.microsoft.com/office/drawing/2014/main" id="{BD8EDB75-1388-83F0-7198-31CAFE6EAF4E}"/>
                  </a:ext>
                </a:extLst>
              </p:cNvPr>
              <p:cNvSpPr>
                <a:spLocks noChangeArrowheads="1"/>
              </p:cNvSpPr>
              <p:nvPr/>
            </p:nvSpPr>
            <p:spPr bwMode="auto">
              <a:xfrm>
                <a:off x="1001"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91878" name="Rectangle 38">
                <a:extLst>
                  <a:ext uri="{FF2B5EF4-FFF2-40B4-BE49-F238E27FC236}">
                    <a16:creationId xmlns:a16="http://schemas.microsoft.com/office/drawing/2014/main" id="{F80D05F0-7E74-19B1-DC91-EF79A21B9739}"/>
                  </a:ext>
                </a:extLst>
              </p:cNvPr>
              <p:cNvSpPr>
                <a:spLocks noChangeArrowheads="1"/>
              </p:cNvSpPr>
              <p:nvPr/>
            </p:nvSpPr>
            <p:spPr bwMode="auto">
              <a:xfrm>
                <a:off x="740" y="1152"/>
                <a:ext cx="261"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endParaRPr lang="en-US" altLang="en-US" sz="1800"/>
              </a:p>
            </p:txBody>
          </p:sp>
          <p:sp>
            <p:nvSpPr>
              <p:cNvPr id="291879" name="Rectangle 39">
                <a:extLst>
                  <a:ext uri="{FF2B5EF4-FFF2-40B4-BE49-F238E27FC236}">
                    <a16:creationId xmlns:a16="http://schemas.microsoft.com/office/drawing/2014/main" id="{6A73EA1F-B2DE-7E41-4FEE-BF3393F83465}"/>
                  </a:ext>
                </a:extLst>
              </p:cNvPr>
              <p:cNvSpPr>
                <a:spLocks noChangeArrowheads="1"/>
              </p:cNvSpPr>
              <p:nvPr/>
            </p:nvSpPr>
            <p:spPr bwMode="auto">
              <a:xfrm>
                <a:off x="480" y="1152"/>
                <a:ext cx="260" cy="2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chemeClr val="accent2"/>
                    </a:solidFill>
                    <a:latin typeface="Arial" panose="020B0604020202020204" pitchFamily="34" charset="0"/>
                  </a:defRPr>
                </a:lvl1pPr>
                <a:lvl2pPr>
                  <a:spcBef>
                    <a:spcPct val="20000"/>
                  </a:spcBef>
                  <a:buChar char="–"/>
                  <a:defRPr sz="2000">
                    <a:solidFill>
                      <a:schemeClr val="tx1"/>
                    </a:solidFill>
                    <a:latin typeface="Arial" panose="020B0604020202020204" pitchFamily="34" charset="0"/>
                  </a:defRPr>
                </a:lvl2pPr>
                <a:lvl3pPr>
                  <a:spcBef>
                    <a:spcPct val="20000"/>
                  </a:spcBef>
                  <a:buChar char="•"/>
                  <a:defRPr>
                    <a:solidFill>
                      <a:schemeClr val="accent2"/>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a:spcBef>
                    <a:spcPct val="20000"/>
                  </a:spcBef>
                  <a:buChar char="»"/>
                  <a:defRPr sz="1400">
                    <a:solidFill>
                      <a:schemeClr val="tx1"/>
                    </a:solidFill>
                    <a:latin typeface="Arial" panose="020B0604020202020204" pitchFamily="34" charset="0"/>
                  </a:defRPr>
                </a:lvl5pPr>
                <a:lvl6pPr fontAlgn="base">
                  <a:spcBef>
                    <a:spcPct val="20000"/>
                  </a:spcBef>
                  <a:spcAft>
                    <a:spcPct val="0"/>
                  </a:spcAft>
                  <a:buChar char="»"/>
                  <a:defRPr sz="1400">
                    <a:solidFill>
                      <a:schemeClr val="tx1"/>
                    </a:solidFill>
                    <a:latin typeface="Arial" panose="020B0604020202020204" pitchFamily="34" charset="0"/>
                  </a:defRPr>
                </a:lvl6pPr>
                <a:lvl7pPr fontAlgn="base">
                  <a:spcBef>
                    <a:spcPct val="20000"/>
                  </a:spcBef>
                  <a:spcAft>
                    <a:spcPct val="0"/>
                  </a:spcAft>
                  <a:buChar char="»"/>
                  <a:defRPr sz="1400">
                    <a:solidFill>
                      <a:schemeClr val="tx1"/>
                    </a:solidFill>
                    <a:latin typeface="Arial" panose="020B0604020202020204" pitchFamily="34" charset="0"/>
                  </a:defRPr>
                </a:lvl7pPr>
                <a:lvl8pPr fontAlgn="base">
                  <a:spcBef>
                    <a:spcPct val="20000"/>
                  </a:spcBef>
                  <a:spcAft>
                    <a:spcPct val="0"/>
                  </a:spcAft>
                  <a:buChar char="»"/>
                  <a:defRPr sz="1400">
                    <a:solidFill>
                      <a:schemeClr val="tx1"/>
                    </a:solidFill>
                    <a:latin typeface="Arial" panose="020B0604020202020204" pitchFamily="34" charset="0"/>
                  </a:defRPr>
                </a:lvl8pPr>
                <a:lvl9pPr fontAlgn="base">
                  <a:spcBef>
                    <a:spcPct val="20000"/>
                  </a:spcBef>
                  <a:spcAft>
                    <a:spcPct val="0"/>
                  </a:spcAft>
                  <a:buChar char="»"/>
                  <a:defRPr sz="1400">
                    <a:solidFill>
                      <a:schemeClr val="tx1"/>
                    </a:solidFill>
                    <a:latin typeface="Arial" panose="020B0604020202020204" pitchFamily="34" charset="0"/>
                  </a:defRPr>
                </a:lvl9pPr>
              </a:lstStyle>
              <a:p>
                <a:pPr algn="ctr">
                  <a:buFontTx/>
                  <a:buNone/>
                </a:pPr>
                <a:r>
                  <a:rPr lang="en-US" altLang="en-US" sz="1800"/>
                  <a:t>a</a:t>
                </a:r>
                <a:r>
                  <a:rPr lang="en-US" altLang="en-US" sz="1800" baseline="-25000"/>
                  <a:t>p</a:t>
                </a:r>
                <a:endParaRPr lang="en-US" altLang="en-US" sz="1800"/>
              </a:p>
            </p:txBody>
          </p:sp>
          <p:sp>
            <p:nvSpPr>
              <p:cNvPr id="291880" name="Line 40">
                <a:extLst>
                  <a:ext uri="{FF2B5EF4-FFF2-40B4-BE49-F238E27FC236}">
                    <a16:creationId xmlns:a16="http://schemas.microsoft.com/office/drawing/2014/main" id="{E1AA5AE0-DBE8-4E7A-AA31-7185E4BF5AE0}"/>
                  </a:ext>
                </a:extLst>
              </p:cNvPr>
              <p:cNvSpPr>
                <a:spLocks noChangeShapeType="1"/>
              </p:cNvSpPr>
              <p:nvPr/>
            </p:nvSpPr>
            <p:spPr bwMode="auto">
              <a:xfrm>
                <a:off x="480" y="1152"/>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81" name="Line 41">
                <a:extLst>
                  <a:ext uri="{FF2B5EF4-FFF2-40B4-BE49-F238E27FC236}">
                    <a16:creationId xmlns:a16="http://schemas.microsoft.com/office/drawing/2014/main" id="{71E4122F-C1EA-FDCC-DF41-D4FF9ADB95B4}"/>
                  </a:ext>
                </a:extLst>
              </p:cNvPr>
              <p:cNvSpPr>
                <a:spLocks noChangeShapeType="1"/>
              </p:cNvSpPr>
              <p:nvPr/>
            </p:nvSpPr>
            <p:spPr bwMode="auto">
              <a:xfrm>
                <a:off x="480" y="1419"/>
                <a:ext cx="20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82" name="Line 42">
                <a:extLst>
                  <a:ext uri="{FF2B5EF4-FFF2-40B4-BE49-F238E27FC236}">
                    <a16:creationId xmlns:a16="http://schemas.microsoft.com/office/drawing/2014/main" id="{391CAC24-8450-1464-D3C8-46DB71A68F68}"/>
                  </a:ext>
                </a:extLst>
              </p:cNvPr>
              <p:cNvSpPr>
                <a:spLocks noChangeShapeType="1"/>
              </p:cNvSpPr>
              <p:nvPr/>
            </p:nvSpPr>
            <p:spPr bwMode="auto">
              <a:xfrm>
                <a:off x="480"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83" name="Line 43">
                <a:extLst>
                  <a:ext uri="{FF2B5EF4-FFF2-40B4-BE49-F238E27FC236}">
                    <a16:creationId xmlns:a16="http://schemas.microsoft.com/office/drawing/2014/main" id="{04A93358-E48F-6144-8FB8-4CD6EBEC1562}"/>
                  </a:ext>
                </a:extLst>
              </p:cNvPr>
              <p:cNvSpPr>
                <a:spLocks noChangeShapeType="1"/>
              </p:cNvSpPr>
              <p:nvPr/>
            </p:nvSpPr>
            <p:spPr bwMode="auto">
              <a:xfrm>
                <a:off x="740"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84" name="Line 44">
                <a:extLst>
                  <a:ext uri="{FF2B5EF4-FFF2-40B4-BE49-F238E27FC236}">
                    <a16:creationId xmlns:a16="http://schemas.microsoft.com/office/drawing/2014/main" id="{B4F58216-C50A-55E9-9F88-CC4B40BD41D8}"/>
                  </a:ext>
                </a:extLst>
              </p:cNvPr>
              <p:cNvSpPr>
                <a:spLocks noChangeShapeType="1"/>
              </p:cNvSpPr>
              <p:nvPr/>
            </p:nvSpPr>
            <p:spPr bwMode="auto">
              <a:xfrm>
                <a:off x="100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85" name="Line 45">
                <a:extLst>
                  <a:ext uri="{FF2B5EF4-FFF2-40B4-BE49-F238E27FC236}">
                    <a16:creationId xmlns:a16="http://schemas.microsoft.com/office/drawing/2014/main" id="{F627D355-9808-BAB1-59E4-CF2F0AD57A5D}"/>
                  </a:ext>
                </a:extLst>
              </p:cNvPr>
              <p:cNvSpPr>
                <a:spLocks noChangeShapeType="1"/>
              </p:cNvSpPr>
              <p:nvPr/>
            </p:nvSpPr>
            <p:spPr bwMode="auto">
              <a:xfrm>
                <a:off x="1261"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86" name="Line 46">
                <a:extLst>
                  <a:ext uri="{FF2B5EF4-FFF2-40B4-BE49-F238E27FC236}">
                    <a16:creationId xmlns:a16="http://schemas.microsoft.com/office/drawing/2014/main" id="{09534AB2-7AD5-52CE-BF1A-DD1866055070}"/>
                  </a:ext>
                </a:extLst>
              </p:cNvPr>
              <p:cNvSpPr>
                <a:spLocks noChangeShapeType="1"/>
              </p:cNvSpPr>
              <p:nvPr/>
            </p:nvSpPr>
            <p:spPr bwMode="auto">
              <a:xfrm>
                <a:off x="152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87" name="Line 47">
                <a:extLst>
                  <a:ext uri="{FF2B5EF4-FFF2-40B4-BE49-F238E27FC236}">
                    <a16:creationId xmlns:a16="http://schemas.microsoft.com/office/drawing/2014/main" id="{C36D1D93-CE07-C5C0-C6F4-9D023A7061B6}"/>
                  </a:ext>
                </a:extLst>
              </p:cNvPr>
              <p:cNvSpPr>
                <a:spLocks noChangeShapeType="1"/>
              </p:cNvSpPr>
              <p:nvPr/>
            </p:nvSpPr>
            <p:spPr bwMode="auto">
              <a:xfrm>
                <a:off x="178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88" name="Line 48">
                <a:extLst>
                  <a:ext uri="{FF2B5EF4-FFF2-40B4-BE49-F238E27FC236}">
                    <a16:creationId xmlns:a16="http://schemas.microsoft.com/office/drawing/2014/main" id="{C3910BED-C230-25B4-D114-3F284578C011}"/>
                  </a:ext>
                </a:extLst>
              </p:cNvPr>
              <p:cNvSpPr>
                <a:spLocks noChangeShapeType="1"/>
              </p:cNvSpPr>
              <p:nvPr/>
            </p:nvSpPr>
            <p:spPr bwMode="auto">
              <a:xfrm>
                <a:off x="2042"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89" name="Line 49">
                <a:extLst>
                  <a:ext uri="{FF2B5EF4-FFF2-40B4-BE49-F238E27FC236}">
                    <a16:creationId xmlns:a16="http://schemas.microsoft.com/office/drawing/2014/main" id="{9AB4333A-F5C2-843D-9FD7-0EBBD0786A2E}"/>
                  </a:ext>
                </a:extLst>
              </p:cNvPr>
              <p:cNvSpPr>
                <a:spLocks noChangeShapeType="1"/>
              </p:cNvSpPr>
              <p:nvPr/>
            </p:nvSpPr>
            <p:spPr bwMode="auto">
              <a:xfrm>
                <a:off x="2303" y="1152"/>
                <a:ext cx="0" cy="2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90" name="Line 50">
                <a:extLst>
                  <a:ext uri="{FF2B5EF4-FFF2-40B4-BE49-F238E27FC236}">
                    <a16:creationId xmlns:a16="http://schemas.microsoft.com/office/drawing/2014/main" id="{6EB47E4D-4F19-B82D-5626-9737032F7CBC}"/>
                  </a:ext>
                </a:extLst>
              </p:cNvPr>
              <p:cNvSpPr>
                <a:spLocks noChangeShapeType="1"/>
              </p:cNvSpPr>
              <p:nvPr/>
            </p:nvSpPr>
            <p:spPr bwMode="auto">
              <a:xfrm>
                <a:off x="2563" y="1152"/>
                <a:ext cx="0" cy="26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91891" name="Text Box 51">
              <a:extLst>
                <a:ext uri="{FF2B5EF4-FFF2-40B4-BE49-F238E27FC236}">
                  <a16:creationId xmlns:a16="http://schemas.microsoft.com/office/drawing/2014/main" id="{C880231C-4337-BE95-2907-0428935597E8}"/>
                </a:ext>
              </a:extLst>
            </p:cNvPr>
            <p:cNvSpPr txBox="1">
              <a:spLocks noChangeArrowheads="1"/>
            </p:cNvSpPr>
            <p:nvPr/>
          </p:nvSpPr>
          <p:spPr bwMode="auto">
            <a:xfrm>
              <a:off x="4700" y="2649"/>
              <a:ext cx="15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a:t>
              </a:r>
            </a:p>
          </p:txBody>
        </p:sp>
        <p:sp>
          <p:nvSpPr>
            <p:cNvPr id="291892" name="Text Box 52">
              <a:extLst>
                <a:ext uri="{FF2B5EF4-FFF2-40B4-BE49-F238E27FC236}">
                  <a16:creationId xmlns:a16="http://schemas.microsoft.com/office/drawing/2014/main" id="{4126965C-CE76-920F-4A96-A033DF85FA77}"/>
                </a:ext>
              </a:extLst>
            </p:cNvPr>
            <p:cNvSpPr txBox="1">
              <a:spLocks noChangeArrowheads="1"/>
            </p:cNvSpPr>
            <p:nvPr/>
          </p:nvSpPr>
          <p:spPr bwMode="auto">
            <a:xfrm>
              <a:off x="4392" y="2649"/>
              <a:ext cx="3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j=q</a:t>
              </a:r>
            </a:p>
          </p:txBody>
        </p:sp>
        <p:sp>
          <p:nvSpPr>
            <p:cNvPr id="291893" name="Line 53">
              <a:extLst>
                <a:ext uri="{FF2B5EF4-FFF2-40B4-BE49-F238E27FC236}">
                  <a16:creationId xmlns:a16="http://schemas.microsoft.com/office/drawing/2014/main" id="{607EB5C9-F3B2-00E5-E3E5-BB6E7F881400}"/>
                </a:ext>
              </a:extLst>
            </p:cNvPr>
            <p:cNvSpPr>
              <a:spLocks noChangeShapeType="1"/>
            </p:cNvSpPr>
            <p:nvPr/>
          </p:nvSpPr>
          <p:spPr bwMode="auto">
            <a:xfrm flipV="1">
              <a:off x="4774" y="2505"/>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94" name="Line 54">
              <a:extLst>
                <a:ext uri="{FF2B5EF4-FFF2-40B4-BE49-F238E27FC236}">
                  <a16:creationId xmlns:a16="http://schemas.microsoft.com/office/drawing/2014/main" id="{78411B67-3801-1B6A-FA71-AB745FF27C08}"/>
                </a:ext>
              </a:extLst>
            </p:cNvPr>
            <p:cNvSpPr>
              <a:spLocks noChangeShapeType="1"/>
            </p:cNvSpPr>
            <p:nvPr/>
          </p:nvSpPr>
          <p:spPr bwMode="auto">
            <a:xfrm flipV="1">
              <a:off x="4534" y="2505"/>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1895" name="Text Box 55">
              <a:extLst>
                <a:ext uri="{FF2B5EF4-FFF2-40B4-BE49-F238E27FC236}">
                  <a16:creationId xmlns:a16="http://schemas.microsoft.com/office/drawing/2014/main" id="{DEDECC93-FF23-14A5-7636-E22C34CE47EA}"/>
                </a:ext>
              </a:extLst>
            </p:cNvPr>
            <p:cNvSpPr txBox="1">
              <a:spLocks noChangeArrowheads="1"/>
            </p:cNvSpPr>
            <p:nvPr/>
          </p:nvSpPr>
          <p:spPr bwMode="auto">
            <a:xfrm>
              <a:off x="2997" y="2192"/>
              <a:ext cx="25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A:</a:t>
              </a:r>
            </a:p>
          </p:txBody>
        </p:sp>
        <p:sp>
          <p:nvSpPr>
            <p:cNvPr id="291896" name="AutoShape 56">
              <a:extLst>
                <a:ext uri="{FF2B5EF4-FFF2-40B4-BE49-F238E27FC236}">
                  <a16:creationId xmlns:a16="http://schemas.microsoft.com/office/drawing/2014/main" id="{292730A8-E23A-8EFA-F6E8-BD2DF9DD8E87}"/>
                </a:ext>
              </a:extLst>
            </p:cNvPr>
            <p:cNvSpPr>
              <a:spLocks/>
            </p:cNvSpPr>
            <p:nvPr/>
          </p:nvSpPr>
          <p:spPr bwMode="auto">
            <a:xfrm rot="5400000">
              <a:off x="3912" y="1464"/>
              <a:ext cx="96" cy="1296"/>
            </a:xfrm>
            <a:prstGeom prst="leftBrace">
              <a:avLst>
                <a:gd name="adj1" fmla="val 1125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1897" name="AutoShape 57">
              <a:extLst>
                <a:ext uri="{FF2B5EF4-FFF2-40B4-BE49-F238E27FC236}">
                  <a16:creationId xmlns:a16="http://schemas.microsoft.com/office/drawing/2014/main" id="{5B706918-CF49-D6CE-20D1-0D595F15D8B6}"/>
                </a:ext>
              </a:extLst>
            </p:cNvPr>
            <p:cNvSpPr>
              <a:spLocks/>
            </p:cNvSpPr>
            <p:nvPr/>
          </p:nvSpPr>
          <p:spPr bwMode="auto">
            <a:xfrm rot="5400000">
              <a:off x="4992" y="1728"/>
              <a:ext cx="96" cy="768"/>
            </a:xfrm>
            <a:prstGeom prst="lef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1898" name="Text Box 58">
              <a:extLst>
                <a:ext uri="{FF2B5EF4-FFF2-40B4-BE49-F238E27FC236}">
                  <a16:creationId xmlns:a16="http://schemas.microsoft.com/office/drawing/2014/main" id="{21EDBEC8-FAB9-1A4E-6F82-C338BD2D9A7F}"/>
                </a:ext>
              </a:extLst>
            </p:cNvPr>
            <p:cNvSpPr txBox="1">
              <a:spLocks noChangeArrowheads="1"/>
            </p:cNvSpPr>
            <p:nvPr/>
          </p:nvSpPr>
          <p:spPr bwMode="auto">
            <a:xfrm>
              <a:off x="3648" y="1833"/>
              <a:ext cx="57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A[p…q]</a:t>
              </a:r>
            </a:p>
          </p:txBody>
        </p:sp>
        <p:sp>
          <p:nvSpPr>
            <p:cNvPr id="291899" name="Text Box 59">
              <a:extLst>
                <a:ext uri="{FF2B5EF4-FFF2-40B4-BE49-F238E27FC236}">
                  <a16:creationId xmlns:a16="http://schemas.microsoft.com/office/drawing/2014/main" id="{8D214BC0-D4A9-6E26-15BF-91EC105A8D94}"/>
                </a:ext>
              </a:extLst>
            </p:cNvPr>
            <p:cNvSpPr txBox="1">
              <a:spLocks noChangeArrowheads="1"/>
            </p:cNvSpPr>
            <p:nvPr/>
          </p:nvSpPr>
          <p:spPr bwMode="auto">
            <a:xfrm>
              <a:off x="4704" y="1833"/>
              <a:ext cx="7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A[q+1…r]</a:t>
              </a:r>
            </a:p>
          </p:txBody>
        </p:sp>
        <p:sp>
          <p:nvSpPr>
            <p:cNvPr id="291900" name="Text Box 60">
              <a:extLst>
                <a:ext uri="{FF2B5EF4-FFF2-40B4-BE49-F238E27FC236}">
                  <a16:creationId xmlns:a16="http://schemas.microsoft.com/office/drawing/2014/main" id="{079E2507-5EE0-386E-24A7-3A6D2991D078}"/>
                </a:ext>
              </a:extLst>
            </p:cNvPr>
            <p:cNvSpPr txBox="1">
              <a:spLocks noChangeArrowheads="1"/>
            </p:cNvSpPr>
            <p:nvPr/>
          </p:nvSpPr>
          <p:spPr bwMode="auto">
            <a:xfrm>
              <a:off x="4512" y="1881"/>
              <a:ext cx="19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cs typeface="Arial" panose="020B0604020202020204" pitchFamily="34" charset="0"/>
                </a:rPr>
                <a:t>≤</a:t>
              </a:r>
            </a:p>
          </p:txBody>
        </p:sp>
      </p:grpSp>
      <p:sp>
        <p:nvSpPr>
          <p:cNvPr id="291901" name="Text Box 61">
            <a:extLst>
              <a:ext uri="{FF2B5EF4-FFF2-40B4-BE49-F238E27FC236}">
                <a16:creationId xmlns:a16="http://schemas.microsoft.com/office/drawing/2014/main" id="{FA3584D2-C66B-05B7-9BF7-20B3A8A357E3}"/>
              </a:ext>
            </a:extLst>
          </p:cNvPr>
          <p:cNvSpPr txBox="1">
            <a:spLocks noChangeArrowheads="1"/>
          </p:cNvSpPr>
          <p:nvPr/>
        </p:nvSpPr>
        <p:spPr bwMode="auto">
          <a:xfrm>
            <a:off x="6892926" y="1592263"/>
            <a:ext cx="2841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Monotype Corsiva" panose="03010101010201010101" pitchFamily="66" charset="0"/>
              </a:rPr>
              <a:t>p</a:t>
            </a:r>
          </a:p>
        </p:txBody>
      </p:sp>
      <p:sp>
        <p:nvSpPr>
          <p:cNvPr id="291902" name="Text Box 62">
            <a:extLst>
              <a:ext uri="{FF2B5EF4-FFF2-40B4-BE49-F238E27FC236}">
                <a16:creationId xmlns:a16="http://schemas.microsoft.com/office/drawing/2014/main" id="{81C1D912-959E-E5E2-6F92-70BCAF14DACD}"/>
              </a:ext>
            </a:extLst>
          </p:cNvPr>
          <p:cNvSpPr txBox="1">
            <a:spLocks noChangeArrowheads="1"/>
          </p:cNvSpPr>
          <p:nvPr/>
        </p:nvSpPr>
        <p:spPr bwMode="auto">
          <a:xfrm>
            <a:off x="9798051" y="1676400"/>
            <a:ext cx="2524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Monotype Corsiva" panose="03010101010201010101" pitchFamily="66" charset="0"/>
              </a:rPr>
              <a:t>r</a:t>
            </a:r>
          </a:p>
        </p:txBody>
      </p:sp>
      <p:sp>
        <p:nvSpPr>
          <p:cNvPr id="291903" name="Text Box 63">
            <a:extLst>
              <a:ext uri="{FF2B5EF4-FFF2-40B4-BE49-F238E27FC236}">
                <a16:creationId xmlns:a16="http://schemas.microsoft.com/office/drawing/2014/main" id="{3D6A7C7C-B2BA-30AA-2BBE-31FA21FDF1F2}"/>
              </a:ext>
            </a:extLst>
          </p:cNvPr>
          <p:cNvSpPr txBox="1">
            <a:spLocks noChangeArrowheads="1"/>
          </p:cNvSpPr>
          <p:nvPr/>
        </p:nvSpPr>
        <p:spPr bwMode="auto">
          <a:xfrm>
            <a:off x="7772403" y="4991101"/>
            <a:ext cx="320039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dirty="0"/>
              <a:t>Each element is visited once!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2918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918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a:extLst>
              <a:ext uri="{FF2B5EF4-FFF2-40B4-BE49-F238E27FC236}">
                <a16:creationId xmlns:a16="http://schemas.microsoft.com/office/drawing/2014/main" id="{C6419F4D-865E-6D6D-CB4D-3ADFA9F173A5}"/>
              </a:ext>
            </a:extLst>
          </p:cNvPr>
          <p:cNvSpPr>
            <a:spLocks noGrp="1" noChangeArrowheads="1"/>
          </p:cNvSpPr>
          <p:nvPr>
            <p:ph type="title"/>
          </p:nvPr>
        </p:nvSpPr>
        <p:spPr/>
        <p:txBody>
          <a:bodyPr/>
          <a:lstStyle/>
          <a:p>
            <a:r>
              <a:rPr lang="en-US" altLang="en-US" sz="3200" b="1" dirty="0">
                <a:solidFill>
                  <a:srgbClr val="004200"/>
                </a:solidFill>
                <a:latin typeface="Arial"/>
                <a:ea typeface="+mn-ea"/>
                <a:cs typeface="Arial"/>
              </a:rPr>
              <a:t>Recurrence</a:t>
            </a:r>
          </a:p>
        </p:txBody>
      </p:sp>
      <p:sp>
        <p:nvSpPr>
          <p:cNvPr id="356355" name="Rectangle 3">
            <a:extLst>
              <a:ext uri="{FF2B5EF4-FFF2-40B4-BE49-F238E27FC236}">
                <a16:creationId xmlns:a16="http://schemas.microsoft.com/office/drawing/2014/main" id="{FB979CC2-80DF-A876-5B7D-0BC28517CA48}"/>
              </a:ext>
            </a:extLst>
          </p:cNvPr>
          <p:cNvSpPr>
            <a:spLocks noGrp="1" noChangeArrowheads="1"/>
          </p:cNvSpPr>
          <p:nvPr>
            <p:ph type="body" idx="1"/>
          </p:nvPr>
        </p:nvSpPr>
        <p:spPr/>
        <p:txBody>
          <a:bodyPr>
            <a:normAutofit/>
          </a:bodyPr>
          <a:lstStyle/>
          <a:p>
            <a:pPr>
              <a:lnSpc>
                <a:spcPct val="200000"/>
              </a:lnSpc>
              <a:buFontTx/>
              <a:buNone/>
            </a:pPr>
            <a:r>
              <a:rPr lang="en-US" altLang="en-US" sz="2400" dirty="0">
                <a:latin typeface="Monotype Corsiva" panose="03010101010201010101" pitchFamily="66" charset="0"/>
              </a:rPr>
              <a:t>Alg.:</a:t>
            </a:r>
            <a:r>
              <a:rPr lang="en-US" altLang="en-US" sz="2400" dirty="0"/>
              <a:t> QUICKSORT</a:t>
            </a:r>
            <a:r>
              <a:rPr lang="en-US" altLang="en-US" sz="2400" dirty="0">
                <a:latin typeface="Comic Sans MS" panose="030F0702030302020204" pitchFamily="66" charset="0"/>
              </a:rPr>
              <a:t>(A, p, r)</a:t>
            </a:r>
          </a:p>
          <a:p>
            <a:pPr>
              <a:lnSpc>
                <a:spcPct val="110000"/>
              </a:lnSpc>
              <a:buFontTx/>
              <a:buNone/>
            </a:pPr>
            <a:r>
              <a:rPr lang="en-US" altLang="en-US" sz="2400" dirty="0"/>
              <a:t>	</a:t>
            </a:r>
            <a:r>
              <a:rPr lang="en-US" altLang="en-US" sz="2400" b="1" dirty="0"/>
              <a:t>if</a:t>
            </a:r>
            <a:r>
              <a:rPr lang="en-US" altLang="en-US" sz="2400" dirty="0"/>
              <a:t> </a:t>
            </a:r>
            <a:r>
              <a:rPr lang="en-US" altLang="en-US" sz="2400" dirty="0">
                <a:latin typeface="Comic Sans MS" panose="030F0702030302020204" pitchFamily="66" charset="0"/>
              </a:rPr>
              <a:t>p &lt; r</a:t>
            </a:r>
          </a:p>
          <a:p>
            <a:pPr>
              <a:lnSpc>
                <a:spcPct val="110000"/>
              </a:lnSpc>
              <a:buFontTx/>
              <a:buNone/>
            </a:pPr>
            <a:r>
              <a:rPr lang="en-US" altLang="en-US" sz="2400" dirty="0"/>
              <a:t>	   </a:t>
            </a:r>
            <a:r>
              <a:rPr lang="en-US" altLang="en-US" sz="2400" b="1" dirty="0"/>
              <a:t>then</a:t>
            </a:r>
            <a:r>
              <a:rPr lang="en-US" altLang="en-US" sz="2400" dirty="0"/>
              <a:t> </a:t>
            </a:r>
            <a:r>
              <a:rPr lang="en-US" altLang="en-US" sz="2400" dirty="0">
                <a:latin typeface="Comic Sans MS" panose="030F0702030302020204" pitchFamily="66" charset="0"/>
              </a:rPr>
              <a:t>q</a:t>
            </a:r>
            <a:r>
              <a:rPr lang="en-US" altLang="en-US" sz="2400" dirty="0"/>
              <a:t> </a:t>
            </a:r>
            <a:r>
              <a:rPr lang="en-US" altLang="en-US" sz="2400" dirty="0">
                <a:sym typeface="Symbol" panose="05050102010706020507" pitchFamily="18" charset="2"/>
              </a:rPr>
              <a:t> PARTITION</a:t>
            </a:r>
            <a:r>
              <a:rPr lang="en-US" altLang="en-US" sz="2400" dirty="0">
                <a:latin typeface="Comic Sans MS" panose="030F0702030302020204" pitchFamily="66" charset="0"/>
                <a:sym typeface="Symbol" panose="05050102010706020507" pitchFamily="18" charset="2"/>
              </a:rPr>
              <a:t>(A, p, r)</a:t>
            </a:r>
          </a:p>
          <a:p>
            <a:pPr>
              <a:lnSpc>
                <a:spcPct val="110000"/>
              </a:lnSpc>
              <a:buFontTx/>
              <a:buNone/>
            </a:pPr>
            <a:r>
              <a:rPr lang="en-US" altLang="en-US" sz="2400" dirty="0">
                <a:sym typeface="Symbol" panose="05050102010706020507" pitchFamily="18" charset="2"/>
              </a:rPr>
              <a:t>		     QUICKSORT </a:t>
            </a:r>
            <a:r>
              <a:rPr lang="en-US" altLang="en-US" sz="2400" dirty="0">
                <a:latin typeface="Comic Sans MS" panose="030F0702030302020204" pitchFamily="66" charset="0"/>
                <a:sym typeface="Symbol" panose="05050102010706020507" pitchFamily="18" charset="2"/>
              </a:rPr>
              <a:t>(A, p, q)</a:t>
            </a:r>
          </a:p>
          <a:p>
            <a:pPr>
              <a:lnSpc>
                <a:spcPct val="110000"/>
              </a:lnSpc>
              <a:buFontTx/>
              <a:buNone/>
            </a:pPr>
            <a:r>
              <a:rPr lang="en-US" altLang="en-US" sz="2400" dirty="0">
                <a:sym typeface="Symbol" panose="05050102010706020507" pitchFamily="18" charset="2"/>
              </a:rPr>
              <a:t>		     QUICKSORT </a:t>
            </a:r>
            <a:r>
              <a:rPr lang="en-US" altLang="en-US" sz="2400" dirty="0">
                <a:latin typeface="Comic Sans MS" panose="030F0702030302020204" pitchFamily="66" charset="0"/>
                <a:sym typeface="Symbol" panose="05050102010706020507" pitchFamily="18" charset="2"/>
              </a:rPr>
              <a:t>(A, q+1, r)</a:t>
            </a:r>
          </a:p>
        </p:txBody>
      </p:sp>
      <p:sp>
        <p:nvSpPr>
          <p:cNvPr id="356357" name="Text Box 5">
            <a:extLst>
              <a:ext uri="{FF2B5EF4-FFF2-40B4-BE49-F238E27FC236}">
                <a16:creationId xmlns:a16="http://schemas.microsoft.com/office/drawing/2014/main" id="{8B85A852-AC58-3CBE-6725-033B847BB815}"/>
              </a:ext>
            </a:extLst>
          </p:cNvPr>
          <p:cNvSpPr txBox="1">
            <a:spLocks noChangeArrowheads="1"/>
          </p:cNvSpPr>
          <p:nvPr/>
        </p:nvSpPr>
        <p:spPr bwMode="auto">
          <a:xfrm>
            <a:off x="2336800" y="5362576"/>
            <a:ext cx="16836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t>Recurrence:</a:t>
            </a:r>
          </a:p>
        </p:txBody>
      </p:sp>
      <p:sp>
        <p:nvSpPr>
          <p:cNvPr id="356358" name="Text Box 6">
            <a:extLst>
              <a:ext uri="{FF2B5EF4-FFF2-40B4-BE49-F238E27FC236}">
                <a16:creationId xmlns:a16="http://schemas.microsoft.com/office/drawing/2014/main" id="{3FBF9411-566B-29D0-41C3-CB8172A3B5F1}"/>
              </a:ext>
            </a:extLst>
          </p:cNvPr>
          <p:cNvSpPr txBox="1">
            <a:spLocks noChangeArrowheads="1"/>
          </p:cNvSpPr>
          <p:nvPr/>
        </p:nvSpPr>
        <p:spPr bwMode="auto">
          <a:xfrm>
            <a:off x="6411914" y="1976735"/>
            <a:ext cx="25619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t>Initially: p = 1, r = n</a:t>
            </a:r>
          </a:p>
        </p:txBody>
      </p:sp>
      <p:sp>
        <p:nvSpPr>
          <p:cNvPr id="356360" name="Rectangle 8">
            <a:extLst>
              <a:ext uri="{FF2B5EF4-FFF2-40B4-BE49-F238E27FC236}">
                <a16:creationId xmlns:a16="http://schemas.microsoft.com/office/drawing/2014/main" id="{CC7F0EC1-7C99-B4B9-AC2C-105F487E25BE}"/>
              </a:ext>
            </a:extLst>
          </p:cNvPr>
          <p:cNvSpPr>
            <a:spLocks noChangeArrowheads="1"/>
          </p:cNvSpPr>
          <p:nvPr/>
        </p:nvSpPr>
        <p:spPr bwMode="auto">
          <a:xfrm>
            <a:off x="4356101" y="5881688"/>
            <a:ext cx="3971925"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a:solidFill>
                  <a:schemeClr val="accent2"/>
                </a:solidFill>
              </a:rPr>
              <a:t>T(n) = T(q) + T(n – q) + n</a:t>
            </a:r>
            <a:endParaRPr lang="en-US" altLang="en-US" sz="2400">
              <a:solidFill>
                <a:schemeClr val="accent2"/>
              </a:solidFill>
              <a:sym typeface="Symbol" panose="05050102010706020507" pitchFamily="18" charset="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610A6ADD-2C09-0621-E766-E27C03045154}"/>
              </a:ext>
            </a:extLst>
          </p:cNvPr>
          <p:cNvSpPr>
            <a:spLocks noGrp="1"/>
          </p:cNvSpPr>
          <p:nvPr>
            <p:ph type="sldNum" sz="quarter" idx="11"/>
          </p:nvPr>
        </p:nvSpPr>
        <p:spPr/>
        <p:txBody>
          <a:bodyPr/>
          <a:lstStyle/>
          <a:p>
            <a:fld id="{E4CAA34B-AD73-4067-ABF9-A0ADDC527D64}" type="slidenum">
              <a:rPr lang="en-US" altLang="en-US"/>
              <a:pPr/>
              <a:t>61</a:t>
            </a:fld>
            <a:endParaRPr lang="en-US" altLang="en-US"/>
          </a:p>
        </p:txBody>
      </p:sp>
      <p:sp>
        <p:nvSpPr>
          <p:cNvPr id="292866" name="Rectangle 2">
            <a:extLst>
              <a:ext uri="{FF2B5EF4-FFF2-40B4-BE49-F238E27FC236}">
                <a16:creationId xmlns:a16="http://schemas.microsoft.com/office/drawing/2014/main" id="{72822DEF-BB3F-34F3-F05E-FC051101B398}"/>
              </a:ext>
            </a:extLst>
          </p:cNvPr>
          <p:cNvSpPr>
            <a:spLocks noGrp="1" noChangeArrowheads="1"/>
          </p:cNvSpPr>
          <p:nvPr>
            <p:ph type="title"/>
          </p:nvPr>
        </p:nvSpPr>
        <p:spPr>
          <a:xfrm>
            <a:off x="1066800" y="769938"/>
            <a:ext cx="10058400" cy="906462"/>
          </a:xfrm>
        </p:spPr>
        <p:txBody>
          <a:bodyPr>
            <a:normAutofit/>
          </a:bodyPr>
          <a:lstStyle/>
          <a:p>
            <a:r>
              <a:rPr lang="en-US" altLang="en-US" sz="3200" b="1" dirty="0">
                <a:solidFill>
                  <a:srgbClr val="004200"/>
                </a:solidFill>
                <a:latin typeface="Arial"/>
                <a:ea typeface="+mn-ea"/>
                <a:cs typeface="Arial"/>
              </a:rPr>
              <a:t>Worst Case Partitioning</a:t>
            </a:r>
          </a:p>
        </p:txBody>
      </p:sp>
      <p:sp>
        <p:nvSpPr>
          <p:cNvPr id="292867" name="Rectangle 3">
            <a:extLst>
              <a:ext uri="{FF2B5EF4-FFF2-40B4-BE49-F238E27FC236}">
                <a16:creationId xmlns:a16="http://schemas.microsoft.com/office/drawing/2014/main" id="{25B626FF-8BF3-13F6-2B6A-0CE2327305FE}"/>
              </a:ext>
            </a:extLst>
          </p:cNvPr>
          <p:cNvSpPr>
            <a:spLocks noGrp="1" noChangeArrowheads="1"/>
          </p:cNvSpPr>
          <p:nvPr>
            <p:ph type="body" sz="half" idx="1"/>
          </p:nvPr>
        </p:nvSpPr>
        <p:spPr>
          <a:xfrm>
            <a:off x="1219200" y="1828805"/>
            <a:ext cx="9906000" cy="4462459"/>
          </a:xfrm>
        </p:spPr>
        <p:txBody>
          <a:bodyPr>
            <a:normAutofit fontScale="85000" lnSpcReduction="20000"/>
          </a:bodyPr>
          <a:lstStyle/>
          <a:p>
            <a:pPr>
              <a:lnSpc>
                <a:spcPct val="150000"/>
              </a:lnSpc>
              <a:buFont typeface="Wingdings" panose="05000000000000000000" pitchFamily="2" charset="2"/>
              <a:buChar char="v"/>
            </a:pPr>
            <a:r>
              <a:rPr lang="en-US" altLang="en-US" sz="2600" dirty="0"/>
              <a:t>Worst-case partitioning</a:t>
            </a:r>
          </a:p>
          <a:p>
            <a:pPr lvl="1">
              <a:lnSpc>
                <a:spcPct val="150000"/>
              </a:lnSpc>
              <a:buFont typeface="Wingdings" panose="05000000000000000000" pitchFamily="2" charset="2"/>
              <a:buChar char="§"/>
            </a:pPr>
            <a:r>
              <a:rPr lang="en-US" altLang="en-US" sz="2600" dirty="0"/>
              <a:t>One region has one element and the other  has n – 1 elements</a:t>
            </a:r>
          </a:p>
          <a:p>
            <a:pPr lvl="1">
              <a:lnSpc>
                <a:spcPct val="150000"/>
              </a:lnSpc>
              <a:buFont typeface="Wingdings" panose="05000000000000000000" pitchFamily="2" charset="2"/>
              <a:buChar char="§"/>
            </a:pPr>
            <a:r>
              <a:rPr lang="en-US" altLang="en-US" sz="2600" dirty="0"/>
              <a:t>Maximally unbalanced</a:t>
            </a:r>
          </a:p>
          <a:p>
            <a:pPr>
              <a:lnSpc>
                <a:spcPct val="150000"/>
              </a:lnSpc>
            </a:pPr>
            <a:r>
              <a:rPr lang="en-US" altLang="en-US" sz="2600" dirty="0"/>
              <a:t>Recurrence: q=1</a:t>
            </a:r>
          </a:p>
          <a:p>
            <a:pPr lvl="1">
              <a:lnSpc>
                <a:spcPct val="150000"/>
              </a:lnSpc>
              <a:buFontTx/>
              <a:buNone/>
            </a:pPr>
            <a:r>
              <a:rPr lang="en-US" altLang="en-US" sz="2400" dirty="0"/>
              <a:t>T(n) = T(1) + T(n – 1) + </a:t>
            </a:r>
            <a:r>
              <a:rPr lang="en-US" altLang="en-US" sz="2400" dirty="0">
                <a:sym typeface="Symbol" panose="05050102010706020507" pitchFamily="18" charset="2"/>
              </a:rPr>
              <a:t>n,  </a:t>
            </a:r>
          </a:p>
          <a:p>
            <a:pPr lvl="1">
              <a:lnSpc>
                <a:spcPct val="150000"/>
              </a:lnSpc>
              <a:buFontTx/>
              <a:buNone/>
            </a:pPr>
            <a:r>
              <a:rPr lang="en-US" altLang="en-US" sz="2400" dirty="0">
                <a:sym typeface="Symbol" panose="05050102010706020507" pitchFamily="18" charset="2"/>
              </a:rPr>
              <a:t>T(1) = (1)</a:t>
            </a:r>
          </a:p>
          <a:p>
            <a:pPr lvl="1">
              <a:lnSpc>
                <a:spcPct val="150000"/>
              </a:lnSpc>
              <a:buFontTx/>
              <a:buNone/>
            </a:pPr>
            <a:r>
              <a:rPr lang="en-US" altLang="en-US" sz="2400" dirty="0">
                <a:sym typeface="Symbol" panose="05050102010706020507" pitchFamily="18" charset="2"/>
              </a:rPr>
              <a:t>T(n) = T(n – 1) + n</a:t>
            </a:r>
          </a:p>
          <a:p>
            <a:pPr lvl="1">
              <a:lnSpc>
                <a:spcPct val="150000"/>
              </a:lnSpc>
              <a:buFontTx/>
              <a:buNone/>
            </a:pPr>
            <a:endParaRPr lang="en-US" altLang="en-US" dirty="0">
              <a:sym typeface="Symbol" panose="05050102010706020507" pitchFamily="18" charset="2"/>
            </a:endParaRPr>
          </a:p>
          <a:p>
            <a:pPr lvl="1">
              <a:lnSpc>
                <a:spcPct val="150000"/>
              </a:lnSpc>
              <a:buFontTx/>
              <a:buNone/>
            </a:pPr>
            <a:r>
              <a:rPr lang="en-US" altLang="en-US" sz="2000" dirty="0">
                <a:sym typeface="Symbol" panose="05050102010706020507" pitchFamily="18" charset="2"/>
              </a:rPr>
              <a:t>	    = </a:t>
            </a:r>
          </a:p>
        </p:txBody>
      </p:sp>
      <p:graphicFrame>
        <p:nvGraphicFramePr>
          <p:cNvPr id="292868" name="Object 4">
            <a:extLst>
              <a:ext uri="{FF2B5EF4-FFF2-40B4-BE49-F238E27FC236}">
                <a16:creationId xmlns:a16="http://schemas.microsoft.com/office/drawing/2014/main" id="{3634F7A8-3E24-04DD-81CD-1C7DA8A373BA}"/>
              </a:ext>
            </a:extLst>
          </p:cNvPr>
          <p:cNvGraphicFramePr>
            <a:graphicFrameLocks noChangeAspect="1"/>
          </p:cNvGraphicFramePr>
          <p:nvPr>
            <p:ph sz="half" idx="2"/>
          </p:nvPr>
        </p:nvGraphicFramePr>
        <p:xfrm>
          <a:off x="3536951" y="5087939"/>
          <a:ext cx="5268913" cy="1036637"/>
        </p:xfrm>
        <a:graphic>
          <a:graphicData uri="http://schemas.openxmlformats.org/presentationml/2006/ole">
            <mc:AlternateContent xmlns:mc="http://schemas.openxmlformats.org/markup-compatibility/2006">
              <mc:Choice xmlns:v="urn:schemas-microsoft-com:vml" Requires="v">
                <p:oleObj name="Equation" r:id="rId3" imgW="2323800" imgH="457200" progId="Equation.DSMT4">
                  <p:embed/>
                </p:oleObj>
              </mc:Choice>
              <mc:Fallback>
                <p:oleObj name="Equation" r:id="rId3" imgW="2323800" imgH="457200" progId="Equation.DSMT4">
                  <p:embed/>
                  <p:pic>
                    <p:nvPicPr>
                      <p:cNvPr id="292868" name="Object 4">
                        <a:extLst>
                          <a:ext uri="{FF2B5EF4-FFF2-40B4-BE49-F238E27FC236}">
                            <a16:creationId xmlns:a16="http://schemas.microsoft.com/office/drawing/2014/main" id="{3634F7A8-3E24-04DD-81CD-1C7DA8A373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6951" y="5087939"/>
                        <a:ext cx="5268913" cy="1036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92869" name="Group 5">
            <a:extLst>
              <a:ext uri="{FF2B5EF4-FFF2-40B4-BE49-F238E27FC236}">
                <a16:creationId xmlns:a16="http://schemas.microsoft.com/office/drawing/2014/main" id="{4E040764-4F89-377F-3B73-62A0E7A7F003}"/>
              </a:ext>
            </a:extLst>
          </p:cNvPr>
          <p:cNvGrpSpPr>
            <a:grpSpLocks/>
          </p:cNvGrpSpPr>
          <p:nvPr/>
        </p:nvGrpSpPr>
        <p:grpSpPr bwMode="auto">
          <a:xfrm>
            <a:off x="6172201" y="2757488"/>
            <a:ext cx="4011613" cy="2957512"/>
            <a:chOff x="2928" y="1737"/>
            <a:chExt cx="2527" cy="1863"/>
          </a:xfrm>
        </p:grpSpPr>
        <p:sp>
          <p:nvSpPr>
            <p:cNvPr id="292870" name="Text Box 6">
              <a:extLst>
                <a:ext uri="{FF2B5EF4-FFF2-40B4-BE49-F238E27FC236}">
                  <a16:creationId xmlns:a16="http://schemas.microsoft.com/office/drawing/2014/main" id="{D4E5543E-B847-D289-6BB0-92FA259AAA64}"/>
                </a:ext>
              </a:extLst>
            </p:cNvPr>
            <p:cNvSpPr txBox="1">
              <a:spLocks noChangeArrowheads="1"/>
            </p:cNvSpPr>
            <p:nvPr/>
          </p:nvSpPr>
          <p:spPr bwMode="auto">
            <a:xfrm>
              <a:off x="3409" y="1737"/>
              <a:ext cx="1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n</a:t>
              </a:r>
            </a:p>
          </p:txBody>
        </p:sp>
        <p:sp>
          <p:nvSpPr>
            <p:cNvPr id="292871" name="Text Box 7">
              <a:extLst>
                <a:ext uri="{FF2B5EF4-FFF2-40B4-BE49-F238E27FC236}">
                  <a16:creationId xmlns:a16="http://schemas.microsoft.com/office/drawing/2014/main" id="{FCDAC4A7-DAA5-EDB6-9B40-8B20548294DE}"/>
                </a:ext>
              </a:extLst>
            </p:cNvPr>
            <p:cNvSpPr txBox="1">
              <a:spLocks noChangeArrowheads="1"/>
            </p:cNvSpPr>
            <p:nvPr/>
          </p:nvSpPr>
          <p:spPr bwMode="auto">
            <a:xfrm>
              <a:off x="3630" y="1938"/>
              <a:ext cx="4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n - 1</a:t>
              </a:r>
            </a:p>
          </p:txBody>
        </p:sp>
        <p:sp>
          <p:nvSpPr>
            <p:cNvPr id="292872" name="Text Box 8">
              <a:extLst>
                <a:ext uri="{FF2B5EF4-FFF2-40B4-BE49-F238E27FC236}">
                  <a16:creationId xmlns:a16="http://schemas.microsoft.com/office/drawing/2014/main" id="{CD15F25B-415C-3EA5-782D-67BD9474BE44}"/>
                </a:ext>
              </a:extLst>
            </p:cNvPr>
            <p:cNvSpPr txBox="1">
              <a:spLocks noChangeArrowheads="1"/>
            </p:cNvSpPr>
            <p:nvPr/>
          </p:nvSpPr>
          <p:spPr bwMode="auto">
            <a:xfrm>
              <a:off x="3847" y="2178"/>
              <a:ext cx="4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n - 2</a:t>
              </a:r>
            </a:p>
          </p:txBody>
        </p:sp>
        <p:sp>
          <p:nvSpPr>
            <p:cNvPr id="292873" name="Text Box 9">
              <a:extLst>
                <a:ext uri="{FF2B5EF4-FFF2-40B4-BE49-F238E27FC236}">
                  <a16:creationId xmlns:a16="http://schemas.microsoft.com/office/drawing/2014/main" id="{7E1F3000-FF93-6D95-6FDF-DAF3B070BA34}"/>
                </a:ext>
              </a:extLst>
            </p:cNvPr>
            <p:cNvSpPr txBox="1">
              <a:spLocks noChangeArrowheads="1"/>
            </p:cNvSpPr>
            <p:nvPr/>
          </p:nvSpPr>
          <p:spPr bwMode="auto">
            <a:xfrm>
              <a:off x="4087" y="2418"/>
              <a:ext cx="4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n - 3</a:t>
              </a:r>
            </a:p>
          </p:txBody>
        </p:sp>
        <p:sp>
          <p:nvSpPr>
            <p:cNvPr id="292874" name="Text Box 10">
              <a:extLst>
                <a:ext uri="{FF2B5EF4-FFF2-40B4-BE49-F238E27FC236}">
                  <a16:creationId xmlns:a16="http://schemas.microsoft.com/office/drawing/2014/main" id="{72C5963A-541C-CCE5-0E3A-38C49D727BDA}"/>
                </a:ext>
              </a:extLst>
            </p:cNvPr>
            <p:cNvSpPr txBox="1">
              <a:spLocks noChangeArrowheads="1"/>
            </p:cNvSpPr>
            <p:nvPr/>
          </p:nvSpPr>
          <p:spPr bwMode="auto">
            <a:xfrm>
              <a:off x="4494" y="280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2</a:t>
              </a:r>
            </a:p>
          </p:txBody>
        </p:sp>
        <p:sp>
          <p:nvSpPr>
            <p:cNvPr id="292875" name="Text Box 11">
              <a:extLst>
                <a:ext uri="{FF2B5EF4-FFF2-40B4-BE49-F238E27FC236}">
                  <a16:creationId xmlns:a16="http://schemas.microsoft.com/office/drawing/2014/main" id="{961664FC-7360-4724-F354-22901FC9E78D}"/>
                </a:ext>
              </a:extLst>
            </p:cNvPr>
            <p:cNvSpPr txBox="1">
              <a:spLocks noChangeArrowheads="1"/>
            </p:cNvSpPr>
            <p:nvPr/>
          </p:nvSpPr>
          <p:spPr bwMode="auto">
            <a:xfrm>
              <a:off x="4715" y="3042"/>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1</a:t>
              </a:r>
            </a:p>
          </p:txBody>
        </p:sp>
        <p:sp>
          <p:nvSpPr>
            <p:cNvPr id="292876" name="Text Box 12">
              <a:extLst>
                <a:ext uri="{FF2B5EF4-FFF2-40B4-BE49-F238E27FC236}">
                  <a16:creationId xmlns:a16="http://schemas.microsoft.com/office/drawing/2014/main" id="{08CE3B40-A9D5-0836-3F22-FFC3100EAC62}"/>
                </a:ext>
              </a:extLst>
            </p:cNvPr>
            <p:cNvSpPr txBox="1">
              <a:spLocks noChangeArrowheads="1"/>
            </p:cNvSpPr>
            <p:nvPr/>
          </p:nvSpPr>
          <p:spPr bwMode="auto">
            <a:xfrm>
              <a:off x="3120" y="1929"/>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1</a:t>
              </a:r>
            </a:p>
          </p:txBody>
        </p:sp>
        <p:sp>
          <p:nvSpPr>
            <p:cNvPr id="292877" name="Text Box 13">
              <a:extLst>
                <a:ext uri="{FF2B5EF4-FFF2-40B4-BE49-F238E27FC236}">
                  <a16:creationId xmlns:a16="http://schemas.microsoft.com/office/drawing/2014/main" id="{FC8B6AE0-207D-4EFE-2386-147388651CB2}"/>
                </a:ext>
              </a:extLst>
            </p:cNvPr>
            <p:cNvSpPr txBox="1">
              <a:spLocks noChangeArrowheads="1"/>
            </p:cNvSpPr>
            <p:nvPr/>
          </p:nvSpPr>
          <p:spPr bwMode="auto">
            <a:xfrm>
              <a:off x="3323" y="2178"/>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1</a:t>
              </a:r>
            </a:p>
          </p:txBody>
        </p:sp>
        <p:sp>
          <p:nvSpPr>
            <p:cNvPr id="292878" name="Text Box 14">
              <a:extLst>
                <a:ext uri="{FF2B5EF4-FFF2-40B4-BE49-F238E27FC236}">
                  <a16:creationId xmlns:a16="http://schemas.microsoft.com/office/drawing/2014/main" id="{B17F757F-1787-5A20-6FD6-0D6ED795248A}"/>
                </a:ext>
              </a:extLst>
            </p:cNvPr>
            <p:cNvSpPr txBox="1">
              <a:spLocks noChangeArrowheads="1"/>
            </p:cNvSpPr>
            <p:nvPr/>
          </p:nvSpPr>
          <p:spPr bwMode="auto">
            <a:xfrm>
              <a:off x="3552" y="2418"/>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1</a:t>
              </a:r>
            </a:p>
          </p:txBody>
        </p:sp>
        <p:sp>
          <p:nvSpPr>
            <p:cNvPr id="292879" name="Text Box 15">
              <a:extLst>
                <a:ext uri="{FF2B5EF4-FFF2-40B4-BE49-F238E27FC236}">
                  <a16:creationId xmlns:a16="http://schemas.microsoft.com/office/drawing/2014/main" id="{B4BFED19-2627-537C-684D-A8103DB599C3}"/>
                </a:ext>
              </a:extLst>
            </p:cNvPr>
            <p:cNvSpPr txBox="1">
              <a:spLocks noChangeArrowheads="1"/>
            </p:cNvSpPr>
            <p:nvPr/>
          </p:nvSpPr>
          <p:spPr bwMode="auto">
            <a:xfrm>
              <a:off x="4235" y="3042"/>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1</a:t>
              </a:r>
            </a:p>
          </p:txBody>
        </p:sp>
        <p:sp>
          <p:nvSpPr>
            <p:cNvPr id="292880" name="Line 16">
              <a:extLst>
                <a:ext uri="{FF2B5EF4-FFF2-40B4-BE49-F238E27FC236}">
                  <a16:creationId xmlns:a16="http://schemas.microsoft.com/office/drawing/2014/main" id="{9C8AEEC0-2779-4755-135B-C4AE09B75F56}"/>
                </a:ext>
              </a:extLst>
            </p:cNvPr>
            <p:cNvSpPr>
              <a:spLocks noChangeShapeType="1"/>
            </p:cNvSpPr>
            <p:nvPr/>
          </p:nvSpPr>
          <p:spPr bwMode="auto">
            <a:xfrm flipH="1">
              <a:off x="3312" y="1920"/>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2881" name="Line 17">
              <a:extLst>
                <a:ext uri="{FF2B5EF4-FFF2-40B4-BE49-F238E27FC236}">
                  <a16:creationId xmlns:a16="http://schemas.microsoft.com/office/drawing/2014/main" id="{02997DEA-0C32-37FF-CB2C-4C3D1075DEC4}"/>
                </a:ext>
              </a:extLst>
            </p:cNvPr>
            <p:cNvSpPr>
              <a:spLocks noChangeShapeType="1"/>
            </p:cNvSpPr>
            <p:nvPr/>
          </p:nvSpPr>
          <p:spPr bwMode="auto">
            <a:xfrm flipH="1">
              <a:off x="3504" y="2121"/>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2882" name="Line 18">
              <a:extLst>
                <a:ext uri="{FF2B5EF4-FFF2-40B4-BE49-F238E27FC236}">
                  <a16:creationId xmlns:a16="http://schemas.microsoft.com/office/drawing/2014/main" id="{C191B10B-1929-4963-FFAF-521421082F62}"/>
                </a:ext>
              </a:extLst>
            </p:cNvPr>
            <p:cNvSpPr>
              <a:spLocks noChangeShapeType="1"/>
            </p:cNvSpPr>
            <p:nvPr/>
          </p:nvSpPr>
          <p:spPr bwMode="auto">
            <a:xfrm flipH="1">
              <a:off x="3744" y="2361"/>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2883" name="Line 19">
              <a:extLst>
                <a:ext uri="{FF2B5EF4-FFF2-40B4-BE49-F238E27FC236}">
                  <a16:creationId xmlns:a16="http://schemas.microsoft.com/office/drawing/2014/main" id="{EEEF1840-D487-8C61-137E-6DFE9804C0BE}"/>
                </a:ext>
              </a:extLst>
            </p:cNvPr>
            <p:cNvSpPr>
              <a:spLocks noChangeShapeType="1"/>
            </p:cNvSpPr>
            <p:nvPr/>
          </p:nvSpPr>
          <p:spPr bwMode="auto">
            <a:xfrm flipH="1">
              <a:off x="3984" y="2649"/>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2884" name="Text Box 20">
              <a:extLst>
                <a:ext uri="{FF2B5EF4-FFF2-40B4-BE49-F238E27FC236}">
                  <a16:creationId xmlns:a16="http://schemas.microsoft.com/office/drawing/2014/main" id="{06ECC0E5-2222-A59C-CF51-D0E1D4711370}"/>
                </a:ext>
              </a:extLst>
            </p:cNvPr>
            <p:cNvSpPr txBox="1">
              <a:spLocks noChangeArrowheads="1"/>
            </p:cNvSpPr>
            <p:nvPr/>
          </p:nvSpPr>
          <p:spPr bwMode="auto">
            <a:xfrm>
              <a:off x="3803" y="2658"/>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1</a:t>
              </a:r>
            </a:p>
          </p:txBody>
        </p:sp>
        <p:sp>
          <p:nvSpPr>
            <p:cNvPr id="292885" name="Line 21">
              <a:extLst>
                <a:ext uri="{FF2B5EF4-FFF2-40B4-BE49-F238E27FC236}">
                  <a16:creationId xmlns:a16="http://schemas.microsoft.com/office/drawing/2014/main" id="{2029121C-C141-09D0-F3C0-B2CAF416624D}"/>
                </a:ext>
              </a:extLst>
            </p:cNvPr>
            <p:cNvSpPr>
              <a:spLocks noChangeShapeType="1"/>
            </p:cNvSpPr>
            <p:nvPr/>
          </p:nvSpPr>
          <p:spPr bwMode="auto">
            <a:xfrm>
              <a:off x="3600" y="1920"/>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2886" name="Line 22">
              <a:extLst>
                <a:ext uri="{FF2B5EF4-FFF2-40B4-BE49-F238E27FC236}">
                  <a16:creationId xmlns:a16="http://schemas.microsoft.com/office/drawing/2014/main" id="{6C5E5431-802F-580B-ADA0-5424A780DE39}"/>
                </a:ext>
              </a:extLst>
            </p:cNvPr>
            <p:cNvSpPr>
              <a:spLocks noChangeShapeType="1"/>
            </p:cNvSpPr>
            <p:nvPr/>
          </p:nvSpPr>
          <p:spPr bwMode="auto">
            <a:xfrm>
              <a:off x="3792" y="2121"/>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2887" name="Line 23">
              <a:extLst>
                <a:ext uri="{FF2B5EF4-FFF2-40B4-BE49-F238E27FC236}">
                  <a16:creationId xmlns:a16="http://schemas.microsoft.com/office/drawing/2014/main" id="{7873E7CF-4369-9C36-A69F-88C3337BFEC7}"/>
                </a:ext>
              </a:extLst>
            </p:cNvPr>
            <p:cNvSpPr>
              <a:spLocks noChangeShapeType="1"/>
            </p:cNvSpPr>
            <p:nvPr/>
          </p:nvSpPr>
          <p:spPr bwMode="auto">
            <a:xfrm>
              <a:off x="4032" y="2361"/>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2888" name="Line 24">
              <a:extLst>
                <a:ext uri="{FF2B5EF4-FFF2-40B4-BE49-F238E27FC236}">
                  <a16:creationId xmlns:a16="http://schemas.microsoft.com/office/drawing/2014/main" id="{2DD82965-A959-BBC6-F007-01D8EA727DC1}"/>
                </a:ext>
              </a:extLst>
            </p:cNvPr>
            <p:cNvSpPr>
              <a:spLocks noChangeAspect="1" noChangeShapeType="1"/>
            </p:cNvSpPr>
            <p:nvPr/>
          </p:nvSpPr>
          <p:spPr bwMode="auto">
            <a:xfrm>
              <a:off x="4272" y="2649"/>
              <a:ext cx="173" cy="17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2889" name="Line 25">
              <a:extLst>
                <a:ext uri="{FF2B5EF4-FFF2-40B4-BE49-F238E27FC236}">
                  <a16:creationId xmlns:a16="http://schemas.microsoft.com/office/drawing/2014/main" id="{7E59D523-7702-E779-211C-9C39947DF187}"/>
                </a:ext>
              </a:extLst>
            </p:cNvPr>
            <p:cNvSpPr>
              <a:spLocks noChangeShapeType="1"/>
            </p:cNvSpPr>
            <p:nvPr/>
          </p:nvSpPr>
          <p:spPr bwMode="auto">
            <a:xfrm>
              <a:off x="4656" y="2985"/>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2890" name="Line 26">
              <a:extLst>
                <a:ext uri="{FF2B5EF4-FFF2-40B4-BE49-F238E27FC236}">
                  <a16:creationId xmlns:a16="http://schemas.microsoft.com/office/drawing/2014/main" id="{E2E465C6-C086-2E9B-3722-0CFFAD01068B}"/>
                </a:ext>
              </a:extLst>
            </p:cNvPr>
            <p:cNvSpPr>
              <a:spLocks noChangeShapeType="1"/>
            </p:cNvSpPr>
            <p:nvPr/>
          </p:nvSpPr>
          <p:spPr bwMode="auto">
            <a:xfrm flipH="1">
              <a:off x="4416" y="2985"/>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2891" name="Line 27">
              <a:extLst>
                <a:ext uri="{FF2B5EF4-FFF2-40B4-BE49-F238E27FC236}">
                  <a16:creationId xmlns:a16="http://schemas.microsoft.com/office/drawing/2014/main" id="{F2AE3E97-BD68-79EB-AC7E-6210B3EC2C17}"/>
                </a:ext>
              </a:extLst>
            </p:cNvPr>
            <p:cNvSpPr>
              <a:spLocks noChangeShapeType="1"/>
            </p:cNvSpPr>
            <p:nvPr/>
          </p:nvSpPr>
          <p:spPr bwMode="auto">
            <a:xfrm>
              <a:off x="3024" y="1833"/>
              <a:ext cx="0" cy="1392"/>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2892" name="Text Box 28">
              <a:extLst>
                <a:ext uri="{FF2B5EF4-FFF2-40B4-BE49-F238E27FC236}">
                  <a16:creationId xmlns:a16="http://schemas.microsoft.com/office/drawing/2014/main" id="{DD261857-D0C8-5F33-F762-3C09597394C9}"/>
                </a:ext>
              </a:extLst>
            </p:cNvPr>
            <p:cNvSpPr txBox="1">
              <a:spLocks noChangeArrowheads="1"/>
            </p:cNvSpPr>
            <p:nvPr/>
          </p:nvSpPr>
          <p:spPr bwMode="auto">
            <a:xfrm>
              <a:off x="2928" y="2409"/>
              <a:ext cx="191" cy="2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n</a:t>
              </a:r>
            </a:p>
          </p:txBody>
        </p:sp>
        <p:sp>
          <p:nvSpPr>
            <p:cNvPr id="292893" name="Text Box 29">
              <a:extLst>
                <a:ext uri="{FF2B5EF4-FFF2-40B4-BE49-F238E27FC236}">
                  <a16:creationId xmlns:a16="http://schemas.microsoft.com/office/drawing/2014/main" id="{5FE22FF9-F830-8CCD-23D3-512C8EA60FEA}"/>
                </a:ext>
              </a:extLst>
            </p:cNvPr>
            <p:cNvSpPr txBox="1">
              <a:spLocks noChangeArrowheads="1"/>
            </p:cNvSpPr>
            <p:nvPr/>
          </p:nvSpPr>
          <p:spPr bwMode="auto">
            <a:xfrm>
              <a:off x="4944" y="1737"/>
              <a:ext cx="1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n</a:t>
              </a:r>
            </a:p>
          </p:txBody>
        </p:sp>
        <p:sp>
          <p:nvSpPr>
            <p:cNvPr id="292894" name="Text Box 30">
              <a:extLst>
                <a:ext uri="{FF2B5EF4-FFF2-40B4-BE49-F238E27FC236}">
                  <a16:creationId xmlns:a16="http://schemas.microsoft.com/office/drawing/2014/main" id="{2888837B-109E-BFE9-745A-286C98E745DA}"/>
                </a:ext>
              </a:extLst>
            </p:cNvPr>
            <p:cNvSpPr txBox="1">
              <a:spLocks noChangeArrowheads="1"/>
            </p:cNvSpPr>
            <p:nvPr/>
          </p:nvSpPr>
          <p:spPr bwMode="auto">
            <a:xfrm>
              <a:off x="4944" y="1938"/>
              <a:ext cx="1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n</a:t>
              </a:r>
            </a:p>
          </p:txBody>
        </p:sp>
        <p:sp>
          <p:nvSpPr>
            <p:cNvPr id="292895" name="Text Box 31">
              <a:extLst>
                <a:ext uri="{FF2B5EF4-FFF2-40B4-BE49-F238E27FC236}">
                  <a16:creationId xmlns:a16="http://schemas.microsoft.com/office/drawing/2014/main" id="{45693C8D-7D36-DF79-852B-CA7B4600DB7D}"/>
                </a:ext>
              </a:extLst>
            </p:cNvPr>
            <p:cNvSpPr txBox="1">
              <a:spLocks noChangeArrowheads="1"/>
            </p:cNvSpPr>
            <p:nvPr/>
          </p:nvSpPr>
          <p:spPr bwMode="auto">
            <a:xfrm>
              <a:off x="4944" y="2130"/>
              <a:ext cx="4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n - 1</a:t>
              </a:r>
            </a:p>
          </p:txBody>
        </p:sp>
        <p:sp>
          <p:nvSpPr>
            <p:cNvPr id="292896" name="Text Box 32">
              <a:extLst>
                <a:ext uri="{FF2B5EF4-FFF2-40B4-BE49-F238E27FC236}">
                  <a16:creationId xmlns:a16="http://schemas.microsoft.com/office/drawing/2014/main" id="{314D151C-D497-86EF-166A-FC04F863ED00}"/>
                </a:ext>
              </a:extLst>
            </p:cNvPr>
            <p:cNvSpPr txBox="1">
              <a:spLocks noChangeArrowheads="1"/>
            </p:cNvSpPr>
            <p:nvPr/>
          </p:nvSpPr>
          <p:spPr bwMode="auto">
            <a:xfrm>
              <a:off x="4944" y="2370"/>
              <a:ext cx="4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n - 2</a:t>
              </a:r>
            </a:p>
          </p:txBody>
        </p:sp>
        <p:sp>
          <p:nvSpPr>
            <p:cNvPr id="292897" name="Line 33">
              <a:extLst>
                <a:ext uri="{FF2B5EF4-FFF2-40B4-BE49-F238E27FC236}">
                  <a16:creationId xmlns:a16="http://schemas.microsoft.com/office/drawing/2014/main" id="{5CAA1A38-134C-9BFA-39FC-D097B90B16D0}"/>
                </a:ext>
              </a:extLst>
            </p:cNvPr>
            <p:cNvSpPr>
              <a:spLocks noChangeShapeType="1"/>
            </p:cNvSpPr>
            <p:nvPr/>
          </p:nvSpPr>
          <p:spPr bwMode="auto">
            <a:xfrm>
              <a:off x="5136" y="2601"/>
              <a:ext cx="0" cy="144"/>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2898" name="Text Box 34">
              <a:extLst>
                <a:ext uri="{FF2B5EF4-FFF2-40B4-BE49-F238E27FC236}">
                  <a16:creationId xmlns:a16="http://schemas.microsoft.com/office/drawing/2014/main" id="{8F7D443B-8140-7687-6C56-00C432E7AF12}"/>
                </a:ext>
              </a:extLst>
            </p:cNvPr>
            <p:cNvSpPr txBox="1">
              <a:spLocks noChangeArrowheads="1"/>
            </p:cNvSpPr>
            <p:nvPr/>
          </p:nvSpPr>
          <p:spPr bwMode="auto">
            <a:xfrm>
              <a:off x="4992" y="2793"/>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3</a:t>
              </a:r>
            </a:p>
          </p:txBody>
        </p:sp>
        <p:sp>
          <p:nvSpPr>
            <p:cNvPr id="292899" name="Text Box 35">
              <a:extLst>
                <a:ext uri="{FF2B5EF4-FFF2-40B4-BE49-F238E27FC236}">
                  <a16:creationId xmlns:a16="http://schemas.microsoft.com/office/drawing/2014/main" id="{3C3BB495-85ED-5D2D-2249-1437C2C56B7C}"/>
                </a:ext>
              </a:extLst>
            </p:cNvPr>
            <p:cNvSpPr txBox="1">
              <a:spLocks noChangeArrowheads="1"/>
            </p:cNvSpPr>
            <p:nvPr/>
          </p:nvSpPr>
          <p:spPr bwMode="auto">
            <a:xfrm>
              <a:off x="4992" y="304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2</a:t>
              </a:r>
            </a:p>
          </p:txBody>
        </p:sp>
        <p:sp>
          <p:nvSpPr>
            <p:cNvPr id="292900" name="Line 36">
              <a:extLst>
                <a:ext uri="{FF2B5EF4-FFF2-40B4-BE49-F238E27FC236}">
                  <a16:creationId xmlns:a16="http://schemas.microsoft.com/office/drawing/2014/main" id="{EA1FC45F-F166-0EFE-C6E6-C6E9C227148C}"/>
                </a:ext>
              </a:extLst>
            </p:cNvPr>
            <p:cNvSpPr>
              <a:spLocks noChangeShapeType="1"/>
            </p:cNvSpPr>
            <p:nvPr/>
          </p:nvSpPr>
          <p:spPr bwMode="auto">
            <a:xfrm>
              <a:off x="4992" y="3273"/>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2901" name="Text Box 37">
              <a:extLst>
                <a:ext uri="{FF2B5EF4-FFF2-40B4-BE49-F238E27FC236}">
                  <a16:creationId xmlns:a16="http://schemas.microsoft.com/office/drawing/2014/main" id="{8A5F34E2-7512-6959-60F6-7D59434B4F69}"/>
                </a:ext>
              </a:extLst>
            </p:cNvPr>
            <p:cNvSpPr txBox="1">
              <a:spLocks noChangeArrowheads="1"/>
            </p:cNvSpPr>
            <p:nvPr/>
          </p:nvSpPr>
          <p:spPr bwMode="auto">
            <a:xfrm>
              <a:off x="4992" y="3369"/>
              <a:ext cx="4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sym typeface="Symbol" panose="05050102010706020507" pitchFamily="18" charset="2"/>
                </a:rPr>
                <a:t>(n</a:t>
              </a:r>
              <a:r>
                <a:rPr lang="en-US" altLang="en-US" baseline="30000">
                  <a:latin typeface="Comic Sans MS" panose="030F0702030302020204" pitchFamily="66" charset="0"/>
                  <a:sym typeface="Symbol" panose="05050102010706020507" pitchFamily="18" charset="2"/>
                </a:rPr>
                <a:t>2</a:t>
              </a:r>
              <a:r>
                <a:rPr lang="en-US" altLang="en-US">
                  <a:latin typeface="Comic Sans MS" panose="030F0702030302020204" pitchFamily="66" charset="0"/>
                  <a:sym typeface="Symbol" panose="05050102010706020507" pitchFamily="18" charset="2"/>
                </a:rPr>
                <a:t>)</a:t>
              </a:r>
            </a:p>
          </p:txBody>
        </p:sp>
      </p:grpSp>
      <p:sp>
        <p:nvSpPr>
          <p:cNvPr id="292902" name="Text Box 38">
            <a:extLst>
              <a:ext uri="{FF2B5EF4-FFF2-40B4-BE49-F238E27FC236}">
                <a16:creationId xmlns:a16="http://schemas.microsoft.com/office/drawing/2014/main" id="{F1A3F70B-233E-9B3F-F508-518FAD770A48}"/>
              </a:ext>
            </a:extLst>
          </p:cNvPr>
          <p:cNvSpPr txBox="1">
            <a:spLocks noChangeArrowheads="1"/>
          </p:cNvSpPr>
          <p:nvPr/>
        </p:nvSpPr>
        <p:spPr bwMode="auto">
          <a:xfrm>
            <a:off x="5267935" y="5862935"/>
            <a:ext cx="46380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t>When does the worst case happen?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286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28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E9A50859-0639-F05B-CA8A-8F538693A509}"/>
              </a:ext>
            </a:extLst>
          </p:cNvPr>
          <p:cNvSpPr>
            <a:spLocks noGrp="1"/>
          </p:cNvSpPr>
          <p:nvPr>
            <p:ph type="sldNum" sz="quarter" idx="11"/>
          </p:nvPr>
        </p:nvSpPr>
        <p:spPr/>
        <p:txBody>
          <a:bodyPr/>
          <a:lstStyle/>
          <a:p>
            <a:fld id="{1D5BAB61-BC60-4C89-AF79-6D643BBF4B7E}" type="slidenum">
              <a:rPr lang="en-US" altLang="en-US"/>
              <a:pPr/>
              <a:t>62</a:t>
            </a:fld>
            <a:endParaRPr lang="en-US" altLang="en-US"/>
          </a:p>
        </p:txBody>
      </p:sp>
      <p:sp>
        <p:nvSpPr>
          <p:cNvPr id="293890" name="Rectangle 2">
            <a:extLst>
              <a:ext uri="{FF2B5EF4-FFF2-40B4-BE49-F238E27FC236}">
                <a16:creationId xmlns:a16="http://schemas.microsoft.com/office/drawing/2014/main" id="{C99E93EF-E244-8255-9117-AD89881E5B88}"/>
              </a:ext>
            </a:extLst>
          </p:cNvPr>
          <p:cNvSpPr>
            <a:spLocks noGrp="1" noChangeArrowheads="1"/>
          </p:cNvSpPr>
          <p:nvPr>
            <p:ph type="title"/>
          </p:nvPr>
        </p:nvSpPr>
        <p:spPr>
          <a:xfrm>
            <a:off x="1066800" y="846138"/>
            <a:ext cx="10058400" cy="906462"/>
          </a:xfrm>
        </p:spPr>
        <p:txBody>
          <a:bodyPr>
            <a:normAutofit/>
          </a:bodyPr>
          <a:lstStyle/>
          <a:p>
            <a:r>
              <a:rPr lang="en-US" altLang="en-US" sz="3200" b="1" dirty="0">
                <a:solidFill>
                  <a:srgbClr val="004200"/>
                </a:solidFill>
                <a:latin typeface="Arial"/>
                <a:ea typeface="+mn-ea"/>
                <a:cs typeface="Arial"/>
              </a:rPr>
              <a:t>Best Case Partitioning</a:t>
            </a:r>
          </a:p>
        </p:txBody>
      </p:sp>
      <p:sp>
        <p:nvSpPr>
          <p:cNvPr id="293891" name="Rectangle 3">
            <a:extLst>
              <a:ext uri="{FF2B5EF4-FFF2-40B4-BE49-F238E27FC236}">
                <a16:creationId xmlns:a16="http://schemas.microsoft.com/office/drawing/2014/main" id="{EB856C14-CF73-BDC1-B005-721881CB3F25}"/>
              </a:ext>
            </a:extLst>
          </p:cNvPr>
          <p:cNvSpPr>
            <a:spLocks noGrp="1" noChangeArrowheads="1"/>
          </p:cNvSpPr>
          <p:nvPr>
            <p:ph type="body" sz="half" idx="1"/>
          </p:nvPr>
        </p:nvSpPr>
        <p:spPr>
          <a:xfrm>
            <a:off x="1143000" y="1824037"/>
            <a:ext cx="9982200" cy="2747963"/>
          </a:xfrm>
        </p:spPr>
        <p:txBody>
          <a:bodyPr/>
          <a:lstStyle/>
          <a:p>
            <a:pPr>
              <a:lnSpc>
                <a:spcPct val="120000"/>
              </a:lnSpc>
              <a:buFont typeface="Wingdings" panose="05000000000000000000" pitchFamily="2" charset="2"/>
              <a:buChar char="v"/>
            </a:pPr>
            <a:r>
              <a:rPr lang="en-US" altLang="en-US" sz="2400" dirty="0"/>
              <a:t> </a:t>
            </a:r>
            <a:r>
              <a:rPr lang="en-US" altLang="en-US" sz="2400" dirty="0">
                <a:latin typeface="Times New Roman" panose="02020603050405020304" pitchFamily="18" charset="0"/>
                <a:cs typeface="Times New Roman" panose="02020603050405020304" pitchFamily="18" charset="0"/>
              </a:rPr>
              <a:t>Best-case partitioning</a:t>
            </a:r>
          </a:p>
          <a:p>
            <a:pPr lvl="1">
              <a:lnSpc>
                <a:spcPct val="120000"/>
              </a:lnSpc>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rPr>
              <a:t>Partitioning produces two regions of size n/2</a:t>
            </a:r>
          </a:p>
          <a:p>
            <a:pPr>
              <a:lnSpc>
                <a:spcPct val="120000"/>
              </a:lnSpc>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 Recurrence: q=n/2</a:t>
            </a:r>
          </a:p>
          <a:p>
            <a:pPr lvl="1">
              <a:lnSpc>
                <a:spcPct val="120000"/>
              </a:lnSpc>
              <a:buFontTx/>
              <a:buNone/>
            </a:pPr>
            <a:r>
              <a:rPr lang="en-US" altLang="en-US" sz="2000" dirty="0">
                <a:latin typeface="Times New Roman" panose="02020603050405020304" pitchFamily="18" charset="0"/>
                <a:cs typeface="Times New Roman" panose="02020603050405020304" pitchFamily="18" charset="0"/>
              </a:rPr>
              <a:t>  T(n) = 2T(n/2) + </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(n)</a:t>
            </a:r>
          </a:p>
          <a:p>
            <a:pPr lvl="1">
              <a:lnSpc>
                <a:spcPct val="120000"/>
              </a:lnSpc>
              <a:buFontTx/>
              <a:buNone/>
            </a:pP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  T(n) = (</a:t>
            </a:r>
            <a:r>
              <a:rPr lang="en-US" altLang="en-US" sz="2000" dirty="0" err="1">
                <a:latin typeface="Times New Roman" panose="02020603050405020304" pitchFamily="18" charset="0"/>
                <a:cs typeface="Times New Roman" panose="02020603050405020304" pitchFamily="18" charset="0"/>
                <a:sym typeface="Symbol" panose="05050102010706020507" pitchFamily="18" charset="2"/>
              </a:rPr>
              <a:t>nlgn</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 (Master theorem)</a:t>
            </a:r>
          </a:p>
        </p:txBody>
      </p:sp>
      <p:graphicFrame>
        <p:nvGraphicFramePr>
          <p:cNvPr id="293892" name="Object 4">
            <a:extLst>
              <a:ext uri="{FF2B5EF4-FFF2-40B4-BE49-F238E27FC236}">
                <a16:creationId xmlns:a16="http://schemas.microsoft.com/office/drawing/2014/main" id="{B62B6D6A-73C0-C209-2FFF-DD9E69BEB6CB}"/>
              </a:ext>
            </a:extLst>
          </p:cNvPr>
          <p:cNvGraphicFramePr>
            <a:graphicFrameLocks noChangeAspect="1"/>
          </p:cNvGraphicFramePr>
          <p:nvPr>
            <p:ph sz="half" idx="2"/>
            <p:extLst>
              <p:ext uri="{D42A27DB-BD31-4B8C-83A1-F6EECF244321}">
                <p14:modId xmlns:p14="http://schemas.microsoft.com/office/powerpoint/2010/main" val="540937459"/>
              </p:ext>
            </p:extLst>
          </p:nvPr>
        </p:nvGraphicFramePr>
        <p:xfrm>
          <a:off x="5105400" y="2944812"/>
          <a:ext cx="6096000" cy="3074988"/>
        </p:xfrm>
        <a:graphic>
          <a:graphicData uri="http://schemas.openxmlformats.org/presentationml/2006/ole">
            <mc:AlternateContent xmlns:mc="http://schemas.openxmlformats.org/markup-compatibility/2006">
              <mc:Choice xmlns:v="urn:schemas-microsoft-com:vml" Requires="v">
                <p:oleObj name="Paint Shop Pro Image" r:id="rId3" imgW="6614634" imgH="3336585" progId="PaintShopPro">
                  <p:embed/>
                </p:oleObj>
              </mc:Choice>
              <mc:Fallback>
                <p:oleObj name="Paint Shop Pro Image" r:id="rId3" imgW="6614634" imgH="3336585" progId="PaintShopPro">
                  <p:embed/>
                  <p:pic>
                    <p:nvPicPr>
                      <p:cNvPr id="293892" name="Object 4">
                        <a:extLst>
                          <a:ext uri="{FF2B5EF4-FFF2-40B4-BE49-F238E27FC236}">
                            <a16:creationId xmlns:a16="http://schemas.microsoft.com/office/drawing/2014/main" id="{B62B6D6A-73C0-C209-2FFF-DD9E69BEB6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2944812"/>
                        <a:ext cx="6096000" cy="307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38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872BF06-2C97-0E7B-07B1-CA11EEC2D547}"/>
              </a:ext>
            </a:extLst>
          </p:cNvPr>
          <p:cNvSpPr>
            <a:spLocks noGrp="1"/>
          </p:cNvSpPr>
          <p:nvPr>
            <p:ph type="sldNum" sz="quarter" idx="11"/>
          </p:nvPr>
        </p:nvSpPr>
        <p:spPr/>
        <p:txBody>
          <a:bodyPr/>
          <a:lstStyle/>
          <a:p>
            <a:fld id="{86564C4D-8598-4E45-B02A-F7248A3D3F88}" type="slidenum">
              <a:rPr lang="en-US" altLang="en-US"/>
              <a:pPr/>
              <a:t>63</a:t>
            </a:fld>
            <a:endParaRPr lang="en-US" altLang="en-US"/>
          </a:p>
        </p:txBody>
      </p:sp>
      <p:graphicFrame>
        <p:nvGraphicFramePr>
          <p:cNvPr id="294914" name="Object 2">
            <a:extLst>
              <a:ext uri="{FF2B5EF4-FFF2-40B4-BE49-F238E27FC236}">
                <a16:creationId xmlns:a16="http://schemas.microsoft.com/office/drawing/2014/main" id="{A1F1487E-1E82-A8AC-B6C5-51A201849DB6}"/>
              </a:ext>
            </a:extLst>
          </p:cNvPr>
          <p:cNvGraphicFramePr>
            <a:graphicFrameLocks noChangeAspect="1"/>
          </p:cNvGraphicFramePr>
          <p:nvPr>
            <p:ph sz="half" idx="2"/>
            <p:extLst>
              <p:ext uri="{D42A27DB-BD31-4B8C-83A1-F6EECF244321}">
                <p14:modId xmlns:p14="http://schemas.microsoft.com/office/powerpoint/2010/main" val="553062521"/>
              </p:ext>
            </p:extLst>
          </p:nvPr>
        </p:nvGraphicFramePr>
        <p:xfrm>
          <a:off x="6659563" y="2370137"/>
          <a:ext cx="4813674" cy="2926080"/>
        </p:xfrm>
        <a:graphic>
          <a:graphicData uri="http://schemas.openxmlformats.org/presentationml/2006/ole">
            <mc:AlternateContent xmlns:mc="http://schemas.openxmlformats.org/markup-compatibility/2006">
              <mc:Choice xmlns:v="urn:schemas-microsoft-com:vml" Requires="v">
                <p:oleObj name="Paint Shop Pro Image" r:id="rId3" imgW="6546341" imgH="3980488" progId="PaintShopPro">
                  <p:embed/>
                </p:oleObj>
              </mc:Choice>
              <mc:Fallback>
                <p:oleObj name="Paint Shop Pro Image" r:id="rId3" imgW="6546341" imgH="3980488" progId="PaintShopPro">
                  <p:embed/>
                  <p:pic>
                    <p:nvPicPr>
                      <p:cNvPr id="294914" name="Object 2">
                        <a:extLst>
                          <a:ext uri="{FF2B5EF4-FFF2-40B4-BE49-F238E27FC236}">
                            <a16:creationId xmlns:a16="http://schemas.microsoft.com/office/drawing/2014/main" id="{A1F1487E-1E82-A8AC-B6C5-51A201849D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9563" y="2370137"/>
                        <a:ext cx="4813674" cy="2926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4915" name="Rectangle 3">
            <a:extLst>
              <a:ext uri="{FF2B5EF4-FFF2-40B4-BE49-F238E27FC236}">
                <a16:creationId xmlns:a16="http://schemas.microsoft.com/office/drawing/2014/main" id="{B5B168C9-8D05-C265-5120-5EB4FE37A378}"/>
              </a:ext>
            </a:extLst>
          </p:cNvPr>
          <p:cNvSpPr>
            <a:spLocks noGrp="1" noChangeArrowheads="1"/>
          </p:cNvSpPr>
          <p:nvPr>
            <p:ph type="title"/>
          </p:nvPr>
        </p:nvSpPr>
        <p:spPr>
          <a:xfrm>
            <a:off x="1066800" y="769938"/>
            <a:ext cx="10058400" cy="906462"/>
          </a:xfrm>
        </p:spPr>
        <p:txBody>
          <a:bodyPr>
            <a:normAutofit/>
          </a:bodyPr>
          <a:lstStyle/>
          <a:p>
            <a:r>
              <a:rPr lang="en-US" altLang="en-US" sz="3200" b="1" dirty="0">
                <a:solidFill>
                  <a:srgbClr val="004200"/>
                </a:solidFill>
                <a:latin typeface="Arial"/>
                <a:ea typeface="+mn-ea"/>
                <a:cs typeface="Arial"/>
              </a:rPr>
              <a:t>Case Between Worst and Best</a:t>
            </a:r>
          </a:p>
        </p:txBody>
      </p:sp>
      <p:sp>
        <p:nvSpPr>
          <p:cNvPr id="294916" name="Rectangle 4">
            <a:extLst>
              <a:ext uri="{FF2B5EF4-FFF2-40B4-BE49-F238E27FC236}">
                <a16:creationId xmlns:a16="http://schemas.microsoft.com/office/drawing/2014/main" id="{04F95FA0-91E8-A743-287E-249FE0EAD5EC}"/>
              </a:ext>
            </a:extLst>
          </p:cNvPr>
          <p:cNvSpPr>
            <a:spLocks noGrp="1" noChangeArrowheads="1"/>
          </p:cNvSpPr>
          <p:nvPr>
            <p:ph type="body" sz="half" idx="1"/>
          </p:nvPr>
        </p:nvSpPr>
        <p:spPr>
          <a:xfrm>
            <a:off x="1143000" y="1828801"/>
            <a:ext cx="8259762" cy="1523999"/>
          </a:xfrm>
        </p:spPr>
        <p:txBody>
          <a:bodyPr/>
          <a:lstStyle/>
          <a:p>
            <a:pPr>
              <a:buFont typeface="Wingdings" panose="05000000000000000000" pitchFamily="2" charset="2"/>
              <a:buChar char="v"/>
            </a:pPr>
            <a:r>
              <a:rPr lang="en-US" altLang="en-US" sz="2400" dirty="0"/>
              <a:t> 9-to-1 proportional split</a:t>
            </a:r>
          </a:p>
          <a:p>
            <a:pPr>
              <a:buFontTx/>
              <a:buNone/>
            </a:pPr>
            <a:r>
              <a:rPr lang="en-US" altLang="en-US" dirty="0">
                <a:latin typeface="Comic Sans MS" panose="030F0702030302020204" pitchFamily="66" charset="0"/>
              </a:rPr>
              <a:t>	   </a:t>
            </a:r>
            <a:r>
              <a:rPr lang="en-US" altLang="en-US" sz="1800" dirty="0">
                <a:latin typeface="Comic Sans MS" panose="030F0702030302020204" pitchFamily="66" charset="0"/>
              </a:rPr>
              <a:t>Q(n) = Q(9n/10) + Q(n/10) + n</a:t>
            </a:r>
          </a:p>
        </p:txBody>
      </p:sp>
      <p:pic>
        <p:nvPicPr>
          <p:cNvPr id="294918" name="Picture 6">
            <a:extLst>
              <a:ext uri="{FF2B5EF4-FFF2-40B4-BE49-F238E27FC236}">
                <a16:creationId xmlns:a16="http://schemas.microsoft.com/office/drawing/2014/main" id="{6355DF82-3F59-FD69-BB80-79AC2B856F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5375" y="3810000"/>
            <a:ext cx="5610225" cy="201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a:extLst>
              <a:ext uri="{FF2B5EF4-FFF2-40B4-BE49-F238E27FC236}">
                <a16:creationId xmlns:a16="http://schemas.microsoft.com/office/drawing/2014/main" id="{38F99A33-609B-06A5-9E13-27E4292DDEEF}"/>
              </a:ext>
            </a:extLst>
          </p:cNvPr>
          <p:cNvSpPr>
            <a:spLocks noGrp="1" noChangeArrowheads="1"/>
          </p:cNvSpPr>
          <p:nvPr>
            <p:ph type="title"/>
          </p:nvPr>
        </p:nvSpPr>
        <p:spPr/>
        <p:txBody>
          <a:bodyPr>
            <a:normAutofit/>
          </a:bodyPr>
          <a:lstStyle/>
          <a:p>
            <a:r>
              <a:rPr lang="en-US" altLang="en-US" sz="3200" b="1" dirty="0">
                <a:solidFill>
                  <a:srgbClr val="004200"/>
                </a:solidFill>
                <a:latin typeface="Arial"/>
                <a:ea typeface="+mn-ea"/>
                <a:cs typeface="Arial"/>
              </a:rPr>
              <a:t>How does partition affect performance?</a:t>
            </a:r>
          </a:p>
        </p:txBody>
      </p:sp>
      <p:pic>
        <p:nvPicPr>
          <p:cNvPr id="308228" name="Picture 4">
            <a:extLst>
              <a:ext uri="{FF2B5EF4-FFF2-40B4-BE49-F238E27FC236}">
                <a16:creationId xmlns:a16="http://schemas.microsoft.com/office/drawing/2014/main" id="{C9979DC6-8799-778E-22A8-065FAEFCD8ED}"/>
              </a:ext>
            </a:extLst>
          </p:cNvPr>
          <p:cNvPicPr>
            <a:picLocks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2638426" y="1828800"/>
            <a:ext cx="7173913" cy="4265612"/>
          </a:xfrm>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260" name="Rectangle 309259">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09262" name="Rectangle 309261">
            <a:extLst>
              <a:ext uri="{FF2B5EF4-FFF2-40B4-BE49-F238E27FC236}">
                <a16:creationId xmlns:a16="http://schemas.microsoft.com/office/drawing/2014/main" id="{C4F7E42D-8B5A-4FC8-81CD-9E60171F7F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9250" name="Rectangle 2">
            <a:extLst>
              <a:ext uri="{FF2B5EF4-FFF2-40B4-BE49-F238E27FC236}">
                <a16:creationId xmlns:a16="http://schemas.microsoft.com/office/drawing/2014/main" id="{DE97497A-3E16-E65C-51AE-FE115BAF740E}"/>
              </a:ext>
            </a:extLst>
          </p:cNvPr>
          <p:cNvSpPr>
            <a:spLocks noGrp="1" noChangeArrowheads="1"/>
          </p:cNvSpPr>
          <p:nvPr>
            <p:ph type="title"/>
          </p:nvPr>
        </p:nvSpPr>
        <p:spPr>
          <a:xfrm>
            <a:off x="492370" y="516835"/>
            <a:ext cx="3084844" cy="2103875"/>
          </a:xfrm>
        </p:spPr>
        <p:txBody>
          <a:bodyPr>
            <a:normAutofit/>
          </a:bodyPr>
          <a:lstStyle/>
          <a:p>
            <a:r>
              <a:rPr lang="en-US" altLang="en-US" sz="3300" b="1">
                <a:solidFill>
                  <a:srgbClr val="FFFFFF"/>
                </a:solidFill>
                <a:latin typeface="Arial"/>
                <a:ea typeface="+mn-ea"/>
                <a:cs typeface="Arial"/>
              </a:rPr>
              <a:t>How does partition affect performance?</a:t>
            </a:r>
          </a:p>
        </p:txBody>
      </p:sp>
      <p:sp>
        <p:nvSpPr>
          <p:cNvPr id="309264" name="Rectangle 309263">
            <a:extLst>
              <a:ext uri="{FF2B5EF4-FFF2-40B4-BE49-F238E27FC236}">
                <a16:creationId xmlns:a16="http://schemas.microsoft.com/office/drawing/2014/main" id="{8C04651D-B9F4-4935-A02D-364153FBDF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09253" name="Picture 5">
            <a:extLst>
              <a:ext uri="{FF2B5EF4-FFF2-40B4-BE49-F238E27FC236}">
                <a16:creationId xmlns:a16="http://schemas.microsoft.com/office/drawing/2014/main" id="{9CF7021D-E00E-EB46-B12E-2C3343DA04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 b="9906"/>
          <a:stretch/>
        </p:blipFill>
        <p:spPr>
          <a:xfrm>
            <a:off x="4742017" y="640080"/>
            <a:ext cx="6798082" cy="5577840"/>
          </a:xfrm>
          <a:prstGeom prst="rect">
            <a:avLst/>
          </a:prstGeom>
          <a:noFill/>
        </p:spPr>
      </p:pic>
      <p:sp>
        <p:nvSpPr>
          <p:cNvPr id="2" name="Slide Number Placeholder 4">
            <a:extLst>
              <a:ext uri="{FF2B5EF4-FFF2-40B4-BE49-F238E27FC236}">
                <a16:creationId xmlns:a16="http://schemas.microsoft.com/office/drawing/2014/main" id="{77B32105-7B49-1816-0B32-BDE772BE3C11}"/>
              </a:ext>
            </a:extLst>
          </p:cNvPr>
          <p:cNvSpPr>
            <a:spLocks noGrp="1"/>
          </p:cNvSpPr>
          <p:nvPr>
            <p:ph type="sldNum" sz="quarter" idx="11"/>
          </p:nvPr>
        </p:nvSpPr>
        <p:spPr>
          <a:xfrm>
            <a:off x="9900458" y="6459785"/>
            <a:ext cx="1312025" cy="365125"/>
          </a:xfrm>
        </p:spPr>
        <p:txBody>
          <a:bodyPr>
            <a:normAutofit/>
          </a:bodyPr>
          <a:lstStyle/>
          <a:p>
            <a:pPr>
              <a:spcAft>
                <a:spcPts val="600"/>
              </a:spcAft>
            </a:pPr>
            <a:fld id="{C4F50AC6-9D9B-4D26-81FD-B4FD0507760B}" type="slidenum">
              <a:rPr lang="en-US" altLang="en-US">
                <a:solidFill>
                  <a:schemeClr val="tx2"/>
                </a:solidFill>
              </a:rPr>
              <a:pPr>
                <a:spcAft>
                  <a:spcPts val="600"/>
                </a:spcAft>
              </a:pPr>
              <a:t>65</a:t>
            </a:fld>
            <a:endParaRPr lang="en-US" altLang="en-US">
              <a:solidFill>
                <a:schemeClr val="tx2"/>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FC2AC71B-6100-C9B4-B7B2-013D1D3AB8F3}"/>
              </a:ext>
            </a:extLst>
          </p:cNvPr>
          <p:cNvSpPr>
            <a:spLocks noGrp="1"/>
          </p:cNvSpPr>
          <p:nvPr>
            <p:ph type="sldNum" sz="quarter" idx="11"/>
          </p:nvPr>
        </p:nvSpPr>
        <p:spPr/>
        <p:txBody>
          <a:bodyPr/>
          <a:lstStyle/>
          <a:p>
            <a:fld id="{CD5147FE-FF05-4AB9-B10D-36E240E4DB61}" type="slidenum">
              <a:rPr lang="en-US" altLang="en-US"/>
              <a:pPr/>
              <a:t>66</a:t>
            </a:fld>
            <a:endParaRPr lang="en-US" altLang="en-US"/>
          </a:p>
        </p:txBody>
      </p:sp>
      <p:sp>
        <p:nvSpPr>
          <p:cNvPr id="295938" name="Rectangle 2">
            <a:extLst>
              <a:ext uri="{FF2B5EF4-FFF2-40B4-BE49-F238E27FC236}">
                <a16:creationId xmlns:a16="http://schemas.microsoft.com/office/drawing/2014/main" id="{7898A4C7-22B1-517D-CE58-26E20A6FB8B0}"/>
              </a:ext>
            </a:extLst>
          </p:cNvPr>
          <p:cNvSpPr>
            <a:spLocks noGrp="1" noChangeArrowheads="1"/>
          </p:cNvSpPr>
          <p:nvPr>
            <p:ph type="title"/>
          </p:nvPr>
        </p:nvSpPr>
        <p:spPr/>
        <p:txBody>
          <a:bodyPr>
            <a:normAutofit/>
          </a:bodyPr>
          <a:lstStyle/>
          <a:p>
            <a:r>
              <a:rPr lang="en-US" altLang="en-US" sz="3200" b="1" dirty="0">
                <a:solidFill>
                  <a:srgbClr val="004200"/>
                </a:solidFill>
                <a:latin typeface="Arial"/>
                <a:ea typeface="+mn-ea"/>
                <a:cs typeface="Arial"/>
              </a:rPr>
              <a:t>Performance of Quicksort</a:t>
            </a:r>
          </a:p>
        </p:txBody>
      </p:sp>
      <p:sp>
        <p:nvSpPr>
          <p:cNvPr id="295939" name="Rectangle 3">
            <a:extLst>
              <a:ext uri="{FF2B5EF4-FFF2-40B4-BE49-F238E27FC236}">
                <a16:creationId xmlns:a16="http://schemas.microsoft.com/office/drawing/2014/main" id="{A15018A8-E5F7-527E-A4E7-721E80749BF2}"/>
              </a:ext>
            </a:extLst>
          </p:cNvPr>
          <p:cNvSpPr>
            <a:spLocks noGrp="1" noChangeArrowheads="1"/>
          </p:cNvSpPr>
          <p:nvPr>
            <p:ph type="body" idx="1"/>
          </p:nvPr>
        </p:nvSpPr>
        <p:spPr>
          <a:xfrm>
            <a:off x="1874838" y="1671638"/>
            <a:ext cx="8229600" cy="2214562"/>
          </a:xfrm>
        </p:spPr>
        <p:txBody>
          <a:bodyPr/>
          <a:lstStyle/>
          <a:p>
            <a:pPr>
              <a:buFont typeface="Wingdings" panose="05000000000000000000" pitchFamily="2" charset="2"/>
              <a:buChar char="v"/>
            </a:pPr>
            <a:r>
              <a:rPr lang="en-US" altLang="en-US" sz="2400" dirty="0"/>
              <a:t>Average case</a:t>
            </a:r>
          </a:p>
          <a:p>
            <a:pPr lvl="1">
              <a:buFont typeface="Wingdings" panose="05000000000000000000" pitchFamily="2" charset="2"/>
              <a:buChar char="§"/>
            </a:pPr>
            <a:r>
              <a:rPr lang="en-US" altLang="en-US" sz="2000" dirty="0"/>
              <a:t>All permutations of the input numbers are equally likely</a:t>
            </a:r>
          </a:p>
          <a:p>
            <a:pPr lvl="1">
              <a:buFont typeface="Wingdings" panose="05000000000000000000" pitchFamily="2" charset="2"/>
              <a:buChar char="§"/>
            </a:pPr>
            <a:r>
              <a:rPr lang="en-US" altLang="en-US" sz="2000" dirty="0"/>
              <a:t>On a random input array, we will have a </a:t>
            </a:r>
            <a:r>
              <a:rPr lang="en-US" altLang="en-US" sz="2000" b="1" dirty="0"/>
              <a:t>mix</a:t>
            </a:r>
            <a:r>
              <a:rPr lang="en-US" altLang="en-US" sz="2000" dirty="0"/>
              <a:t> of well balanced and unbalanced splits</a:t>
            </a:r>
          </a:p>
          <a:p>
            <a:pPr lvl="1">
              <a:buFont typeface="Wingdings" panose="05000000000000000000" pitchFamily="2" charset="2"/>
              <a:buChar char="§"/>
            </a:pPr>
            <a:r>
              <a:rPr lang="en-US" altLang="en-US" sz="2000" dirty="0"/>
              <a:t>Good and bad splits are randomly distributed across throughout the tree</a:t>
            </a:r>
          </a:p>
        </p:txBody>
      </p:sp>
      <p:sp>
        <p:nvSpPr>
          <p:cNvPr id="295940" name="Text Box 4">
            <a:extLst>
              <a:ext uri="{FF2B5EF4-FFF2-40B4-BE49-F238E27FC236}">
                <a16:creationId xmlns:a16="http://schemas.microsoft.com/office/drawing/2014/main" id="{B4C8F60B-C390-56D5-2077-1B198A5B867D}"/>
              </a:ext>
            </a:extLst>
          </p:cNvPr>
          <p:cNvSpPr txBox="1">
            <a:spLocks noChangeArrowheads="1"/>
          </p:cNvSpPr>
          <p:nvPr/>
        </p:nvSpPr>
        <p:spPr bwMode="auto">
          <a:xfrm>
            <a:off x="2651125" y="4952782"/>
            <a:ext cx="199535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Alternate of a good</a:t>
            </a:r>
          </a:p>
          <a:p>
            <a:r>
              <a:rPr lang="en-US" altLang="en-US"/>
              <a:t>and a bad split</a:t>
            </a:r>
          </a:p>
        </p:txBody>
      </p:sp>
      <p:sp>
        <p:nvSpPr>
          <p:cNvPr id="295941" name="Text Box 5">
            <a:extLst>
              <a:ext uri="{FF2B5EF4-FFF2-40B4-BE49-F238E27FC236}">
                <a16:creationId xmlns:a16="http://schemas.microsoft.com/office/drawing/2014/main" id="{BEB99BB6-11AC-4004-8B28-BBB9B71600E6}"/>
              </a:ext>
            </a:extLst>
          </p:cNvPr>
          <p:cNvSpPr txBox="1">
            <a:spLocks noChangeArrowheads="1"/>
          </p:cNvSpPr>
          <p:nvPr/>
        </p:nvSpPr>
        <p:spPr bwMode="auto">
          <a:xfrm>
            <a:off x="7181850" y="4992469"/>
            <a:ext cx="148470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Nearly well</a:t>
            </a:r>
          </a:p>
          <a:p>
            <a:r>
              <a:rPr lang="en-US" altLang="en-US"/>
              <a:t>balanced split</a:t>
            </a:r>
          </a:p>
        </p:txBody>
      </p:sp>
      <p:grpSp>
        <p:nvGrpSpPr>
          <p:cNvPr id="295942" name="Group 6">
            <a:extLst>
              <a:ext uri="{FF2B5EF4-FFF2-40B4-BE49-F238E27FC236}">
                <a16:creationId xmlns:a16="http://schemas.microsoft.com/office/drawing/2014/main" id="{DBDF770B-FA97-9D41-2D03-0D1501E992A0}"/>
              </a:ext>
            </a:extLst>
          </p:cNvPr>
          <p:cNvGrpSpPr>
            <a:grpSpLocks/>
          </p:cNvGrpSpPr>
          <p:nvPr/>
        </p:nvGrpSpPr>
        <p:grpSpPr bwMode="auto">
          <a:xfrm>
            <a:off x="2541588" y="3671668"/>
            <a:ext cx="1447800" cy="685800"/>
            <a:chOff x="641" y="2169"/>
            <a:chExt cx="912" cy="432"/>
          </a:xfrm>
        </p:grpSpPr>
        <p:sp>
          <p:nvSpPr>
            <p:cNvPr id="295943" name="Text Box 7">
              <a:extLst>
                <a:ext uri="{FF2B5EF4-FFF2-40B4-BE49-F238E27FC236}">
                  <a16:creationId xmlns:a16="http://schemas.microsoft.com/office/drawing/2014/main" id="{06FED394-FD53-79F1-C299-6CDDA5E5B7E9}"/>
                </a:ext>
              </a:extLst>
            </p:cNvPr>
            <p:cNvSpPr txBox="1">
              <a:spLocks noChangeArrowheads="1"/>
            </p:cNvSpPr>
            <p:nvPr/>
          </p:nvSpPr>
          <p:spPr bwMode="auto">
            <a:xfrm>
              <a:off x="930" y="2169"/>
              <a:ext cx="1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n</a:t>
              </a:r>
            </a:p>
          </p:txBody>
        </p:sp>
        <p:sp>
          <p:nvSpPr>
            <p:cNvPr id="295944" name="Text Box 8">
              <a:extLst>
                <a:ext uri="{FF2B5EF4-FFF2-40B4-BE49-F238E27FC236}">
                  <a16:creationId xmlns:a16="http://schemas.microsoft.com/office/drawing/2014/main" id="{FE27A973-6388-EE1C-DF3E-B4178A8050F0}"/>
                </a:ext>
              </a:extLst>
            </p:cNvPr>
            <p:cNvSpPr txBox="1">
              <a:spLocks noChangeArrowheads="1"/>
            </p:cNvSpPr>
            <p:nvPr/>
          </p:nvSpPr>
          <p:spPr bwMode="auto">
            <a:xfrm>
              <a:off x="1151" y="2370"/>
              <a:ext cx="4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n - 1</a:t>
              </a:r>
            </a:p>
          </p:txBody>
        </p:sp>
        <p:sp>
          <p:nvSpPr>
            <p:cNvPr id="295945" name="Text Box 9">
              <a:extLst>
                <a:ext uri="{FF2B5EF4-FFF2-40B4-BE49-F238E27FC236}">
                  <a16:creationId xmlns:a16="http://schemas.microsoft.com/office/drawing/2014/main" id="{72B41043-251F-DFC3-7DA2-A6F2BBD6F1A3}"/>
                </a:ext>
              </a:extLst>
            </p:cNvPr>
            <p:cNvSpPr txBox="1">
              <a:spLocks noChangeArrowheads="1"/>
            </p:cNvSpPr>
            <p:nvPr/>
          </p:nvSpPr>
          <p:spPr bwMode="auto">
            <a:xfrm>
              <a:off x="641" y="2361"/>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1</a:t>
              </a:r>
            </a:p>
          </p:txBody>
        </p:sp>
        <p:sp>
          <p:nvSpPr>
            <p:cNvPr id="295946" name="Line 10">
              <a:extLst>
                <a:ext uri="{FF2B5EF4-FFF2-40B4-BE49-F238E27FC236}">
                  <a16:creationId xmlns:a16="http://schemas.microsoft.com/office/drawing/2014/main" id="{0DE3418B-A385-D1DE-7025-D2A40CD2CD39}"/>
                </a:ext>
              </a:extLst>
            </p:cNvPr>
            <p:cNvSpPr>
              <a:spLocks noChangeShapeType="1"/>
            </p:cNvSpPr>
            <p:nvPr/>
          </p:nvSpPr>
          <p:spPr bwMode="auto">
            <a:xfrm flipH="1">
              <a:off x="833" y="235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5947" name="Line 11">
              <a:extLst>
                <a:ext uri="{FF2B5EF4-FFF2-40B4-BE49-F238E27FC236}">
                  <a16:creationId xmlns:a16="http://schemas.microsoft.com/office/drawing/2014/main" id="{9875874A-18EB-207D-39D9-528B2E04DFF1}"/>
                </a:ext>
              </a:extLst>
            </p:cNvPr>
            <p:cNvSpPr>
              <a:spLocks noChangeShapeType="1"/>
            </p:cNvSpPr>
            <p:nvPr/>
          </p:nvSpPr>
          <p:spPr bwMode="auto">
            <a:xfrm>
              <a:off x="1121" y="235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95948" name="Group 12">
            <a:extLst>
              <a:ext uri="{FF2B5EF4-FFF2-40B4-BE49-F238E27FC236}">
                <a16:creationId xmlns:a16="http://schemas.microsoft.com/office/drawing/2014/main" id="{DB2D9FBC-05A3-DB43-4549-B3FA5EE476AE}"/>
              </a:ext>
            </a:extLst>
          </p:cNvPr>
          <p:cNvGrpSpPr>
            <a:grpSpLocks/>
          </p:cNvGrpSpPr>
          <p:nvPr/>
        </p:nvGrpSpPr>
        <p:grpSpPr bwMode="auto">
          <a:xfrm>
            <a:off x="2514601" y="4281269"/>
            <a:ext cx="2251075" cy="519113"/>
            <a:chOff x="624" y="2553"/>
            <a:chExt cx="1418" cy="327"/>
          </a:xfrm>
        </p:grpSpPr>
        <p:sp>
          <p:nvSpPr>
            <p:cNvPr id="295949" name="Text Box 13">
              <a:extLst>
                <a:ext uri="{FF2B5EF4-FFF2-40B4-BE49-F238E27FC236}">
                  <a16:creationId xmlns:a16="http://schemas.microsoft.com/office/drawing/2014/main" id="{D77076DD-E00A-8F47-5323-3644FF34BA64}"/>
                </a:ext>
              </a:extLst>
            </p:cNvPr>
            <p:cNvSpPr txBox="1">
              <a:spLocks noChangeArrowheads="1"/>
            </p:cNvSpPr>
            <p:nvPr/>
          </p:nvSpPr>
          <p:spPr bwMode="auto">
            <a:xfrm>
              <a:off x="1368" y="2649"/>
              <a:ext cx="67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latin typeface="Comic Sans MS" panose="030F0702030302020204" pitchFamily="66" charset="0"/>
                </a:rPr>
                <a:t>(n – 1)/2</a:t>
              </a:r>
            </a:p>
          </p:txBody>
        </p:sp>
        <p:sp>
          <p:nvSpPr>
            <p:cNvPr id="295950" name="Text Box 14">
              <a:extLst>
                <a:ext uri="{FF2B5EF4-FFF2-40B4-BE49-F238E27FC236}">
                  <a16:creationId xmlns:a16="http://schemas.microsoft.com/office/drawing/2014/main" id="{2703B1C8-2848-F436-ACFC-3BF36C94BA18}"/>
                </a:ext>
              </a:extLst>
            </p:cNvPr>
            <p:cNvSpPr txBox="1">
              <a:spLocks noChangeArrowheads="1"/>
            </p:cNvSpPr>
            <p:nvPr/>
          </p:nvSpPr>
          <p:spPr bwMode="auto">
            <a:xfrm>
              <a:off x="624" y="2649"/>
              <a:ext cx="67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(n – 1)/2</a:t>
              </a:r>
            </a:p>
          </p:txBody>
        </p:sp>
        <p:sp>
          <p:nvSpPr>
            <p:cNvPr id="295951" name="Line 15">
              <a:extLst>
                <a:ext uri="{FF2B5EF4-FFF2-40B4-BE49-F238E27FC236}">
                  <a16:creationId xmlns:a16="http://schemas.microsoft.com/office/drawing/2014/main" id="{F714C8FB-4FAE-7A0A-22E9-A0EA7B586B48}"/>
                </a:ext>
              </a:extLst>
            </p:cNvPr>
            <p:cNvSpPr>
              <a:spLocks noChangeShapeType="1"/>
            </p:cNvSpPr>
            <p:nvPr/>
          </p:nvSpPr>
          <p:spPr bwMode="auto">
            <a:xfrm flipH="1">
              <a:off x="1025" y="2553"/>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5952" name="Line 16">
              <a:extLst>
                <a:ext uri="{FF2B5EF4-FFF2-40B4-BE49-F238E27FC236}">
                  <a16:creationId xmlns:a16="http://schemas.microsoft.com/office/drawing/2014/main" id="{1FB3D365-9909-86CC-B66A-0514CDA2EC77}"/>
                </a:ext>
              </a:extLst>
            </p:cNvPr>
            <p:cNvSpPr>
              <a:spLocks noChangeShapeType="1"/>
            </p:cNvSpPr>
            <p:nvPr/>
          </p:nvSpPr>
          <p:spPr bwMode="auto">
            <a:xfrm>
              <a:off x="1313" y="2553"/>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95953" name="Group 17">
            <a:extLst>
              <a:ext uri="{FF2B5EF4-FFF2-40B4-BE49-F238E27FC236}">
                <a16:creationId xmlns:a16="http://schemas.microsoft.com/office/drawing/2014/main" id="{75E2AD69-5EA2-08B9-C2FE-7C6D98B2F3E6}"/>
              </a:ext>
            </a:extLst>
          </p:cNvPr>
          <p:cNvGrpSpPr>
            <a:grpSpLocks/>
          </p:cNvGrpSpPr>
          <p:nvPr/>
        </p:nvGrpSpPr>
        <p:grpSpPr bwMode="auto">
          <a:xfrm>
            <a:off x="6477000" y="3671669"/>
            <a:ext cx="2641600" cy="900113"/>
            <a:chOff x="2928" y="2265"/>
            <a:chExt cx="1664" cy="567"/>
          </a:xfrm>
        </p:grpSpPr>
        <p:sp>
          <p:nvSpPr>
            <p:cNvPr id="295954" name="Text Box 18">
              <a:extLst>
                <a:ext uri="{FF2B5EF4-FFF2-40B4-BE49-F238E27FC236}">
                  <a16:creationId xmlns:a16="http://schemas.microsoft.com/office/drawing/2014/main" id="{6386310B-F10E-A714-7BE1-8A96037BB721}"/>
                </a:ext>
              </a:extLst>
            </p:cNvPr>
            <p:cNvSpPr txBox="1">
              <a:spLocks noChangeArrowheads="1"/>
            </p:cNvSpPr>
            <p:nvPr/>
          </p:nvSpPr>
          <p:spPr bwMode="auto">
            <a:xfrm>
              <a:off x="3697" y="2265"/>
              <a:ext cx="1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n</a:t>
              </a:r>
            </a:p>
          </p:txBody>
        </p:sp>
        <p:sp>
          <p:nvSpPr>
            <p:cNvPr id="295955" name="Text Box 19">
              <a:extLst>
                <a:ext uri="{FF2B5EF4-FFF2-40B4-BE49-F238E27FC236}">
                  <a16:creationId xmlns:a16="http://schemas.microsoft.com/office/drawing/2014/main" id="{32B3A9AC-475B-0BB0-FCFD-343CAB7F0418}"/>
                </a:ext>
              </a:extLst>
            </p:cNvPr>
            <p:cNvSpPr txBox="1">
              <a:spLocks noChangeArrowheads="1"/>
            </p:cNvSpPr>
            <p:nvPr/>
          </p:nvSpPr>
          <p:spPr bwMode="auto">
            <a:xfrm>
              <a:off x="3918" y="2601"/>
              <a:ext cx="67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(n – 1)/2</a:t>
              </a:r>
            </a:p>
          </p:txBody>
        </p:sp>
        <p:sp>
          <p:nvSpPr>
            <p:cNvPr id="295956" name="Text Box 20">
              <a:extLst>
                <a:ext uri="{FF2B5EF4-FFF2-40B4-BE49-F238E27FC236}">
                  <a16:creationId xmlns:a16="http://schemas.microsoft.com/office/drawing/2014/main" id="{C331FAE6-6FB9-D1AA-A8B0-7877399707F5}"/>
                </a:ext>
              </a:extLst>
            </p:cNvPr>
            <p:cNvSpPr txBox="1">
              <a:spLocks noChangeArrowheads="1"/>
            </p:cNvSpPr>
            <p:nvPr/>
          </p:nvSpPr>
          <p:spPr bwMode="auto">
            <a:xfrm>
              <a:off x="2928" y="2592"/>
              <a:ext cx="89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(n – 1)/2 + 1</a:t>
              </a:r>
            </a:p>
          </p:txBody>
        </p:sp>
        <p:sp>
          <p:nvSpPr>
            <p:cNvPr id="295957" name="Line 21">
              <a:extLst>
                <a:ext uri="{FF2B5EF4-FFF2-40B4-BE49-F238E27FC236}">
                  <a16:creationId xmlns:a16="http://schemas.microsoft.com/office/drawing/2014/main" id="{D9BF0C0D-4DFC-6F03-D6C4-D759DE52503B}"/>
                </a:ext>
              </a:extLst>
            </p:cNvPr>
            <p:cNvSpPr>
              <a:spLocks noChangeShapeType="1"/>
            </p:cNvSpPr>
            <p:nvPr/>
          </p:nvSpPr>
          <p:spPr bwMode="auto">
            <a:xfrm flipH="1">
              <a:off x="3600" y="2448"/>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5958" name="Line 22">
              <a:extLst>
                <a:ext uri="{FF2B5EF4-FFF2-40B4-BE49-F238E27FC236}">
                  <a16:creationId xmlns:a16="http://schemas.microsoft.com/office/drawing/2014/main" id="{39EFEC2F-2D47-6F50-6E8D-262C6A0D284C}"/>
                </a:ext>
              </a:extLst>
            </p:cNvPr>
            <p:cNvSpPr>
              <a:spLocks noChangeShapeType="1"/>
            </p:cNvSpPr>
            <p:nvPr/>
          </p:nvSpPr>
          <p:spPr bwMode="auto">
            <a:xfrm>
              <a:off x="3888" y="2448"/>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95959" name="Rectangle 23">
            <a:extLst>
              <a:ext uri="{FF2B5EF4-FFF2-40B4-BE49-F238E27FC236}">
                <a16:creationId xmlns:a16="http://schemas.microsoft.com/office/drawing/2014/main" id="{721061A6-EDBF-1D63-A60C-24958F4769B2}"/>
              </a:ext>
            </a:extLst>
          </p:cNvPr>
          <p:cNvSpPr>
            <a:spLocks noChangeArrowheads="1"/>
          </p:cNvSpPr>
          <p:nvPr/>
        </p:nvSpPr>
        <p:spPr bwMode="auto">
          <a:xfrm>
            <a:off x="2057400" y="5562600"/>
            <a:ext cx="8229600" cy="842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accent2"/>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accent2"/>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fontAlgn="base">
              <a:spcBef>
                <a:spcPct val="20000"/>
              </a:spcBef>
              <a:spcAft>
                <a:spcPct val="0"/>
              </a:spcAft>
              <a:buChar char="»"/>
              <a:defRPr sz="1600">
                <a:solidFill>
                  <a:schemeClr val="tx1"/>
                </a:solidFill>
                <a:latin typeface="Arial" panose="020B0604020202020204" pitchFamily="34" charset="0"/>
              </a:defRPr>
            </a:lvl6pPr>
            <a:lvl7pPr marL="2971800" indent="-228600" fontAlgn="base">
              <a:spcBef>
                <a:spcPct val="20000"/>
              </a:spcBef>
              <a:spcAft>
                <a:spcPct val="0"/>
              </a:spcAft>
              <a:buChar char="»"/>
              <a:defRPr sz="1600">
                <a:solidFill>
                  <a:schemeClr val="tx1"/>
                </a:solidFill>
                <a:latin typeface="Arial" panose="020B0604020202020204" pitchFamily="34" charset="0"/>
              </a:defRPr>
            </a:lvl7pPr>
            <a:lvl8pPr marL="3429000" indent="-228600" fontAlgn="base">
              <a:spcBef>
                <a:spcPct val="20000"/>
              </a:spcBef>
              <a:spcAft>
                <a:spcPct val="0"/>
              </a:spcAft>
              <a:buChar char="»"/>
              <a:defRPr sz="1600">
                <a:solidFill>
                  <a:schemeClr val="tx1"/>
                </a:solidFill>
                <a:latin typeface="Arial" panose="020B0604020202020204" pitchFamily="34" charset="0"/>
              </a:defRPr>
            </a:lvl8pPr>
            <a:lvl9pPr marL="3886200" indent="-228600" fontAlgn="base">
              <a:spcBef>
                <a:spcPct val="20000"/>
              </a:spcBef>
              <a:spcAft>
                <a:spcPct val="0"/>
              </a:spcAft>
              <a:buChar char="»"/>
              <a:defRPr sz="1600">
                <a:solidFill>
                  <a:schemeClr val="tx1"/>
                </a:solidFill>
                <a:latin typeface="Arial" panose="020B0604020202020204" pitchFamily="34" charset="0"/>
              </a:defRPr>
            </a:lvl9pPr>
          </a:lstStyle>
          <a:p>
            <a:r>
              <a:rPr lang="en-US" altLang="en-US" sz="2400" dirty="0"/>
              <a:t>Running time of Quicksort  when levels alternate between good and bad splits is </a:t>
            </a:r>
            <a:r>
              <a:rPr lang="en-US" altLang="en-US" sz="2400" dirty="0">
                <a:latin typeface="Comic Sans MS" panose="030F0702030302020204" pitchFamily="66" charset="0"/>
              </a:rPr>
              <a:t>O(</a:t>
            </a:r>
            <a:r>
              <a:rPr lang="en-US" altLang="en-US" sz="2400" dirty="0" err="1">
                <a:latin typeface="Comic Sans MS" panose="030F0702030302020204" pitchFamily="66" charset="0"/>
              </a:rPr>
              <a:t>nlgn</a:t>
            </a:r>
            <a:r>
              <a:rPr lang="en-US" altLang="en-US" sz="2400" dirty="0">
                <a:latin typeface="Comic Sans MS" panose="030F0702030302020204" pitchFamily="66" charset="0"/>
              </a:rPr>
              <a:t>)</a:t>
            </a:r>
          </a:p>
        </p:txBody>
      </p:sp>
      <p:sp>
        <p:nvSpPr>
          <p:cNvPr id="295960" name="Text Box 24">
            <a:extLst>
              <a:ext uri="{FF2B5EF4-FFF2-40B4-BE49-F238E27FC236}">
                <a16:creationId xmlns:a16="http://schemas.microsoft.com/office/drawing/2014/main" id="{2C6557FB-C575-42AA-D5C0-5D9234DBDB46}"/>
              </a:ext>
            </a:extLst>
          </p:cNvPr>
          <p:cNvSpPr txBox="1">
            <a:spLocks noChangeArrowheads="1"/>
          </p:cNvSpPr>
          <p:nvPr/>
        </p:nvSpPr>
        <p:spPr bwMode="auto">
          <a:xfrm>
            <a:off x="4298950" y="3639919"/>
            <a:ext cx="277031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combined partitioning cost:</a:t>
            </a:r>
          </a:p>
          <a:p>
            <a:r>
              <a:rPr lang="en-US" altLang="en-US"/>
              <a:t>2n-1 = </a:t>
            </a:r>
            <a:r>
              <a:rPr lang="en-US" altLang="en-US">
                <a:sym typeface="Symbol" panose="05050102010706020507" pitchFamily="18" charset="2"/>
              </a:rPr>
              <a:t>(n)</a:t>
            </a:r>
          </a:p>
        </p:txBody>
      </p:sp>
      <p:sp>
        <p:nvSpPr>
          <p:cNvPr id="295961" name="Text Box 25">
            <a:extLst>
              <a:ext uri="{FF2B5EF4-FFF2-40B4-BE49-F238E27FC236}">
                <a16:creationId xmlns:a16="http://schemas.microsoft.com/office/drawing/2014/main" id="{61C43968-FE33-6D8E-63B0-E3E6C615BFEA}"/>
              </a:ext>
            </a:extLst>
          </p:cNvPr>
          <p:cNvSpPr txBox="1">
            <a:spLocks noChangeArrowheads="1"/>
          </p:cNvSpPr>
          <p:nvPr/>
        </p:nvSpPr>
        <p:spPr bwMode="auto">
          <a:xfrm>
            <a:off x="8258175" y="3474818"/>
            <a:ext cx="1847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partitioning cost:</a:t>
            </a:r>
          </a:p>
          <a:p>
            <a:r>
              <a:rPr lang="en-US" altLang="en-US"/>
              <a:t>n = </a:t>
            </a:r>
            <a:r>
              <a:rPr lang="en-US" altLang="en-US">
                <a:sym typeface="Symbol" panose="05050102010706020507" pitchFamily="18" charset="2"/>
              </a:rPr>
              <a:t>(n)</a:t>
            </a:r>
          </a:p>
        </p:txBody>
      </p:sp>
      <p:sp>
        <p:nvSpPr>
          <p:cNvPr id="295962" name="Oval 26">
            <a:extLst>
              <a:ext uri="{FF2B5EF4-FFF2-40B4-BE49-F238E27FC236}">
                <a16:creationId xmlns:a16="http://schemas.microsoft.com/office/drawing/2014/main" id="{EDD663EF-DADA-E08B-81BF-B0426445B409}"/>
              </a:ext>
            </a:extLst>
          </p:cNvPr>
          <p:cNvSpPr>
            <a:spLocks noChangeArrowheads="1"/>
          </p:cNvSpPr>
          <p:nvPr/>
        </p:nvSpPr>
        <p:spPr bwMode="auto">
          <a:xfrm rot="1809080">
            <a:off x="2870200" y="3806607"/>
            <a:ext cx="1200150" cy="452437"/>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5963" name="Oval 27">
            <a:extLst>
              <a:ext uri="{FF2B5EF4-FFF2-40B4-BE49-F238E27FC236}">
                <a16:creationId xmlns:a16="http://schemas.microsoft.com/office/drawing/2014/main" id="{338CDDD1-0E7E-BD7F-6CC6-17BB9A9A0D48}"/>
              </a:ext>
            </a:extLst>
          </p:cNvPr>
          <p:cNvSpPr>
            <a:spLocks noChangeArrowheads="1"/>
          </p:cNvSpPr>
          <p:nvPr/>
        </p:nvSpPr>
        <p:spPr bwMode="auto">
          <a:xfrm>
            <a:off x="7642226" y="3658969"/>
            <a:ext cx="428625" cy="403225"/>
          </a:xfrm>
          <a:prstGeom prst="ellipse">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59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594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9594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9596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596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9595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594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29596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9596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959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40" grpId="0"/>
      <p:bldP spid="295941" grpId="0"/>
      <p:bldP spid="295959" grpId="0"/>
      <p:bldP spid="295960" grpId="0"/>
      <p:bldP spid="295961" grpId="0"/>
    </p:bld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9A0138E484514DA745B8FAFCE658A2" ma:contentTypeVersion="0" ma:contentTypeDescription="Create a new document." ma:contentTypeScope="" ma:versionID="1b9f1cf76dd21b81cd9fa4062ae7fc50">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AFC4221-CE08-43BA-958F-AEA7928228F0}"/>
</file>

<file path=customXml/itemProps2.xml><?xml version="1.0" encoding="utf-8"?>
<ds:datastoreItem xmlns:ds="http://schemas.openxmlformats.org/officeDocument/2006/customXml" ds:itemID="{254554B6-239A-4B60-8E77-AB71A2F698F5}"/>
</file>

<file path=customXml/itemProps3.xml><?xml version="1.0" encoding="utf-8"?>
<ds:datastoreItem xmlns:ds="http://schemas.openxmlformats.org/officeDocument/2006/customXml" ds:itemID="{9935966D-1B7B-4F07-A713-1FDFEFB94C73}"/>
</file>

<file path=docProps/app.xml><?xml version="1.0" encoding="utf-8"?>
<Properties xmlns="http://schemas.openxmlformats.org/officeDocument/2006/extended-properties" xmlns:vt="http://schemas.openxmlformats.org/officeDocument/2006/docPropsVTypes">
  <Template>Retrospect</Template>
  <TotalTime>26558</TotalTime>
  <Words>3661</Words>
  <Application>Microsoft Office PowerPoint</Application>
  <PresentationFormat>Widescreen</PresentationFormat>
  <Paragraphs>1229</Paragraphs>
  <Slides>66</Slides>
  <Notes>15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66</vt:i4>
      </vt:variant>
    </vt:vector>
  </HeadingPairs>
  <TitlesOfParts>
    <vt:vector size="77" baseType="lpstr">
      <vt:lpstr>Arial</vt:lpstr>
      <vt:lpstr>Calibri</vt:lpstr>
      <vt:lpstr>Calibri Light</vt:lpstr>
      <vt:lpstr>Century Schoolbook</vt:lpstr>
      <vt:lpstr>Comic Sans MS</vt:lpstr>
      <vt:lpstr>Monotype Corsiva</vt:lpstr>
      <vt:lpstr>Times New Roman</vt:lpstr>
      <vt:lpstr>Wingdings</vt:lpstr>
      <vt:lpstr>Retrospect</vt:lpstr>
      <vt:lpstr>MathType 5.0 Equation</vt:lpstr>
      <vt:lpstr>Paint Shop Pro Image</vt:lpstr>
      <vt:lpstr>PowerPoint Presentation</vt:lpstr>
      <vt:lpstr>Design Strategies</vt:lpstr>
      <vt:lpstr>Outline</vt:lpstr>
      <vt:lpstr>A General Divide and Conquer Algorithm</vt:lpstr>
      <vt:lpstr>Outline</vt:lpstr>
      <vt:lpstr>PowerPoint Presentation</vt:lpstr>
      <vt:lpstr>Merge Sort</vt:lpstr>
      <vt:lpstr>Merge Sort</vt:lpstr>
      <vt:lpstr>Merge Sort: Example – n Power of 2</vt:lpstr>
      <vt:lpstr>Merge Sort: Example – n Power of 2</vt:lpstr>
      <vt:lpstr>Merge Sort: Example – n Not a Power of 2</vt:lpstr>
      <vt:lpstr>Merge Sort: Example – n Not a Power of 2</vt:lpstr>
      <vt:lpstr>Merging</vt:lpstr>
      <vt:lpstr>Merge - Pseudocode</vt:lpstr>
      <vt:lpstr>Analyzing Divide-and Conquer Algorithms</vt:lpstr>
      <vt:lpstr>Analyzing Divide-and Conquer Algorithms</vt:lpstr>
      <vt:lpstr>PowerPoint Presentation</vt:lpstr>
      <vt:lpstr>Heap</vt:lpstr>
      <vt:lpstr>Heap</vt:lpstr>
      <vt:lpstr>Heap</vt:lpstr>
      <vt:lpstr>Heap order property</vt:lpstr>
      <vt:lpstr>Definition</vt:lpstr>
      <vt:lpstr>Max Heap Example</vt:lpstr>
      <vt:lpstr>Min heap example</vt:lpstr>
      <vt:lpstr>Insertion</vt:lpstr>
      <vt:lpstr>PowerPoint Presentation</vt:lpstr>
      <vt:lpstr>Deletion</vt:lpstr>
      <vt:lpstr>Heap Sort</vt:lpstr>
      <vt:lpstr>Procedures on Heap</vt:lpstr>
      <vt:lpstr>Heapify</vt:lpstr>
      <vt:lpstr>Build Heap</vt:lpstr>
      <vt:lpstr>Heap Sort Algorithm</vt:lpstr>
      <vt:lpstr>PowerPoint Presentation</vt:lpstr>
      <vt:lpstr>PowerPoint Presentation</vt:lpstr>
      <vt:lpstr>Heap Sort</vt:lpstr>
      <vt:lpstr>Example of Heap 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Time Analysis</vt:lpstr>
      <vt:lpstr>PowerPoint Presentation</vt:lpstr>
      <vt:lpstr>Quicksort</vt:lpstr>
      <vt:lpstr>Quicksort</vt:lpstr>
      <vt:lpstr>QUICKSORT</vt:lpstr>
      <vt:lpstr>Partitioning the Array</vt:lpstr>
      <vt:lpstr>Example</vt:lpstr>
      <vt:lpstr>Example</vt:lpstr>
      <vt:lpstr>Partitioning the Array</vt:lpstr>
      <vt:lpstr>Recurrence</vt:lpstr>
      <vt:lpstr>Worst Case Partitioning</vt:lpstr>
      <vt:lpstr>Best Case Partitioning</vt:lpstr>
      <vt:lpstr>Case Between Worst and Best</vt:lpstr>
      <vt:lpstr>How does partition affect performance?</vt:lpstr>
      <vt:lpstr>How does partition affect performance?</vt:lpstr>
      <vt:lpstr>Performance of Quicksort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AIK</dc:creator>
  <cp:lastModifiedBy>hamid ali</cp:lastModifiedBy>
  <cp:revision>515</cp:revision>
  <dcterms:created xsi:type="dcterms:W3CDTF">2018-09-11T13:00:38Z</dcterms:created>
  <dcterms:modified xsi:type="dcterms:W3CDTF">2023-10-31T08:17:27Z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0x010100039A0138E484514DA745B8FAFCE658A2</vt:lpwstr>
  </property>
</Properties>
</file>